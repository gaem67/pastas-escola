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50" r:id="rId4"/>
  </p:sldMasterIdLst>
  <p:notesMasterIdLst>
    <p:notesMasterId r:id="rId14"/>
  </p:notesMasterIdLst>
  <p:handoutMasterIdLst>
    <p:handoutMasterId r:id="rId15"/>
  </p:handoutMasterIdLst>
  <p:sldIdLst>
    <p:sldId id="312" r:id="rId5"/>
    <p:sldId id="304" r:id="rId6"/>
    <p:sldId id="318" r:id="rId7"/>
    <p:sldId id="307" r:id="rId8"/>
    <p:sldId id="281" r:id="rId9"/>
    <p:sldId id="282" r:id="rId10"/>
    <p:sldId id="314" r:id="rId11"/>
    <p:sldId id="315" r:id="rId12"/>
    <p:sldId id="317" r:id="rId13"/>
  </p:sldIdLst>
  <p:sldSz cx="12192000" cy="6858000"/>
  <p:notesSz cx="13716000" cy="24384000"/>
  <p:defaultTextStyle>
    <a:defPPr rtl="0">
      <a:defRPr lang="pt-BR"/>
    </a:defPPr>
    <a:lvl1pPr marL="0" algn="l" defTabSz="4572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66" autoAdjust="0"/>
    <p:restoredTop sz="95388" autoAdjust="0"/>
  </p:normalViewPr>
  <p:slideViewPr>
    <p:cSldViewPr snapToGrid="0" snapToObjects="1">
      <p:cViewPr varScale="1">
        <p:scale>
          <a:sx n="86" d="100"/>
          <a:sy n="86" d="100"/>
        </p:scale>
        <p:origin x="114" y="156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37" d="100"/>
          <a:sy n="37" d="100"/>
        </p:scale>
        <p:origin x="4134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BR" sz="1200"/>
            </a:lvl1pPr>
          </a:lstStyle>
          <a:p>
            <a:pPr rtl="0"/>
            <a:fld id="{5DB32ED1-F310-4D41-8674-6BB1DBCD8C01}" type="datetimeyyyy">
              <a:rPr lang="pt-BR" smtClean="0"/>
              <a:t>2024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 sz="1200"/>
            </a:lvl1pPr>
          </a:lstStyle>
          <a:p>
            <a:pPr rtl="0"/>
            <a:fld id="{420BD0AB-C59E-4A46-83D3-F07787446BA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lang="pt-BR"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m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20" name="Forma livre: Forma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8" name="Forma livre: Forma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rtlCol="0" anchor="ctr" anchorCtr="0">
            <a:noAutofit/>
          </a:bodyPr>
          <a:lstStyle>
            <a:lvl1pPr algn="ctr">
              <a:lnSpc>
                <a:spcPct val="100000"/>
              </a:lnSpc>
              <a:defRPr lang="pt-BR" sz="36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orma Livre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" name="Forma Livre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orma Livre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1" name="Forma Livre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sp>
        <p:nvSpPr>
          <p:cNvPr id="14" name="Imagem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pt-BR" sz="36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3" name="Espaço Reservado para Conteúdo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pt-BR" sz="2400"/>
            </a:lvl1pPr>
            <a:lvl2pPr marL="347472">
              <a:lnSpc>
                <a:spcPct val="150000"/>
              </a:lnSpc>
              <a:spcBef>
                <a:spcPts val="0"/>
              </a:spcBef>
              <a:defRPr lang="pt-BR" sz="2000"/>
            </a:lvl2pPr>
            <a:lvl3pPr marL="685800">
              <a:lnSpc>
                <a:spcPct val="150000"/>
              </a:lnSpc>
              <a:spcBef>
                <a:spcPts val="0"/>
              </a:spcBef>
              <a:defRPr lang="pt-BR" sz="1800"/>
            </a:lvl3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çã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sz="450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sz="1600" dirty="0"/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orma livre: Forma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lvl="0" rtl="0"/>
              <a:endParaRPr lang="pt-BR" dirty="0"/>
            </a:p>
          </p:txBody>
        </p:sp>
        <p:sp>
          <p:nvSpPr>
            <p:cNvPr id="15" name="Forma livre: Forma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lvl="0" rtl="0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m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sp>
        <p:nvSpPr>
          <p:cNvPr id="2" name="Título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rtlCol="0" anchor="ctr">
            <a:noAutofit/>
          </a:bodyPr>
          <a:lstStyle>
            <a:lvl1pPr algn="l">
              <a:lnSpc>
                <a:spcPct val="100000"/>
              </a:lnSpc>
              <a:defRPr lang="pt-BR" sz="3600" b="1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8" name="Espaço Reservado para Imagem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 rtlCol="0">
            <a:normAutofit/>
          </a:bodyPr>
          <a:lstStyle>
            <a:lvl1pPr marL="0" indent="0">
              <a:buNone/>
              <a:defRPr lang="pt-BR" sz="1800"/>
            </a:lvl1pPr>
          </a:lstStyle>
          <a:p>
            <a:pPr lvl="0" rtl="0"/>
            <a:r>
              <a:rPr lang="pt-BR"/>
              <a:t>Clique para adicionar uma imagem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beçalho da 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ângulo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sz="450" dirty="0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sz="1600" dirty="0"/>
          </a:p>
        </p:txBody>
      </p:sp>
      <p:sp>
        <p:nvSpPr>
          <p:cNvPr id="36" name="Forma Livre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33" name="Forma Livre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pt-BR"/>
            </a:defPPr>
          </a:lstStyle>
          <a:p>
            <a:pPr lvl="0" algn="ctr" rtl="0"/>
            <a:endParaRPr lang="pt-BR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pt-BR" sz="3600"/>
            </a:lvl1pPr>
          </a:lstStyle>
          <a:p>
            <a:pPr rtl="0"/>
            <a:r>
              <a:rPr lang="pt-BR"/>
              <a:t>Clique para adicionar o texto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pt-BR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pt-BR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pt-BR" sz="2400"/>
            </a:lvl3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</p:txBody>
      </p:sp>
      <p:sp>
        <p:nvSpPr>
          <p:cNvPr id="52" name="Espaço Reservado para Imagem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 rtlCol="0">
            <a:normAutofit/>
          </a:bodyPr>
          <a:lstStyle>
            <a:lvl1pPr marL="0" indent="0">
              <a:buNone/>
              <a:defRPr lang="pt-BR" sz="1800"/>
            </a:lvl1pPr>
          </a:lstStyle>
          <a:p>
            <a:pPr lvl="0" rtl="0"/>
            <a:r>
              <a:rPr lang="pt-BR"/>
              <a:t>Clique para adicionar uma imagem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m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53" name="Forma livre: Forma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29" name="Forma Livre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31" name="Forma Livre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33" name="Imagem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rtlCol="0" anchor="b" anchorCtr="0">
            <a:noAutofit/>
          </a:bodyPr>
          <a:lstStyle>
            <a:lvl1pPr algn="l">
              <a:lnSpc>
                <a:spcPct val="100000"/>
              </a:lnSpc>
              <a:defRPr lang="pt-BR" sz="3600" b="1">
                <a:latin typeface="+mj-lt"/>
                <a:cs typeface="Arial" panose="020B0604020202020204" pitchFamily="34" charset="0"/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3" name="Espaço Reservado para Conteúdo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pt-BR" sz="1800"/>
            </a:lvl1pPr>
            <a:lvl2pPr>
              <a:spcBef>
                <a:spcPts val="1000"/>
              </a:spcBef>
              <a:defRPr lang="pt-BR" sz="1800"/>
            </a:lvl2pPr>
            <a:lvl3pPr>
              <a:spcBef>
                <a:spcPts val="1000"/>
              </a:spcBef>
              <a:defRPr lang="pt-BR" sz="1800"/>
            </a:lvl3pPr>
            <a:lvl4pPr>
              <a:spcBef>
                <a:spcPts val="1000"/>
              </a:spcBef>
              <a:defRPr lang="pt-BR" sz="1800"/>
            </a:lvl4pPr>
            <a:lvl5pPr>
              <a:spcBef>
                <a:spcPts val="1000"/>
              </a:spcBef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8" name="Espaço Reservado para o Número do Slide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açã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ítulo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pt-BR" sz="36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1" name="Imagem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pic>
        <p:nvPicPr>
          <p:cNvPr id="13" name="Imagem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orma livre: Forma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17" name="Imagem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pic>
        <p:nvPicPr>
          <p:cNvPr id="19" name="Imagem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Espaço Reservado para o Número do Slide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pt-BR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pt-BR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pt-BR" sz="2400"/>
            </a:lvl3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orma Livre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8" name="Forma Livre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4" name="Forma Livre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6" name="Forma Livre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0" name="Título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pt-BR" sz="36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9" name="Espaço Reservado para o Número do Slide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23" name="Espaço Reservado para Conteúdo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pt-BR" sz="1800"/>
            </a:lvl1pPr>
            <a:lvl2pPr marL="283464" indent="-283464">
              <a:spcBef>
                <a:spcPts val="1000"/>
              </a:spcBef>
              <a:defRPr lang="pt-BR" sz="1800"/>
            </a:lvl2pPr>
            <a:lvl3pPr marL="283464" indent="-283464">
              <a:spcBef>
                <a:spcPts val="1000"/>
              </a:spcBef>
              <a:defRPr lang="pt-BR" sz="1800"/>
            </a:lvl3pPr>
            <a:lvl4pPr marL="283464" indent="-283464">
              <a:spcBef>
                <a:spcPts val="1000"/>
              </a:spcBef>
              <a:defRPr lang="pt-BR" sz="1800"/>
            </a:lvl4pPr>
            <a:lvl5pPr marL="283464" indent="-283464">
              <a:spcBef>
                <a:spcPts val="1000"/>
              </a:spcBef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5" name="Espaço Reservado para Conteúdo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pt-BR" sz="1800"/>
            </a:lvl1pPr>
            <a:lvl2pPr marL="283464" indent="-283464">
              <a:spcBef>
                <a:spcPts val="1000"/>
              </a:spcBef>
              <a:defRPr lang="pt-BR" sz="1800"/>
            </a:lvl2pPr>
            <a:lvl3pPr marL="283464" indent="-283464">
              <a:spcBef>
                <a:spcPts val="1000"/>
              </a:spcBef>
              <a:defRPr lang="pt-BR" sz="1800"/>
            </a:lvl3pPr>
            <a:lvl4pPr marL="283464" indent="-283464">
              <a:spcBef>
                <a:spcPts val="1000"/>
              </a:spcBef>
              <a:defRPr lang="pt-BR" sz="1800"/>
            </a:lvl4pPr>
            <a:lvl5pPr marL="283464" indent="-283464">
              <a:spcBef>
                <a:spcPts val="1000"/>
              </a:spcBef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nha do Temp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tângulo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sz="450" dirty="0"/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sz="160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pt-BR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 rtlCol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lang="pt-BR"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lang="pt-BR"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lang="pt-BR"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lang="pt-BR" sz="1800"/>
            </a:lvl4pPr>
            <a:lvl5pPr indent="-283464">
              <a:spcBef>
                <a:spcPts val="1000"/>
              </a:spcBef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pt-BR" sz="1800"/>
            </a:lvl1pPr>
            <a:lvl2pPr indent="-283464">
              <a:spcBef>
                <a:spcPts val="1000"/>
              </a:spcBef>
              <a:defRPr lang="pt-BR" sz="1800"/>
            </a:lvl2pPr>
            <a:lvl3pPr indent="-283464">
              <a:spcBef>
                <a:spcPts val="1000"/>
              </a:spcBef>
              <a:defRPr lang="pt-BR" sz="1800"/>
            </a:lvl3pPr>
            <a:lvl4pPr indent="-283464">
              <a:spcBef>
                <a:spcPts val="1000"/>
              </a:spcBef>
              <a:defRPr lang="pt-BR" sz="1800"/>
            </a:lvl4pPr>
            <a:lvl5pPr indent="-283464">
              <a:spcBef>
                <a:spcPts val="1000"/>
              </a:spcBef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31" name="Espaço Reservado para Imagem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rtlCol="0">
            <a:noAutofit/>
          </a:bodyPr>
          <a:lstStyle>
            <a:lvl1pPr marL="0" indent="0">
              <a:buNone/>
              <a:defRPr lang="pt-BR" sz="1800"/>
            </a:lvl1pPr>
          </a:lstStyle>
          <a:p>
            <a:pPr lvl="0" rtl="0"/>
            <a:r>
              <a:rPr lang="pt-BR"/>
              <a:t>Clique para adicionar uma imagem</a:t>
            </a:r>
          </a:p>
        </p:txBody>
      </p:sp>
      <p:grpSp>
        <p:nvGrpSpPr>
          <p:cNvPr id="32" name="Grupo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orma livre: Forma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lvl="0" rtl="0"/>
              <a:endParaRPr lang="pt-BR" dirty="0"/>
            </a:p>
          </p:txBody>
        </p:sp>
        <p:sp>
          <p:nvSpPr>
            <p:cNvPr id="21" name="Forma livre: Forma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lvl="0" rtl="0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22" name="Forma livre: Forma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lvl="0" rtl="0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m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sp>
        <p:nvSpPr>
          <p:cNvPr id="44" name="Espaço Reservado para o Número do Slide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rma Livre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26" name="Imagem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14" name="Forma Livre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pic>
        <p:nvPicPr>
          <p:cNvPr id="21" name="Imagem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orma Livre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pt-BR" sz="3600" b="1"/>
            </a:lvl1pPr>
          </a:lstStyle>
          <a:p>
            <a:pPr rtl="0"/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0" name="Espaço Reservado para Conteúdo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pt-BR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pt-BR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pt-BR" sz="2400"/>
            </a:lvl3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</p:txBody>
      </p:sp>
      <p:sp>
        <p:nvSpPr>
          <p:cNvPr id="10" name="Espaço Reservado para Imagem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 rtlCol="0">
            <a:normAutofit/>
          </a:bodyPr>
          <a:lstStyle>
            <a:lvl1pPr marL="0" indent="0">
              <a:buNone/>
              <a:defRPr lang="pt-BR" sz="1800"/>
            </a:lvl1pPr>
          </a:lstStyle>
          <a:p>
            <a:pPr rtl="0"/>
            <a:r>
              <a:rPr lang="pt-BR"/>
              <a:t>Clique no ícone para adicionar uma imagem</a:t>
            </a:r>
            <a:endParaRPr lang="pt-BR" dirty="0"/>
          </a:p>
        </p:txBody>
      </p:sp>
      <p:sp>
        <p:nvSpPr>
          <p:cNvPr id="20" name="Espaço Reservado para o Número do Slide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nha do Temp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a Livre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/>
          </a:p>
        </p:txBody>
      </p:sp>
      <p:sp>
        <p:nvSpPr>
          <p:cNvPr id="10" name="Forma Livre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30" name="Imagem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pt-BR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4" name="Espaço Reservado para Texto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rtlCol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pt-BR" sz="1800"/>
            </a:lvl1pPr>
          </a:lstStyle>
          <a:p>
            <a:pPr rtl="0"/>
            <a:r>
              <a:rPr lang="pt-BR"/>
              <a:t>Clique para adicionar um subtítulo</a:t>
            </a: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 rtlCol="0">
            <a:normAutofit/>
          </a:bodyPr>
          <a:lstStyle>
            <a:lvl1pPr>
              <a:defRPr lang="pt-BR" sz="1800"/>
            </a:lvl1pPr>
            <a:lvl2pPr>
              <a:defRPr lang="pt-BR" sz="1800"/>
            </a:lvl2pPr>
            <a:lvl3pPr>
              <a:defRPr lang="pt-BR" sz="1800"/>
            </a:lvl3pPr>
            <a:lvl4pPr>
              <a:defRPr lang="pt-BR" sz="1800"/>
            </a:lvl4pPr>
            <a:lvl5pPr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0" name="Espaço Reservado para o Número do Slide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Elemento gráfico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pt-BR" sz="3600" b="1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49" name="Forma Livre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16" name="Espaço Reservado para Conteúdo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pt-BR" sz="1800"/>
            </a:lvl1pPr>
            <a:lvl2pPr>
              <a:spcBef>
                <a:spcPts val="1000"/>
              </a:spcBef>
              <a:defRPr lang="pt-BR" sz="1800"/>
            </a:lvl2pPr>
            <a:lvl3pPr>
              <a:spcBef>
                <a:spcPts val="1000"/>
              </a:spcBef>
              <a:defRPr lang="pt-BR" sz="1800"/>
            </a:lvl3pPr>
            <a:lvl4pPr>
              <a:spcBef>
                <a:spcPts val="1000"/>
              </a:spcBef>
              <a:defRPr lang="pt-BR" sz="1800"/>
            </a:lvl4pPr>
            <a:lvl5pPr>
              <a:spcBef>
                <a:spcPts val="1000"/>
              </a:spcBef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8" name="Espaço Reservado para Conteúdo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pt-BR" sz="1800"/>
            </a:lvl1pPr>
            <a:lvl2pPr>
              <a:spcBef>
                <a:spcPts val="1000"/>
              </a:spcBef>
              <a:defRPr lang="pt-BR" sz="1800"/>
            </a:lvl2pPr>
            <a:lvl3pPr>
              <a:spcBef>
                <a:spcPts val="1000"/>
              </a:spcBef>
              <a:defRPr lang="pt-BR" sz="1800"/>
            </a:lvl3pPr>
            <a:lvl4pPr>
              <a:spcBef>
                <a:spcPts val="1000"/>
              </a:spcBef>
              <a:defRPr lang="pt-BR" sz="1800"/>
            </a:lvl4pPr>
            <a:lvl5pPr>
              <a:spcBef>
                <a:spcPts val="1000"/>
              </a:spcBef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7" name="Espaço Reservado para o Número do Slide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  <p:pic>
        <p:nvPicPr>
          <p:cNvPr id="43" name="Elemento gráfico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Elemento gráfico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m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nha do Temp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tângulo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sz="450" dirty="0"/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sz="160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 rtlCol="0"/>
          <a:lstStyle>
            <a:lvl1pPr algn="ctr">
              <a:lnSpc>
                <a:spcPct val="100000"/>
              </a:lnSpc>
              <a:defRPr lang="pt-BR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4" name="Espaço Reservado para Conteúdo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 rtlCol="0">
            <a:normAutofit/>
          </a:bodyPr>
          <a:lstStyle>
            <a:lvl1pPr>
              <a:spcBef>
                <a:spcPts val="1000"/>
              </a:spcBef>
              <a:defRPr lang="pt-BR" sz="1800"/>
            </a:lvl1pPr>
            <a:lvl2pPr>
              <a:spcBef>
                <a:spcPts val="1000"/>
              </a:spcBef>
              <a:defRPr lang="pt-BR" sz="1800"/>
            </a:lvl2pPr>
            <a:lvl3pPr>
              <a:spcBef>
                <a:spcPts val="1000"/>
              </a:spcBef>
              <a:defRPr lang="pt-BR" sz="1800"/>
            </a:lvl3pPr>
            <a:lvl4pPr>
              <a:spcBef>
                <a:spcPts val="1000"/>
              </a:spcBef>
              <a:defRPr lang="pt-BR" sz="1800"/>
            </a:lvl4pPr>
            <a:lvl5pPr>
              <a:spcBef>
                <a:spcPts val="1000"/>
              </a:spcBef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6" name="Espaço Reservado para o Número do Slide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pt-B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chamento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a livre: Forma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9" name="Forma livre: Forma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pic>
        <p:nvPicPr>
          <p:cNvPr id="9" name="Imagem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rtlCol="0" anchor="b" anchorCtr="0">
            <a:noAutofit/>
          </a:bodyPr>
          <a:lstStyle>
            <a:lvl1pPr algn="l">
              <a:lnSpc>
                <a:spcPct val="100000"/>
              </a:lnSpc>
              <a:defRPr lang="pt-BR" sz="36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rtlCol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lang="pt-BR" sz="2400"/>
            </a:lvl1pPr>
            <a:lvl2pPr marL="457200" indent="0" algn="ctr">
              <a:buNone/>
              <a:defRPr lang="pt-BR" sz="2000"/>
            </a:lvl2pPr>
            <a:lvl3pPr marL="914400" indent="0" algn="ctr">
              <a:buNone/>
              <a:defRPr lang="pt-BR" sz="1800"/>
            </a:lvl3pPr>
            <a:lvl4pPr marL="1371600" indent="0" algn="ctr">
              <a:buNone/>
              <a:defRPr lang="pt-BR" sz="1600"/>
            </a:lvl4pPr>
            <a:lvl5pPr marL="1828800" indent="0" algn="ctr">
              <a:buNone/>
              <a:defRPr lang="pt-BR" sz="1600"/>
            </a:lvl5pPr>
            <a:lvl6pPr marL="2286000" indent="0" algn="ctr">
              <a:buNone/>
              <a:defRPr lang="pt-BR" sz="1600"/>
            </a:lvl6pPr>
            <a:lvl7pPr marL="2743200" indent="0" algn="ctr">
              <a:buNone/>
              <a:defRPr lang="pt-BR" sz="1600"/>
            </a:lvl7pPr>
            <a:lvl8pPr marL="3200400" indent="0" algn="ctr">
              <a:buNone/>
              <a:defRPr lang="pt-BR" sz="1600"/>
            </a:lvl8pPr>
            <a:lvl9pPr marL="3657600" indent="0" algn="ctr">
              <a:buNone/>
              <a:defRPr lang="pt-BR" sz="1600"/>
            </a:lvl9pPr>
          </a:lstStyle>
          <a:p>
            <a:pPr rtl="0"/>
            <a:r>
              <a:rPr lang="pt-BR"/>
              <a:t>Clique para adicionar um subtítulo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vre: Forma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 anchor="ctr" anchorCtr="0"/>
          <a:lstStyle>
            <a:defPPr>
              <a:defRPr lang="pt-BR"/>
            </a:def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pt-BR">
                <a:latin typeface="+mn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rma livre: Forma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pt-BR">
                <a:latin typeface="+mn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rtlCol="0" anchor="b"/>
          <a:lstStyle>
            <a:lvl1pPr>
              <a:lnSpc>
                <a:spcPct val="100000"/>
              </a:lnSpc>
              <a:defRPr lang="pt-BR" sz="32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pt-BR">
                <a:latin typeface="+mn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 rtlCol="0"/>
          <a:lstStyle>
            <a:lvl1pPr marL="0" indent="0">
              <a:buNone/>
              <a:defRPr lang="pt-BR" sz="1600"/>
            </a:lvl1pPr>
            <a:lvl2pPr marL="457200" indent="0">
              <a:buNone/>
              <a:defRPr lang="pt-BR" sz="1400"/>
            </a:lvl2pPr>
            <a:lvl3pPr marL="914400" indent="0">
              <a:buNone/>
              <a:defRPr lang="pt-BR" sz="1200"/>
            </a:lvl3pPr>
            <a:lvl4pPr marL="1371600" indent="0">
              <a:buNone/>
              <a:defRPr lang="pt-BR" sz="1000"/>
            </a:lvl4pPr>
            <a:lvl5pPr marL="1828800" indent="0">
              <a:buNone/>
              <a:defRPr lang="pt-BR" sz="1000"/>
            </a:lvl5pPr>
            <a:lvl6pPr marL="2286000" indent="0">
              <a:buNone/>
              <a:defRPr lang="pt-BR" sz="1000"/>
            </a:lvl6pPr>
            <a:lvl7pPr marL="2743200" indent="0">
              <a:buNone/>
              <a:defRPr lang="pt-BR" sz="1000"/>
            </a:lvl7pPr>
            <a:lvl8pPr marL="3200400" indent="0">
              <a:buNone/>
              <a:defRPr lang="pt-BR" sz="1000"/>
            </a:lvl8pPr>
            <a:lvl9pPr marL="3657600" indent="0">
              <a:buNone/>
              <a:defRPr lang="pt-BR" sz="1000"/>
            </a:lvl9pPr>
          </a:lstStyle>
          <a:p>
            <a:pPr lvl="0" rtl="0"/>
            <a:r>
              <a:rPr lang="pt-BR"/>
              <a:t>Clique para adicionar o texto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 rtlCol="0"/>
          <a:lstStyle>
            <a:lvl1pPr>
              <a:defRPr lang="pt-BR" sz="3200"/>
            </a:lvl1pPr>
            <a:lvl2pPr>
              <a:defRPr lang="pt-BR" sz="2800"/>
            </a:lvl2pPr>
            <a:lvl3pPr>
              <a:defRPr lang="pt-BR" sz="2400"/>
            </a:lvl3pPr>
            <a:lvl4pPr>
              <a:defRPr lang="pt-BR" sz="2000"/>
            </a:lvl4pPr>
            <a:lvl5pPr>
              <a:defRPr lang="pt-BR" sz="2000"/>
            </a:lvl5pPr>
            <a:lvl6pPr>
              <a:defRPr lang="pt-BR" sz="2000"/>
            </a:lvl6pPr>
            <a:lvl7pPr>
              <a:defRPr lang="pt-BR" sz="2000"/>
            </a:lvl7pPr>
            <a:lvl8pPr>
              <a:defRPr lang="pt-BR" sz="2000"/>
            </a:lvl8pPr>
            <a:lvl9pPr>
              <a:defRPr lang="pt-BR" sz="2000"/>
            </a:lvl9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lvl="0" rtl="0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rtlCol="0" anchor="b"/>
          <a:lstStyle>
            <a:lvl1pPr>
              <a:lnSpc>
                <a:spcPct val="100000"/>
              </a:lnSpc>
              <a:defRPr lang="pt-BR" sz="32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pt-BR">
                <a:latin typeface="+mn-lt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 rtlCol="0"/>
          <a:lstStyle>
            <a:lvl1pPr marL="0" indent="0">
              <a:buNone/>
              <a:defRPr lang="pt-BR" sz="1600"/>
            </a:lvl1pPr>
            <a:lvl2pPr marL="457200" indent="0">
              <a:buNone/>
              <a:defRPr lang="pt-BR" sz="1400"/>
            </a:lvl2pPr>
            <a:lvl3pPr marL="914400" indent="0">
              <a:buNone/>
              <a:defRPr lang="pt-BR" sz="1200"/>
            </a:lvl3pPr>
            <a:lvl4pPr marL="1371600" indent="0">
              <a:buNone/>
              <a:defRPr lang="pt-BR" sz="1000"/>
            </a:lvl4pPr>
            <a:lvl5pPr marL="1828800" indent="0">
              <a:buNone/>
              <a:defRPr lang="pt-BR" sz="1000"/>
            </a:lvl5pPr>
            <a:lvl6pPr marL="2286000" indent="0">
              <a:buNone/>
              <a:defRPr lang="pt-BR" sz="1000"/>
            </a:lvl6pPr>
            <a:lvl7pPr marL="2743200" indent="0">
              <a:buNone/>
              <a:defRPr lang="pt-BR" sz="1000"/>
            </a:lvl7pPr>
            <a:lvl8pPr marL="3200400" indent="0">
              <a:buNone/>
              <a:defRPr lang="pt-BR" sz="1000"/>
            </a:lvl8pPr>
            <a:lvl9pPr marL="3657600" indent="0">
              <a:buNone/>
              <a:defRPr lang="pt-BR" sz="1000"/>
            </a:lvl9pPr>
          </a:lstStyle>
          <a:p>
            <a:pPr lvl="0" rtl="0"/>
            <a:r>
              <a:rPr lang="pt-BR"/>
              <a:t>Clique para adicionar o texto</a:t>
            </a:r>
          </a:p>
        </p:txBody>
      </p:sp>
      <p:sp>
        <p:nvSpPr>
          <p:cNvPr id="3" name="Espaço Reservado para Imagem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lang="pt-BR" sz="2800"/>
            </a:lvl1pPr>
            <a:lvl2pPr marL="457200" indent="0">
              <a:buNone/>
              <a:defRPr lang="pt-BR" sz="2800"/>
            </a:lvl2pPr>
            <a:lvl3pPr marL="914400" indent="0">
              <a:buNone/>
              <a:defRPr lang="pt-BR" sz="2400"/>
            </a:lvl3pPr>
            <a:lvl4pPr marL="1371600" indent="0">
              <a:buNone/>
              <a:defRPr lang="pt-BR" sz="2000"/>
            </a:lvl4pPr>
            <a:lvl5pPr marL="1828800" indent="0">
              <a:buNone/>
              <a:defRPr lang="pt-BR" sz="2000"/>
            </a:lvl5pPr>
            <a:lvl6pPr marL="2286000" indent="0">
              <a:buNone/>
              <a:defRPr lang="pt-BR" sz="2000"/>
            </a:lvl6pPr>
            <a:lvl7pPr marL="2743200" indent="0">
              <a:buNone/>
              <a:defRPr lang="pt-BR" sz="2000"/>
            </a:lvl7pPr>
            <a:lvl8pPr marL="3200400" indent="0">
              <a:buNone/>
              <a:defRPr lang="pt-BR" sz="2000"/>
            </a:lvl8pPr>
            <a:lvl9pPr marL="3657600" indent="0">
              <a:buNone/>
              <a:defRPr lang="pt-BR" sz="2000"/>
            </a:lvl9pPr>
          </a:lstStyle>
          <a:p>
            <a:pPr rtl="0"/>
            <a:r>
              <a:rPr lang="pt-BR"/>
              <a:t>Clique para adicionar uma imagem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lang="pt-BR"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rtl="0"/>
            <a:fld id="{48F63A3B-78C7-47BE-AE5E-E10140E04643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defPPr>
              <a:defRPr lang="pt-BR"/>
            </a:defPPr>
          </a:lstStyle>
          <a:p>
            <a:pPr rtl="0"/>
            <a:r>
              <a:rPr lang="pt-BR"/>
              <a:t>Clique para editar o estilo de título Mestre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t-BR"/>
            </a:def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lang="pt-BR"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pt-BR"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pt-BR"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pt-BR"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pt-BR"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pt-BR"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22931" y="810227"/>
            <a:ext cx="5746140" cy="3831221"/>
          </a:xfrm>
        </p:spPr>
        <p:txBody>
          <a:bodyPr rtlCol="0" anchor="ctr"/>
          <a:lstStyle>
            <a:defPPr>
              <a:defRPr lang="pt-BR"/>
            </a:defPPr>
          </a:lstStyle>
          <a:p>
            <a:pPr fontAlgn="base"/>
            <a:r>
              <a:rPr lang="pt-BR" dirty="0"/>
              <a:t>Desenvolvimento de uma Plataforma de E-commerce para uma Loja Online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F3C4ACB-2C07-4D47-8A4B-F93D9D3FF664}"/>
              </a:ext>
            </a:extLst>
          </p:cNvPr>
          <p:cNvSpPr txBox="1"/>
          <p:nvPr/>
        </p:nvSpPr>
        <p:spPr>
          <a:xfrm>
            <a:off x="1628079" y="5380672"/>
            <a:ext cx="547323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MEMBROS:ENZO CORREIA DE OLIVEIRA DINIZ</a:t>
            </a:r>
            <a:br>
              <a:rPr lang="pt-BR" dirty="0">
                <a:solidFill>
                  <a:schemeClr val="bg1"/>
                </a:solidFill>
              </a:rPr>
            </a:br>
            <a:r>
              <a:rPr lang="pt-BR" dirty="0">
                <a:solidFill>
                  <a:schemeClr val="bg1"/>
                </a:solidFill>
              </a:rPr>
              <a:t>                     ENZO DE HOLANDA SOUTO</a:t>
            </a:r>
            <a:br>
              <a:rPr lang="pt-BR" dirty="0">
                <a:solidFill>
                  <a:schemeClr val="bg1"/>
                </a:solidFill>
              </a:rPr>
            </a:br>
            <a:r>
              <a:rPr lang="pt-BR" dirty="0">
                <a:solidFill>
                  <a:schemeClr val="bg1"/>
                </a:solidFill>
              </a:rPr>
              <a:t>                     FELIPE CARDOZO COELHO DA SILVA</a:t>
            </a:r>
            <a:br>
              <a:rPr lang="pt-BR" dirty="0">
                <a:solidFill>
                  <a:schemeClr val="bg1"/>
                </a:solidFill>
              </a:rPr>
            </a:br>
            <a:r>
              <a:rPr lang="pt-BR" dirty="0">
                <a:solidFill>
                  <a:schemeClr val="bg1"/>
                </a:solidFill>
              </a:rPr>
              <a:t>                     FELIPE SANTOS SOUZA</a:t>
            </a:r>
            <a:br>
              <a:rPr lang="pt-BR" dirty="0">
                <a:solidFill>
                  <a:schemeClr val="bg1"/>
                </a:solidFill>
              </a:rPr>
            </a:br>
            <a:r>
              <a:rPr lang="pt-BR" dirty="0">
                <a:solidFill>
                  <a:schemeClr val="bg1"/>
                </a:solidFill>
              </a:rPr>
              <a:t>                     GABRIEL BASILIO NASCIMENTO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 rtlCol="0"/>
          <a:lstStyle>
            <a:defPPr>
              <a:defRPr lang="pt-BR"/>
            </a:defPPr>
          </a:lstStyle>
          <a:p>
            <a:pPr algn="ctr" rtl="0"/>
            <a:r>
              <a:rPr lang="pt-BR" dirty="0"/>
              <a:t> 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 rtlCol="0">
            <a:normAutofit fontScale="92500"/>
          </a:bodyPr>
          <a:lstStyle>
            <a:defPPr>
              <a:defRPr lang="pt-BR"/>
            </a:defPPr>
          </a:lstStyle>
          <a:p>
            <a:r>
              <a:rPr lang="pt-BR" dirty="0"/>
              <a:t>Nesta apresentação, discutiremos o desenvolvimento de uma plataforma de e-commerce para atender às necessidades de uma loja online. Vamos explorar os requisitos, funcionalidades e regras de negócio essenciais para proporcionar uma experiência de compra online excepcional aos nossos clientes.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48F63A3B-78C7-47BE-AE5E-E10140E04643}" type="slidenum">
              <a:rPr lang="pt-BR" smtClean="0"/>
              <a:pPr/>
              <a:t>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8DD463-A44A-4C0E-B0EF-2B526F553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0" dirty="0"/>
              <a:t>Plataforma de E-commerce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BB695CB-8838-411F-B8C6-334AA26526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pt-BR" dirty="0"/>
              <a:t>Uma loja online deseja desenvolver uma plataforma de e-commerce que permita a venda de produtos variados. A plataforma deve possibilitar o cadastro e gerenciamento de produtos, incluir funcionalidades de carrinho de compras e processamento de pedidos, além de integrar com sistemas de pagamento e oferecer um sistema de avaliações e comentários dos produtos. A plataforma deve suportar uma alta carga de acessos simultâneos, ser compatível com dispositivos móveis e garantir a segurança nas transações financeiras. Os clientes devem poder adicionar até 50 itens ao carrinho, com um limite de valor de compra de R$ 10.000 por pedido. Os produtos com avaliações abaixo de 3 estrelas devem ser revisados pela equipe de qualidade. A plataforma deve enviar confirmações de pedidos por e-mail e permitir o rastreamento de entregas.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B3362CB-34A0-46B9-9E74-9D24409CB1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48F63A3B-78C7-47BE-AE5E-E10140E04643}" type="slidenum">
              <a:rPr lang="pt-BR" smtClean="0"/>
              <a:pPr rtl="0"/>
              <a:t>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74014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5911" y="158374"/>
            <a:ext cx="7961971" cy="1480855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 dirty="0"/>
              <a:t>Entendendo a Dor do Cliente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7B5E03D-7BD1-416F-9BA6-9FBCBAE2FF69}"/>
              </a:ext>
            </a:extLst>
          </p:cNvPr>
          <p:cNvSpPr txBox="1"/>
          <p:nvPr/>
        </p:nvSpPr>
        <p:spPr>
          <a:xfrm>
            <a:off x="1025911" y="2408663"/>
            <a:ext cx="59993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1-Experiência do Cliente em Compras Online</a:t>
            </a:r>
            <a:br>
              <a:rPr lang="pt-BR" dirty="0"/>
            </a:br>
            <a:br>
              <a:rPr lang="pt-BR" dirty="0"/>
            </a:br>
            <a:r>
              <a:rPr lang="pt-BR" dirty="0"/>
              <a:t>2-Necessidades do Cliente ao Comprar Online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69D526E-131C-4CDE-A63A-C553257A1DB5}"/>
              </a:ext>
            </a:extLst>
          </p:cNvPr>
          <p:cNvSpPr txBox="1"/>
          <p:nvPr/>
        </p:nvSpPr>
        <p:spPr>
          <a:xfrm>
            <a:off x="1237785" y="3858322"/>
            <a:ext cx="67910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Para oferecer uma solução eficaz, é crucial entender a experiência do cliente. Ao fazer compras online, os clientes esperam conveniência, segurança e uma ampla variedade de produtos. Vamos explorar como nossa plataforma pode atender a essas necessidades e resolver as dores do cliente.</a:t>
            </a:r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619" y="970156"/>
            <a:ext cx="5259554" cy="1411268"/>
          </a:xfrm>
        </p:spPr>
        <p:txBody>
          <a:bodyPr rtlCol="0"/>
          <a:lstStyle>
            <a:defPPr>
              <a:defRPr lang="pt-BR"/>
            </a:defPPr>
          </a:lstStyle>
          <a:p>
            <a:pPr algn="ctr"/>
            <a:r>
              <a:rPr lang="pt-BR" dirty="0"/>
              <a:t>Requisitos Funcionais da</a:t>
            </a:r>
            <a:br>
              <a:rPr lang="pt-BR" dirty="0"/>
            </a:br>
            <a:r>
              <a:rPr lang="pt-BR" dirty="0"/>
              <a:t>loja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6154186F-A50C-4FE4-9F82-A8704EA33A5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1391" y="2838461"/>
            <a:ext cx="8518794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Cadastro e Gerenciamento de Produtos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Funcionalidades de Carrinho de Compras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Processamento de Pedidos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Integração com Sistemas de Pagamento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Sistema de Avaliações e Comentários dos Produtos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Envio de Confirmações de Pedidos por E-mail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Rastreamento de Entregas </a:t>
            </a:r>
          </a:p>
        </p:txBody>
      </p:sp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8330" y="457199"/>
            <a:ext cx="7965461" cy="120394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Requisitos não funcionais da loja</a:t>
            </a:r>
          </a:p>
        </p:txBody>
      </p:sp>
      <p:sp>
        <p:nvSpPr>
          <p:cNvPr id="23" name="Espaço Reservado para o Número do Slide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48F63A3B-78C7-47BE-AE5E-E10140E04643}" type="slidenum">
              <a:rPr lang="pt-BR" smtClean="0"/>
              <a:pPr rtl="0"/>
              <a:t>6</a:t>
            </a:fld>
            <a:endParaRPr lang="pt-B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39923AE-C09E-4FE0-8F58-3B0D74BAD4C9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2609386" y="1897658"/>
            <a:ext cx="8703140" cy="4308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Alta Carga de Acessos Simultâneos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Compatibilidade com Dispositivos Móveis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Segurança nas Transações Financeiras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 de Itens no Carrinho: 50 Itens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 de Valor de Compra por Pedido: R$ 10.000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Revisão de Produtos com Avaliações Abaixo de 3 Estrelas pela Equipe de Qualidade </a:t>
            </a:r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7765" y="479502"/>
            <a:ext cx="5380082" cy="1213432"/>
          </a:xfrm>
        </p:spPr>
        <p:txBody>
          <a:bodyPr rtlCol="0"/>
          <a:lstStyle>
            <a:defPPr>
              <a:defRPr lang="pt-BR"/>
            </a:defPPr>
          </a:lstStyle>
          <a:p>
            <a:pPr algn="ctr" rtl="0"/>
            <a:r>
              <a:rPr lang="pt-BR" dirty="0"/>
              <a:t>Regras de negócio da loja</a:t>
            </a:r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48F63A3B-78C7-47BE-AE5E-E10140E04643}" type="slidenum">
              <a:rPr lang="pt-BR" smtClean="0"/>
              <a:pPr rtl="0"/>
              <a:t>7</a:t>
            </a:fld>
            <a:endParaRPr lang="pt-BR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6DF7D1A-619D-4078-85EA-7F8CC17ECB66}"/>
              </a:ext>
            </a:extLst>
          </p:cNvPr>
          <p:cNvSpPr>
            <a:spLocks noGrp="1" noChangeArrowheads="1"/>
          </p:cNvSpPr>
          <p:nvPr>
            <p:ph idx="11"/>
          </p:nvPr>
        </p:nvSpPr>
        <p:spPr bwMode="auto">
          <a:xfrm>
            <a:off x="3704673" y="2529482"/>
            <a:ext cx="6141853" cy="2092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Produtos com Avaliações Abaixo de 3 Estrelas Devem ser Revisados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 de Itens no Carrinho e Valor de Compra por Pedido </a:t>
            </a:r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537" y="834635"/>
            <a:ext cx="6367346" cy="1222385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 dirty="0"/>
              <a:t>análise Crítica das Aplicações Práticas</a:t>
            </a:r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48F63A3B-78C7-47BE-AE5E-E10140E04643}" type="slidenum">
              <a:rPr lang="pt-BR" smtClean="0"/>
              <a:pPr rtl="0"/>
              <a:t>8</a:t>
            </a:fld>
            <a:endParaRPr lang="pt-BR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C25F9D2-C1BC-4174-9CB3-FEF6734C83C1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211875" y="2608949"/>
            <a:ext cx="7069872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2800" dirty="0"/>
              <a:t>Ao desenvolver a plataforma, é crucial analisar criticamente a aplicabilidade prática dos requisitos e regras de negócio. Devemos garantir que nossa solução não apenas atenda, mas exceda as expectativas dos clientes, proporcionando uma experiência de compra online excepcional.</a:t>
            </a:r>
            <a:endParaRPr kumimoji="0" lang="pt-BR" altLang="pt-B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5504" y="3064147"/>
            <a:ext cx="7155402" cy="1091627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             </a:t>
            </a:r>
            <a:r>
              <a:rPr lang="pt-BR" sz="8000" dirty="0"/>
              <a:t>Obrigado!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48F63A3B-78C7-47BE-AE5E-E10140E04643}" type="slidenum">
              <a:rPr lang="pt-BR" smtClean="0"/>
              <a:pPr rtl="0"/>
              <a:t>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Personalizado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893082_TF78438558_Win32" id="{A0A66991-B50D-4EFF-8B65-B5A110988411}" vid="{FC4C1A53-E1A3-4FF8-9D09-7590C6BEDD1B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c71b2e08-5f48-4826-b3b9-729c518ea3d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D534C94BE7ACC4B82DB0C57D8B917FB" ma:contentTypeVersion="5" ma:contentTypeDescription="Crie um novo documento." ma:contentTypeScope="" ma:versionID="62a2c0150b63379dfc6dc29281e4e6f5">
  <xsd:schema xmlns:xsd="http://www.w3.org/2001/XMLSchema" xmlns:xs="http://www.w3.org/2001/XMLSchema" xmlns:p="http://schemas.microsoft.com/office/2006/metadata/properties" xmlns:ns2="c71b2e08-5f48-4826-b3b9-729c518ea3db" targetNamespace="http://schemas.microsoft.com/office/2006/metadata/properties" ma:root="true" ma:fieldsID="e31b8c47eae556db8a51ed9dd6ca2eeb" ns2:_="">
    <xsd:import namespace="c71b2e08-5f48-4826-b3b9-729c518ea3db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1b2e08-5f48-4826-b3b9-729c518ea3db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EDD0967-DBE0-445C-AB8D-CFEAA8531040}"/>
</file>

<file path=customXml/itemProps3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{5FC65225-E142-431E-8D95-EEA5E35801DE}tf78438558_win32</Template>
  <TotalTime>0</TotalTime>
  <Words>467</Words>
  <Application>Microsoft Office PowerPoint</Application>
  <PresentationFormat>Widescreen</PresentationFormat>
  <Paragraphs>39</Paragraphs>
  <Slides>9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Arial</vt:lpstr>
      <vt:lpstr>Arial Black</vt:lpstr>
      <vt:lpstr>Calibri</vt:lpstr>
      <vt:lpstr>Sabon Next LT</vt:lpstr>
      <vt:lpstr>Personalizado</vt:lpstr>
      <vt:lpstr>Desenvolvimento de uma Plataforma de E-commerce para uma Loja Online</vt:lpstr>
      <vt:lpstr> introdução</vt:lpstr>
      <vt:lpstr>Plataforma de E-commerce</vt:lpstr>
      <vt:lpstr>Entendendo a Dor do Cliente</vt:lpstr>
      <vt:lpstr>Requisitos Funcionais da loja</vt:lpstr>
      <vt:lpstr>Requisitos não funcionais da loja</vt:lpstr>
      <vt:lpstr>Regras de negócio da loja</vt:lpstr>
      <vt:lpstr>análise Crítica das Aplicações Práticas</vt:lpstr>
      <vt:lpstr>             Obrigado!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2024-06-01T15:43:58Z</dcterms:created>
  <dcterms:modified xsi:type="dcterms:W3CDTF">2024-06-02T15:34:42Z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0x0101003D534C94BE7ACC4B82DB0C57D8B917FB</vt:lpwstr>
  </property>
</Properties>
</file>