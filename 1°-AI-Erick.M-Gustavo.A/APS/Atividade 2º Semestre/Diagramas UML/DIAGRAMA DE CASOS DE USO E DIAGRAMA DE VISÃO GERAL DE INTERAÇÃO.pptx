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18288000" cy="10287000"/>
  <p:notesSz cx="6858000" cy="9144000"/>
  <p:embeddedFontLst>
    <p:embeddedFont>
      <p:font typeface="Garet" panose="020B0604020202020204" charset="0"/>
      <p:regular r:id="rId33"/>
    </p:embeddedFont>
    <p:embeddedFont>
      <p:font typeface="Garet Bold" panose="020B0604020202020204" charset="0"/>
      <p:regular r:id="rId34"/>
    </p:embeddedFont>
    <p:embeddedFont>
      <p:font typeface="Horizon" panose="020B0604020202020204" charset="0"/>
      <p:regular r:id="rId35"/>
    </p:embeddedFont>
    <p:embeddedFont>
      <p:font typeface="Mina" panose="020B0604020202020204" charset="0"/>
      <p:regular r:id="rId36"/>
    </p:embeddedFont>
    <p:embeddedFont>
      <p:font typeface="Mina Bold" panose="020B0604020202020204" charset="0"/>
      <p:regular r:id="rId37"/>
    </p:embeddedFont>
    <p:embeddedFont>
      <p:font typeface="Open Sans" panose="020B0606030504020204" pitchFamily="34" charset="0"/>
      <p:regular r:id="rId38"/>
      <p:bold r:id="rId39"/>
      <p:italic r:id="rId40"/>
      <p:boldItalic r:id="rId41"/>
    </p:embeddedFont>
    <p:embeddedFont>
      <p:font typeface="Open Sans Bold" panose="020B0806030504020204" pitchFamily="34" charset="0"/>
      <p:regular r:id="rId42"/>
      <p:bold r:id="rId43"/>
    </p:embeddedFont>
    <p:embeddedFont>
      <p:font typeface="Oswald Bold" panose="00000800000000000000" pitchFamily="2" charset="0"/>
      <p:regular r:id="rId44"/>
      <p:bold r:id="rId45"/>
    </p:embeddedFont>
    <p:embeddedFont>
      <p:font typeface="Pattanakarn Bold" panose="020B0604020202020204" charset="-34"/>
      <p:regular r:id="rId46"/>
    </p:embeddedFont>
    <p:embeddedFont>
      <p:font typeface="Poppins" panose="00000500000000000000" pitchFamily="2" charset="0"/>
      <p:regular r:id="rId47"/>
      <p:bold r:id="rId48"/>
      <p:italic r:id="rId49"/>
      <p:boldItalic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7257D2-806D-4EF9-8284-62D3E6F7ABE4}" v="225" dt="2024-08-13T23:34:59.722"/>
    <p1510:client id="{54226C2D-7836-4F34-8D24-F8015B0BD12E}" v="28" dt="2024-08-14T00:09:57.2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7.fntdata"/><Relationship Id="rId21" Type="http://schemas.openxmlformats.org/officeDocument/2006/relationships/slide" Target="slides/slide18.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12.fntdata"/><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microsoft.com/office/2015/10/relationships/revisionInfo" Target="revisionInfo.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7.xml"/><Relationship Id="rId41" Type="http://schemas.openxmlformats.org/officeDocument/2006/relationships/font" Target="fonts/font9.fntdata"/><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4.fntdata"/><Relationship Id="rId49" Type="http://schemas.openxmlformats.org/officeDocument/2006/relationships/font" Target="fonts/font17.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NA ESTRELA PALMA" userId="S::marina.palma@etec.sp.gov.br::fd567ac1-f903-486b-8951-655c156220df" providerId="AD" clId="Web-{0F7257D2-806D-4EF9-8284-62D3E6F7ABE4}"/>
    <pc:docChg chg="modSld">
      <pc:chgData name="MARINA ESTRELA PALMA" userId="S::marina.palma@etec.sp.gov.br::fd567ac1-f903-486b-8951-655c156220df" providerId="AD" clId="Web-{0F7257D2-806D-4EF9-8284-62D3E6F7ABE4}" dt="2024-08-13T23:34:59.722" v="223" actId="14100"/>
      <pc:docMkLst>
        <pc:docMk/>
      </pc:docMkLst>
      <pc:sldChg chg="modSp modTransition">
        <pc:chgData name="MARINA ESTRELA PALMA" userId="S::marina.palma@etec.sp.gov.br::fd567ac1-f903-486b-8951-655c156220df" providerId="AD" clId="Web-{0F7257D2-806D-4EF9-8284-62D3E6F7ABE4}" dt="2024-08-13T23:16:40.015" v="97" actId="14100"/>
        <pc:sldMkLst>
          <pc:docMk/>
          <pc:sldMk cId="0" sldId="256"/>
        </pc:sldMkLst>
        <pc:spChg chg="mod">
          <ac:chgData name="MARINA ESTRELA PALMA" userId="S::marina.palma@etec.sp.gov.br::fd567ac1-f903-486b-8951-655c156220df" providerId="AD" clId="Web-{0F7257D2-806D-4EF9-8284-62D3E6F7ABE4}" dt="2024-08-13T23:16:24.202" v="95" actId="14100"/>
          <ac:spMkLst>
            <pc:docMk/>
            <pc:sldMk cId="0" sldId="256"/>
            <ac:spMk id="3" creationId="{00000000-0000-0000-0000-000000000000}"/>
          </ac:spMkLst>
        </pc:spChg>
        <pc:spChg chg="mod">
          <ac:chgData name="MARINA ESTRELA PALMA" userId="S::marina.palma@etec.sp.gov.br::fd567ac1-f903-486b-8951-655c156220df" providerId="AD" clId="Web-{0F7257D2-806D-4EF9-8284-62D3E6F7ABE4}" dt="2024-08-13T23:16:40.015" v="97" actId="14100"/>
          <ac:spMkLst>
            <pc:docMk/>
            <pc:sldMk cId="0" sldId="256"/>
            <ac:spMk id="14" creationId="{00000000-0000-0000-0000-000000000000}"/>
          </ac:spMkLst>
        </pc:spChg>
        <pc:grpChg chg="mod">
          <ac:chgData name="MARINA ESTRELA PALMA" userId="S::marina.palma@etec.sp.gov.br::fd567ac1-f903-486b-8951-655c156220df" providerId="AD" clId="Web-{0F7257D2-806D-4EF9-8284-62D3E6F7ABE4}" dt="2024-08-13T23:14:47.115" v="81" actId="1076"/>
          <ac:grpSpMkLst>
            <pc:docMk/>
            <pc:sldMk cId="0" sldId="256"/>
            <ac:grpSpMk id="2" creationId="{00000000-0000-0000-0000-000000000000}"/>
          </ac:grpSpMkLst>
        </pc:grpChg>
      </pc:sldChg>
      <pc:sldChg chg="modSp modTransition">
        <pc:chgData name="MARINA ESTRELA PALMA" userId="S::marina.palma@etec.sp.gov.br::fd567ac1-f903-486b-8951-655c156220df" providerId="AD" clId="Web-{0F7257D2-806D-4EF9-8284-62D3E6F7ABE4}" dt="2024-08-13T23:19:02.878" v="111" actId="14100"/>
        <pc:sldMkLst>
          <pc:docMk/>
          <pc:sldMk cId="0" sldId="257"/>
        </pc:sldMkLst>
        <pc:spChg chg="mod">
          <ac:chgData name="MARINA ESTRELA PALMA" userId="S::marina.palma@etec.sp.gov.br::fd567ac1-f903-486b-8951-655c156220df" providerId="AD" clId="Web-{0F7257D2-806D-4EF9-8284-62D3E6F7ABE4}" dt="2024-08-13T23:17:06.828" v="102" actId="14100"/>
          <ac:spMkLst>
            <pc:docMk/>
            <pc:sldMk cId="0" sldId="257"/>
            <ac:spMk id="3" creationId="{00000000-0000-0000-0000-000000000000}"/>
          </ac:spMkLst>
        </pc:spChg>
        <pc:spChg chg="mod">
          <ac:chgData name="MARINA ESTRELA PALMA" userId="S::marina.palma@etec.sp.gov.br::fd567ac1-f903-486b-8951-655c156220df" providerId="AD" clId="Web-{0F7257D2-806D-4EF9-8284-62D3E6F7ABE4}" dt="2024-08-13T23:19:02.878" v="111" actId="14100"/>
          <ac:spMkLst>
            <pc:docMk/>
            <pc:sldMk cId="0" sldId="257"/>
            <ac:spMk id="12" creationId="{00000000-0000-0000-0000-000000000000}"/>
          </ac:spMkLst>
        </pc:spChg>
        <pc:spChg chg="mod">
          <ac:chgData name="MARINA ESTRELA PALMA" userId="S::marina.palma@etec.sp.gov.br::fd567ac1-f903-486b-8951-655c156220df" providerId="AD" clId="Web-{0F7257D2-806D-4EF9-8284-62D3E6F7ABE4}" dt="2024-08-13T23:17:47.782" v="107" actId="14100"/>
          <ac:spMkLst>
            <pc:docMk/>
            <pc:sldMk cId="0" sldId="257"/>
            <ac:spMk id="15" creationId="{00000000-0000-0000-0000-000000000000}"/>
          </ac:spMkLst>
        </pc:spChg>
      </pc:sldChg>
      <pc:sldChg chg="modSp modTransition">
        <pc:chgData name="MARINA ESTRELA PALMA" userId="S::marina.palma@etec.sp.gov.br::fd567ac1-f903-486b-8951-655c156220df" providerId="AD" clId="Web-{0F7257D2-806D-4EF9-8284-62D3E6F7ABE4}" dt="2024-08-13T23:20:56.897" v="113" actId="14100"/>
        <pc:sldMkLst>
          <pc:docMk/>
          <pc:sldMk cId="0" sldId="258"/>
        </pc:sldMkLst>
        <pc:spChg chg="mod">
          <ac:chgData name="MARINA ESTRELA PALMA" userId="S::marina.palma@etec.sp.gov.br::fd567ac1-f903-486b-8951-655c156220df" providerId="AD" clId="Web-{0F7257D2-806D-4EF9-8284-62D3E6F7ABE4}" dt="2024-08-13T23:20:56.897" v="113" actId="14100"/>
          <ac:spMkLst>
            <pc:docMk/>
            <pc:sldMk cId="0" sldId="258"/>
            <ac:spMk id="2" creationId="{00000000-0000-0000-0000-000000000000}"/>
          </ac:spMkLst>
        </pc:spChg>
        <pc:spChg chg="mod">
          <ac:chgData name="MARINA ESTRELA PALMA" userId="S::marina.palma@etec.sp.gov.br::fd567ac1-f903-486b-8951-655c156220df" providerId="AD" clId="Web-{0F7257D2-806D-4EF9-8284-62D3E6F7ABE4}" dt="2024-08-13T23:20:52.850" v="112" actId="14100"/>
          <ac:spMkLst>
            <pc:docMk/>
            <pc:sldMk cId="0" sldId="258"/>
            <ac:spMk id="3" creationId="{00000000-0000-0000-0000-000000000000}"/>
          </ac:spMkLst>
        </pc:spChg>
      </pc:sldChg>
      <pc:sldChg chg="modSp modTransition">
        <pc:chgData name="MARINA ESTRELA PALMA" userId="S::marina.palma@etec.sp.gov.br::fd567ac1-f903-486b-8951-655c156220df" providerId="AD" clId="Web-{0F7257D2-806D-4EF9-8284-62D3E6F7ABE4}" dt="2024-08-13T23:21:17.210" v="116" actId="14100"/>
        <pc:sldMkLst>
          <pc:docMk/>
          <pc:sldMk cId="0" sldId="259"/>
        </pc:sldMkLst>
        <pc:spChg chg="mod">
          <ac:chgData name="MARINA ESTRELA PALMA" userId="S::marina.palma@etec.sp.gov.br::fd567ac1-f903-486b-8951-655c156220df" providerId="AD" clId="Web-{0F7257D2-806D-4EF9-8284-62D3E6F7ABE4}" dt="2024-08-13T23:21:17.210" v="116" actId="14100"/>
          <ac:spMkLst>
            <pc:docMk/>
            <pc:sldMk cId="0" sldId="259"/>
            <ac:spMk id="2" creationId="{00000000-0000-0000-0000-000000000000}"/>
          </ac:spMkLst>
        </pc:spChg>
      </pc:sldChg>
      <pc:sldChg chg="modSp modTransition">
        <pc:chgData name="MARINA ESTRELA PALMA" userId="S::marina.palma@etec.sp.gov.br::fd567ac1-f903-486b-8951-655c156220df" providerId="AD" clId="Web-{0F7257D2-806D-4EF9-8284-62D3E6F7ABE4}" dt="2024-08-13T23:21:37.586" v="120" actId="14100"/>
        <pc:sldMkLst>
          <pc:docMk/>
          <pc:sldMk cId="0" sldId="260"/>
        </pc:sldMkLst>
        <pc:spChg chg="mod">
          <ac:chgData name="MARINA ESTRELA PALMA" userId="S::marina.palma@etec.sp.gov.br::fd567ac1-f903-486b-8951-655c156220df" providerId="AD" clId="Web-{0F7257D2-806D-4EF9-8284-62D3E6F7ABE4}" dt="2024-08-13T23:21:37.586" v="120" actId="14100"/>
          <ac:spMkLst>
            <pc:docMk/>
            <pc:sldMk cId="0" sldId="260"/>
            <ac:spMk id="2" creationId="{00000000-0000-0000-0000-000000000000}"/>
          </ac:spMkLst>
        </pc:spChg>
      </pc:sldChg>
      <pc:sldChg chg="modSp modTransition">
        <pc:chgData name="MARINA ESTRELA PALMA" userId="S::marina.palma@etec.sp.gov.br::fd567ac1-f903-486b-8951-655c156220df" providerId="AD" clId="Web-{0F7257D2-806D-4EF9-8284-62D3E6F7ABE4}" dt="2024-08-13T23:21:49.867" v="124" actId="14100"/>
        <pc:sldMkLst>
          <pc:docMk/>
          <pc:sldMk cId="0" sldId="261"/>
        </pc:sldMkLst>
        <pc:spChg chg="mod">
          <ac:chgData name="MARINA ESTRELA PALMA" userId="S::marina.palma@etec.sp.gov.br::fd567ac1-f903-486b-8951-655c156220df" providerId="AD" clId="Web-{0F7257D2-806D-4EF9-8284-62D3E6F7ABE4}" dt="2024-08-13T23:21:49.867" v="124" actId="14100"/>
          <ac:spMkLst>
            <pc:docMk/>
            <pc:sldMk cId="0" sldId="261"/>
            <ac:spMk id="2" creationId="{00000000-0000-0000-0000-000000000000}"/>
          </ac:spMkLst>
        </pc:spChg>
      </pc:sldChg>
      <pc:sldChg chg="modSp modTransition">
        <pc:chgData name="MARINA ESTRELA PALMA" userId="S::marina.palma@etec.sp.gov.br::fd567ac1-f903-486b-8951-655c156220df" providerId="AD" clId="Web-{0F7257D2-806D-4EF9-8284-62D3E6F7ABE4}" dt="2024-08-13T23:22:03.039" v="126" actId="14100"/>
        <pc:sldMkLst>
          <pc:docMk/>
          <pc:sldMk cId="0" sldId="262"/>
        </pc:sldMkLst>
        <pc:spChg chg="mod">
          <ac:chgData name="MARINA ESTRELA PALMA" userId="S::marina.palma@etec.sp.gov.br::fd567ac1-f903-486b-8951-655c156220df" providerId="AD" clId="Web-{0F7257D2-806D-4EF9-8284-62D3E6F7ABE4}" dt="2024-08-13T23:22:03.039" v="126" actId="14100"/>
          <ac:spMkLst>
            <pc:docMk/>
            <pc:sldMk cId="0" sldId="262"/>
            <ac:spMk id="3" creationId="{00000000-0000-0000-0000-000000000000}"/>
          </ac:spMkLst>
        </pc:spChg>
      </pc:sldChg>
      <pc:sldChg chg="modSp modTransition">
        <pc:chgData name="MARINA ESTRELA PALMA" userId="S::marina.palma@etec.sp.gov.br::fd567ac1-f903-486b-8951-655c156220df" providerId="AD" clId="Web-{0F7257D2-806D-4EF9-8284-62D3E6F7ABE4}" dt="2024-08-13T23:22:18.696" v="128" actId="14100"/>
        <pc:sldMkLst>
          <pc:docMk/>
          <pc:sldMk cId="0" sldId="263"/>
        </pc:sldMkLst>
        <pc:spChg chg="mod">
          <ac:chgData name="MARINA ESTRELA PALMA" userId="S::marina.palma@etec.sp.gov.br::fd567ac1-f903-486b-8951-655c156220df" providerId="AD" clId="Web-{0F7257D2-806D-4EF9-8284-62D3E6F7ABE4}" dt="2024-08-13T23:22:18.696" v="128" actId="14100"/>
          <ac:spMkLst>
            <pc:docMk/>
            <pc:sldMk cId="0" sldId="263"/>
            <ac:spMk id="2" creationId="{00000000-0000-0000-0000-000000000000}"/>
          </ac:spMkLst>
        </pc:spChg>
      </pc:sldChg>
      <pc:sldChg chg="modSp modTransition">
        <pc:chgData name="MARINA ESTRELA PALMA" userId="S::marina.palma@etec.sp.gov.br::fd567ac1-f903-486b-8951-655c156220df" providerId="AD" clId="Web-{0F7257D2-806D-4EF9-8284-62D3E6F7ABE4}" dt="2024-08-13T23:22:31.821" v="130" actId="14100"/>
        <pc:sldMkLst>
          <pc:docMk/>
          <pc:sldMk cId="0" sldId="264"/>
        </pc:sldMkLst>
        <pc:spChg chg="mod">
          <ac:chgData name="MARINA ESTRELA PALMA" userId="S::marina.palma@etec.sp.gov.br::fd567ac1-f903-486b-8951-655c156220df" providerId="AD" clId="Web-{0F7257D2-806D-4EF9-8284-62D3E6F7ABE4}" dt="2024-08-13T23:22:31.821" v="130" actId="14100"/>
          <ac:spMkLst>
            <pc:docMk/>
            <pc:sldMk cId="0" sldId="264"/>
            <ac:spMk id="2" creationId="{00000000-0000-0000-0000-000000000000}"/>
          </ac:spMkLst>
        </pc:spChg>
      </pc:sldChg>
      <pc:sldChg chg="modSp modTransition">
        <pc:chgData name="MARINA ESTRELA PALMA" userId="S::marina.palma@etec.sp.gov.br::fd567ac1-f903-486b-8951-655c156220df" providerId="AD" clId="Web-{0F7257D2-806D-4EF9-8284-62D3E6F7ABE4}" dt="2024-08-13T23:22:52.181" v="134" actId="14100"/>
        <pc:sldMkLst>
          <pc:docMk/>
          <pc:sldMk cId="0" sldId="265"/>
        </pc:sldMkLst>
        <pc:spChg chg="mod">
          <ac:chgData name="MARINA ESTRELA PALMA" userId="S::marina.palma@etec.sp.gov.br::fd567ac1-f903-486b-8951-655c156220df" providerId="AD" clId="Web-{0F7257D2-806D-4EF9-8284-62D3E6F7ABE4}" dt="2024-08-13T23:22:42.103" v="132" actId="14100"/>
          <ac:spMkLst>
            <pc:docMk/>
            <pc:sldMk cId="0" sldId="265"/>
            <ac:spMk id="2" creationId="{00000000-0000-0000-0000-000000000000}"/>
          </ac:spMkLst>
        </pc:spChg>
        <pc:spChg chg="mod">
          <ac:chgData name="MARINA ESTRELA PALMA" userId="S::marina.palma@etec.sp.gov.br::fd567ac1-f903-486b-8951-655c156220df" providerId="AD" clId="Web-{0F7257D2-806D-4EF9-8284-62D3E6F7ABE4}" dt="2024-08-13T23:22:52.181" v="134" actId="14100"/>
          <ac:spMkLst>
            <pc:docMk/>
            <pc:sldMk cId="0" sldId="265"/>
            <ac:spMk id="3" creationId="{00000000-0000-0000-0000-000000000000}"/>
          </ac:spMkLst>
        </pc:spChg>
      </pc:sldChg>
      <pc:sldChg chg="modSp modTransition">
        <pc:chgData name="MARINA ESTRELA PALMA" userId="S::marina.palma@etec.sp.gov.br::fd567ac1-f903-486b-8951-655c156220df" providerId="AD" clId="Web-{0F7257D2-806D-4EF9-8284-62D3E6F7ABE4}" dt="2024-08-13T23:23:01.713" v="136" actId="14100"/>
        <pc:sldMkLst>
          <pc:docMk/>
          <pc:sldMk cId="0" sldId="266"/>
        </pc:sldMkLst>
        <pc:spChg chg="mod">
          <ac:chgData name="MARINA ESTRELA PALMA" userId="S::marina.palma@etec.sp.gov.br::fd567ac1-f903-486b-8951-655c156220df" providerId="AD" clId="Web-{0F7257D2-806D-4EF9-8284-62D3E6F7ABE4}" dt="2024-08-13T23:23:01.713" v="136" actId="14100"/>
          <ac:spMkLst>
            <pc:docMk/>
            <pc:sldMk cId="0" sldId="266"/>
            <ac:spMk id="2" creationId="{00000000-0000-0000-0000-000000000000}"/>
          </ac:spMkLst>
        </pc:spChg>
      </pc:sldChg>
      <pc:sldChg chg="delSp modSp modTransition">
        <pc:chgData name="MARINA ESTRELA PALMA" userId="S::marina.palma@etec.sp.gov.br::fd567ac1-f903-486b-8951-655c156220df" providerId="AD" clId="Web-{0F7257D2-806D-4EF9-8284-62D3E6F7ABE4}" dt="2024-08-13T23:23:43.042" v="147" actId="1076"/>
        <pc:sldMkLst>
          <pc:docMk/>
          <pc:sldMk cId="0" sldId="267"/>
        </pc:sldMkLst>
        <pc:spChg chg="mod">
          <ac:chgData name="MARINA ESTRELA PALMA" userId="S::marina.palma@etec.sp.gov.br::fd567ac1-f903-486b-8951-655c156220df" providerId="AD" clId="Web-{0F7257D2-806D-4EF9-8284-62D3E6F7ABE4}" dt="2024-08-13T23:23:43.042" v="147" actId="1076"/>
          <ac:spMkLst>
            <pc:docMk/>
            <pc:sldMk cId="0" sldId="267"/>
            <ac:spMk id="5" creationId="{00000000-0000-0000-0000-000000000000}"/>
          </ac:spMkLst>
        </pc:spChg>
        <pc:spChg chg="del">
          <ac:chgData name="MARINA ESTRELA PALMA" userId="S::marina.palma@etec.sp.gov.br::fd567ac1-f903-486b-8951-655c156220df" providerId="AD" clId="Web-{0F7257D2-806D-4EF9-8284-62D3E6F7ABE4}" dt="2024-08-13T23:23:30.339" v="143"/>
          <ac:spMkLst>
            <pc:docMk/>
            <pc:sldMk cId="0" sldId="267"/>
            <ac:spMk id="13" creationId="{00000000-0000-0000-0000-000000000000}"/>
          </ac:spMkLst>
        </pc:spChg>
        <pc:spChg chg="del">
          <ac:chgData name="MARINA ESTRELA PALMA" userId="S::marina.palma@etec.sp.gov.br::fd567ac1-f903-486b-8951-655c156220df" providerId="AD" clId="Web-{0F7257D2-806D-4EF9-8284-62D3E6F7ABE4}" dt="2024-08-13T23:23:19.213" v="141"/>
          <ac:spMkLst>
            <pc:docMk/>
            <pc:sldMk cId="0" sldId="267"/>
            <ac:spMk id="14" creationId="{00000000-0000-0000-0000-000000000000}"/>
          </ac:spMkLst>
        </pc:spChg>
        <pc:spChg chg="del mod">
          <ac:chgData name="MARINA ESTRELA PALMA" userId="S::marina.palma@etec.sp.gov.br::fd567ac1-f903-486b-8951-655c156220df" providerId="AD" clId="Web-{0F7257D2-806D-4EF9-8284-62D3E6F7ABE4}" dt="2024-08-13T23:23:13.166" v="138"/>
          <ac:spMkLst>
            <pc:docMk/>
            <pc:sldMk cId="0" sldId="267"/>
            <ac:spMk id="15" creationId="{00000000-0000-0000-0000-000000000000}"/>
          </ac:spMkLst>
        </pc:spChg>
        <pc:grpChg chg="del">
          <ac:chgData name="MARINA ESTRELA PALMA" userId="S::marina.palma@etec.sp.gov.br::fd567ac1-f903-486b-8951-655c156220df" providerId="AD" clId="Web-{0F7257D2-806D-4EF9-8284-62D3E6F7ABE4}" dt="2024-08-13T23:23:19.135" v="140"/>
          <ac:grpSpMkLst>
            <pc:docMk/>
            <pc:sldMk cId="0" sldId="267"/>
            <ac:grpSpMk id="7" creationId="{00000000-0000-0000-0000-000000000000}"/>
          </ac:grpSpMkLst>
        </pc:grpChg>
        <pc:grpChg chg="del">
          <ac:chgData name="MARINA ESTRELA PALMA" userId="S::marina.palma@etec.sp.gov.br::fd567ac1-f903-486b-8951-655c156220df" providerId="AD" clId="Web-{0F7257D2-806D-4EF9-8284-62D3E6F7ABE4}" dt="2024-08-13T23:23:15.323" v="139"/>
          <ac:grpSpMkLst>
            <pc:docMk/>
            <pc:sldMk cId="0" sldId="267"/>
            <ac:grpSpMk id="10" creationId="{00000000-0000-0000-0000-000000000000}"/>
          </ac:grpSpMkLst>
        </pc:grpChg>
      </pc:sldChg>
      <pc:sldChg chg="addSp delSp modSp mod modTransition modShow">
        <pc:chgData name="MARINA ESTRELA PALMA" userId="S::marina.palma@etec.sp.gov.br::fd567ac1-f903-486b-8951-655c156220df" providerId="AD" clId="Web-{0F7257D2-806D-4EF9-8284-62D3E6F7ABE4}" dt="2024-08-13T23:34:59.722" v="223" actId="14100"/>
        <pc:sldMkLst>
          <pc:docMk/>
          <pc:sldMk cId="0" sldId="268"/>
        </pc:sldMkLst>
        <pc:spChg chg="del mod">
          <ac:chgData name="MARINA ESTRELA PALMA" userId="S::marina.palma@etec.sp.gov.br::fd567ac1-f903-486b-8951-655c156220df" providerId="AD" clId="Web-{0F7257D2-806D-4EF9-8284-62D3E6F7ABE4}" dt="2024-08-13T23:34:10.044" v="219"/>
          <ac:spMkLst>
            <pc:docMk/>
            <pc:sldMk cId="0" sldId="268"/>
            <ac:spMk id="2" creationId="{00000000-0000-0000-0000-000000000000}"/>
          </ac:spMkLst>
        </pc:spChg>
        <pc:grpChg chg="del mod">
          <ac:chgData name="MARINA ESTRELA PALMA" userId="S::marina.palma@etec.sp.gov.br::fd567ac1-f903-486b-8951-655c156220df" providerId="AD" clId="Web-{0F7257D2-806D-4EF9-8284-62D3E6F7ABE4}" dt="2024-08-13T23:34:10.044" v="218"/>
          <ac:grpSpMkLst>
            <pc:docMk/>
            <pc:sldMk cId="0" sldId="268"/>
            <ac:grpSpMk id="3" creationId="{00000000-0000-0000-0000-000000000000}"/>
          </ac:grpSpMkLst>
        </pc:grpChg>
        <pc:grpChg chg="del mod">
          <ac:chgData name="MARINA ESTRELA PALMA" userId="S::marina.palma@etec.sp.gov.br::fd567ac1-f903-486b-8951-655c156220df" providerId="AD" clId="Web-{0F7257D2-806D-4EF9-8284-62D3E6F7ABE4}" dt="2024-08-13T23:34:10.044" v="217"/>
          <ac:grpSpMkLst>
            <pc:docMk/>
            <pc:sldMk cId="0" sldId="268"/>
            <ac:grpSpMk id="6" creationId="{00000000-0000-0000-0000-000000000000}"/>
          </ac:grpSpMkLst>
        </pc:grpChg>
        <pc:grpChg chg="del mod">
          <ac:chgData name="MARINA ESTRELA PALMA" userId="S::marina.palma@etec.sp.gov.br::fd567ac1-f903-486b-8951-655c156220df" providerId="AD" clId="Web-{0F7257D2-806D-4EF9-8284-62D3E6F7ABE4}" dt="2024-08-13T23:34:10.044" v="216"/>
          <ac:grpSpMkLst>
            <pc:docMk/>
            <pc:sldMk cId="0" sldId="268"/>
            <ac:grpSpMk id="9" creationId="{00000000-0000-0000-0000-000000000000}"/>
          </ac:grpSpMkLst>
        </pc:grpChg>
        <pc:grpChg chg="del mod">
          <ac:chgData name="MARINA ESTRELA PALMA" userId="S::marina.palma@etec.sp.gov.br::fd567ac1-f903-486b-8951-655c156220df" providerId="AD" clId="Web-{0F7257D2-806D-4EF9-8284-62D3E6F7ABE4}" dt="2024-08-13T23:34:10.044" v="215"/>
          <ac:grpSpMkLst>
            <pc:docMk/>
            <pc:sldMk cId="0" sldId="268"/>
            <ac:grpSpMk id="12" creationId="{00000000-0000-0000-0000-000000000000}"/>
          </ac:grpSpMkLst>
        </pc:grpChg>
        <pc:grpChg chg="del mod">
          <ac:chgData name="MARINA ESTRELA PALMA" userId="S::marina.palma@etec.sp.gov.br::fd567ac1-f903-486b-8951-655c156220df" providerId="AD" clId="Web-{0F7257D2-806D-4EF9-8284-62D3E6F7ABE4}" dt="2024-08-13T23:34:10.044" v="214"/>
          <ac:grpSpMkLst>
            <pc:docMk/>
            <pc:sldMk cId="0" sldId="268"/>
            <ac:grpSpMk id="15" creationId="{00000000-0000-0000-0000-000000000000}"/>
          </ac:grpSpMkLst>
        </pc:grpChg>
        <pc:grpChg chg="del mod">
          <ac:chgData name="MARINA ESTRELA PALMA" userId="S::marina.palma@etec.sp.gov.br::fd567ac1-f903-486b-8951-655c156220df" providerId="AD" clId="Web-{0F7257D2-806D-4EF9-8284-62D3E6F7ABE4}" dt="2024-08-13T23:34:10.044" v="213"/>
          <ac:grpSpMkLst>
            <pc:docMk/>
            <pc:sldMk cId="0" sldId="268"/>
            <ac:grpSpMk id="18" creationId="{00000000-0000-0000-0000-000000000000}"/>
          </ac:grpSpMkLst>
        </pc:grpChg>
        <pc:grpChg chg="del mod">
          <ac:chgData name="MARINA ESTRELA PALMA" userId="S::marina.palma@etec.sp.gov.br::fd567ac1-f903-486b-8951-655c156220df" providerId="AD" clId="Web-{0F7257D2-806D-4EF9-8284-62D3E6F7ABE4}" dt="2024-08-13T23:34:10.044" v="212"/>
          <ac:grpSpMkLst>
            <pc:docMk/>
            <pc:sldMk cId="0" sldId="268"/>
            <ac:grpSpMk id="21" creationId="{00000000-0000-0000-0000-000000000000}"/>
          </ac:grpSpMkLst>
        </pc:grpChg>
        <pc:grpChg chg="del mod">
          <ac:chgData name="MARINA ESTRELA PALMA" userId="S::marina.palma@etec.sp.gov.br::fd567ac1-f903-486b-8951-655c156220df" providerId="AD" clId="Web-{0F7257D2-806D-4EF9-8284-62D3E6F7ABE4}" dt="2024-08-13T23:34:10.044" v="211"/>
          <ac:grpSpMkLst>
            <pc:docMk/>
            <pc:sldMk cId="0" sldId="268"/>
            <ac:grpSpMk id="24" creationId="{00000000-0000-0000-0000-000000000000}"/>
          </ac:grpSpMkLst>
        </pc:grpChg>
        <pc:grpChg chg="del mod">
          <ac:chgData name="MARINA ESTRELA PALMA" userId="S::marina.palma@etec.sp.gov.br::fd567ac1-f903-486b-8951-655c156220df" providerId="AD" clId="Web-{0F7257D2-806D-4EF9-8284-62D3E6F7ABE4}" dt="2024-08-13T23:34:10.044" v="210"/>
          <ac:grpSpMkLst>
            <pc:docMk/>
            <pc:sldMk cId="0" sldId="268"/>
            <ac:grpSpMk id="27" creationId="{00000000-0000-0000-0000-000000000000}"/>
          </ac:grpSpMkLst>
        </pc:grpChg>
        <pc:grpChg chg="del mod">
          <ac:chgData name="MARINA ESTRELA PALMA" userId="S::marina.palma@etec.sp.gov.br::fd567ac1-f903-486b-8951-655c156220df" providerId="AD" clId="Web-{0F7257D2-806D-4EF9-8284-62D3E6F7ABE4}" dt="2024-08-13T23:34:10.044" v="209"/>
          <ac:grpSpMkLst>
            <pc:docMk/>
            <pc:sldMk cId="0" sldId="268"/>
            <ac:grpSpMk id="30" creationId="{00000000-0000-0000-0000-000000000000}"/>
          </ac:grpSpMkLst>
        </pc:grpChg>
        <pc:grpChg chg="del mod">
          <ac:chgData name="MARINA ESTRELA PALMA" userId="S::marina.palma@etec.sp.gov.br::fd567ac1-f903-486b-8951-655c156220df" providerId="AD" clId="Web-{0F7257D2-806D-4EF9-8284-62D3E6F7ABE4}" dt="2024-08-13T23:34:10.044" v="208"/>
          <ac:grpSpMkLst>
            <pc:docMk/>
            <pc:sldMk cId="0" sldId="268"/>
            <ac:grpSpMk id="33" creationId="{00000000-0000-0000-0000-000000000000}"/>
          </ac:grpSpMkLst>
        </pc:grpChg>
        <pc:grpChg chg="del mod">
          <ac:chgData name="MARINA ESTRELA PALMA" userId="S::marina.palma@etec.sp.gov.br::fd567ac1-f903-486b-8951-655c156220df" providerId="AD" clId="Web-{0F7257D2-806D-4EF9-8284-62D3E6F7ABE4}" dt="2024-08-13T23:34:10.044" v="207"/>
          <ac:grpSpMkLst>
            <pc:docMk/>
            <pc:sldMk cId="0" sldId="268"/>
            <ac:grpSpMk id="36" creationId="{00000000-0000-0000-0000-000000000000}"/>
          </ac:grpSpMkLst>
        </pc:grpChg>
        <pc:grpChg chg="del mod">
          <ac:chgData name="MARINA ESTRELA PALMA" userId="S::marina.palma@etec.sp.gov.br::fd567ac1-f903-486b-8951-655c156220df" providerId="AD" clId="Web-{0F7257D2-806D-4EF9-8284-62D3E6F7ABE4}" dt="2024-08-13T23:34:10.044" v="206"/>
          <ac:grpSpMkLst>
            <pc:docMk/>
            <pc:sldMk cId="0" sldId="268"/>
            <ac:grpSpMk id="39" creationId="{00000000-0000-0000-0000-000000000000}"/>
          </ac:grpSpMkLst>
        </pc:grpChg>
        <pc:grpChg chg="del mod">
          <ac:chgData name="MARINA ESTRELA PALMA" userId="S::marina.palma@etec.sp.gov.br::fd567ac1-f903-486b-8951-655c156220df" providerId="AD" clId="Web-{0F7257D2-806D-4EF9-8284-62D3E6F7ABE4}" dt="2024-08-13T23:34:10.044" v="205"/>
          <ac:grpSpMkLst>
            <pc:docMk/>
            <pc:sldMk cId="0" sldId="268"/>
            <ac:grpSpMk id="42" creationId="{00000000-0000-0000-0000-000000000000}"/>
          </ac:grpSpMkLst>
        </pc:grpChg>
        <pc:grpChg chg="del mod">
          <ac:chgData name="MARINA ESTRELA PALMA" userId="S::marina.palma@etec.sp.gov.br::fd567ac1-f903-486b-8951-655c156220df" providerId="AD" clId="Web-{0F7257D2-806D-4EF9-8284-62D3E6F7ABE4}" dt="2024-08-13T23:34:10.044" v="204"/>
          <ac:grpSpMkLst>
            <pc:docMk/>
            <pc:sldMk cId="0" sldId="268"/>
            <ac:grpSpMk id="45" creationId="{00000000-0000-0000-0000-000000000000}"/>
          </ac:grpSpMkLst>
        </pc:grpChg>
        <pc:grpChg chg="del mod">
          <ac:chgData name="MARINA ESTRELA PALMA" userId="S::marina.palma@etec.sp.gov.br::fd567ac1-f903-486b-8951-655c156220df" providerId="AD" clId="Web-{0F7257D2-806D-4EF9-8284-62D3E6F7ABE4}" dt="2024-08-13T23:34:10.044" v="203"/>
          <ac:grpSpMkLst>
            <pc:docMk/>
            <pc:sldMk cId="0" sldId="268"/>
            <ac:grpSpMk id="48" creationId="{00000000-0000-0000-0000-000000000000}"/>
          </ac:grpSpMkLst>
        </pc:grpChg>
        <pc:grpChg chg="del mod">
          <ac:chgData name="MARINA ESTRELA PALMA" userId="S::marina.palma@etec.sp.gov.br::fd567ac1-f903-486b-8951-655c156220df" providerId="AD" clId="Web-{0F7257D2-806D-4EF9-8284-62D3E6F7ABE4}" dt="2024-08-13T23:34:10.044" v="202"/>
          <ac:grpSpMkLst>
            <pc:docMk/>
            <pc:sldMk cId="0" sldId="268"/>
            <ac:grpSpMk id="51" creationId="{00000000-0000-0000-0000-000000000000}"/>
          </ac:grpSpMkLst>
        </pc:grpChg>
        <pc:grpChg chg="del mod">
          <ac:chgData name="MARINA ESTRELA PALMA" userId="S::marina.palma@etec.sp.gov.br::fd567ac1-f903-486b-8951-655c156220df" providerId="AD" clId="Web-{0F7257D2-806D-4EF9-8284-62D3E6F7ABE4}" dt="2024-08-13T23:34:10.044" v="201"/>
          <ac:grpSpMkLst>
            <pc:docMk/>
            <pc:sldMk cId="0" sldId="268"/>
            <ac:grpSpMk id="54" creationId="{00000000-0000-0000-0000-000000000000}"/>
          </ac:grpSpMkLst>
        </pc:grpChg>
        <pc:grpChg chg="del mod">
          <ac:chgData name="MARINA ESTRELA PALMA" userId="S::marina.palma@etec.sp.gov.br::fd567ac1-f903-486b-8951-655c156220df" providerId="AD" clId="Web-{0F7257D2-806D-4EF9-8284-62D3E6F7ABE4}" dt="2024-08-13T23:34:10.044" v="200"/>
          <ac:grpSpMkLst>
            <pc:docMk/>
            <pc:sldMk cId="0" sldId="268"/>
            <ac:grpSpMk id="57" creationId="{00000000-0000-0000-0000-000000000000}"/>
          </ac:grpSpMkLst>
        </pc:grpChg>
        <pc:grpChg chg="del mod">
          <ac:chgData name="MARINA ESTRELA PALMA" userId="S::marina.palma@etec.sp.gov.br::fd567ac1-f903-486b-8951-655c156220df" providerId="AD" clId="Web-{0F7257D2-806D-4EF9-8284-62D3E6F7ABE4}" dt="2024-08-13T23:34:10.044" v="199"/>
          <ac:grpSpMkLst>
            <pc:docMk/>
            <pc:sldMk cId="0" sldId="268"/>
            <ac:grpSpMk id="60" creationId="{00000000-0000-0000-0000-000000000000}"/>
          </ac:grpSpMkLst>
        </pc:grpChg>
        <pc:grpChg chg="del mod">
          <ac:chgData name="MARINA ESTRELA PALMA" userId="S::marina.palma@etec.sp.gov.br::fd567ac1-f903-486b-8951-655c156220df" providerId="AD" clId="Web-{0F7257D2-806D-4EF9-8284-62D3E6F7ABE4}" dt="2024-08-13T23:34:10.044" v="198"/>
          <ac:grpSpMkLst>
            <pc:docMk/>
            <pc:sldMk cId="0" sldId="268"/>
            <ac:grpSpMk id="63" creationId="{00000000-0000-0000-0000-000000000000}"/>
          </ac:grpSpMkLst>
        </pc:grpChg>
        <pc:grpChg chg="del mod">
          <ac:chgData name="MARINA ESTRELA PALMA" userId="S::marina.palma@etec.sp.gov.br::fd567ac1-f903-486b-8951-655c156220df" providerId="AD" clId="Web-{0F7257D2-806D-4EF9-8284-62D3E6F7ABE4}" dt="2024-08-13T23:34:10.044" v="197"/>
          <ac:grpSpMkLst>
            <pc:docMk/>
            <pc:sldMk cId="0" sldId="268"/>
            <ac:grpSpMk id="66" creationId="{00000000-0000-0000-0000-000000000000}"/>
          </ac:grpSpMkLst>
        </pc:grpChg>
        <pc:grpChg chg="del mod">
          <ac:chgData name="MARINA ESTRELA PALMA" userId="S::marina.palma@etec.sp.gov.br::fd567ac1-f903-486b-8951-655c156220df" providerId="AD" clId="Web-{0F7257D2-806D-4EF9-8284-62D3E6F7ABE4}" dt="2024-08-13T23:34:10.044" v="196"/>
          <ac:grpSpMkLst>
            <pc:docMk/>
            <pc:sldMk cId="0" sldId="268"/>
            <ac:grpSpMk id="69" creationId="{00000000-0000-0000-0000-000000000000}"/>
          </ac:grpSpMkLst>
        </pc:grpChg>
        <pc:grpChg chg="del mod">
          <ac:chgData name="MARINA ESTRELA PALMA" userId="S::marina.palma@etec.sp.gov.br::fd567ac1-f903-486b-8951-655c156220df" providerId="AD" clId="Web-{0F7257D2-806D-4EF9-8284-62D3E6F7ABE4}" dt="2024-08-13T23:34:10.044" v="195"/>
          <ac:grpSpMkLst>
            <pc:docMk/>
            <pc:sldMk cId="0" sldId="268"/>
            <ac:grpSpMk id="72" creationId="{00000000-0000-0000-0000-000000000000}"/>
          </ac:grpSpMkLst>
        </pc:grpChg>
        <pc:picChg chg="add mod">
          <ac:chgData name="MARINA ESTRELA PALMA" userId="S::marina.palma@etec.sp.gov.br::fd567ac1-f903-486b-8951-655c156220df" providerId="AD" clId="Web-{0F7257D2-806D-4EF9-8284-62D3E6F7ABE4}" dt="2024-08-13T23:34:59.722" v="223" actId="14100"/>
          <ac:picMkLst>
            <pc:docMk/>
            <pc:sldMk cId="0" sldId="268"/>
            <ac:picMk id="75" creationId="{4671035E-F387-6F9C-5F5D-4567DA08ED0D}"/>
          </ac:picMkLst>
        </pc:picChg>
      </pc:sldChg>
      <pc:sldChg chg="modTransition">
        <pc:chgData name="MARINA ESTRELA PALMA" userId="S::marina.palma@etec.sp.gov.br::fd567ac1-f903-486b-8951-655c156220df" providerId="AD" clId="Web-{0F7257D2-806D-4EF9-8284-62D3E6F7ABE4}" dt="2024-08-13T23:12:04.438" v="66"/>
        <pc:sldMkLst>
          <pc:docMk/>
          <pc:sldMk cId="0" sldId="269"/>
        </pc:sldMkLst>
      </pc:sldChg>
      <pc:sldChg chg="modTransition">
        <pc:chgData name="MARINA ESTRELA PALMA" userId="S::marina.palma@etec.sp.gov.br::fd567ac1-f903-486b-8951-655c156220df" providerId="AD" clId="Web-{0F7257D2-806D-4EF9-8284-62D3E6F7ABE4}" dt="2024-08-13T23:12:08.016" v="67"/>
        <pc:sldMkLst>
          <pc:docMk/>
          <pc:sldMk cId="0" sldId="271"/>
        </pc:sldMkLst>
      </pc:sldChg>
      <pc:sldChg chg="modSp modTransition">
        <pc:chgData name="MARINA ESTRELA PALMA" userId="S::marina.palma@etec.sp.gov.br::fd567ac1-f903-486b-8951-655c156220df" providerId="AD" clId="Web-{0F7257D2-806D-4EF9-8284-62D3E6F7ABE4}" dt="2024-08-13T23:29:14.224" v="156" actId="14100"/>
        <pc:sldMkLst>
          <pc:docMk/>
          <pc:sldMk cId="0" sldId="273"/>
        </pc:sldMkLst>
        <pc:spChg chg="mod">
          <ac:chgData name="MARINA ESTRELA PALMA" userId="S::marina.palma@etec.sp.gov.br::fd567ac1-f903-486b-8951-655c156220df" providerId="AD" clId="Web-{0F7257D2-806D-4EF9-8284-62D3E6F7ABE4}" dt="2024-08-13T23:29:14.224" v="156" actId="14100"/>
          <ac:spMkLst>
            <pc:docMk/>
            <pc:sldMk cId="0" sldId="273"/>
            <ac:spMk id="2" creationId="{00000000-0000-0000-0000-000000000000}"/>
          </ac:spMkLst>
        </pc:spChg>
      </pc:sldChg>
      <pc:sldChg chg="modSp modTransition">
        <pc:chgData name="MARINA ESTRELA PALMA" userId="S::marina.palma@etec.sp.gov.br::fd567ac1-f903-486b-8951-655c156220df" providerId="AD" clId="Web-{0F7257D2-806D-4EF9-8284-62D3E6F7ABE4}" dt="2024-08-13T23:29:29.193" v="159" actId="14100"/>
        <pc:sldMkLst>
          <pc:docMk/>
          <pc:sldMk cId="0" sldId="274"/>
        </pc:sldMkLst>
        <pc:spChg chg="mod">
          <ac:chgData name="MARINA ESTRELA PALMA" userId="S::marina.palma@etec.sp.gov.br::fd567ac1-f903-486b-8951-655c156220df" providerId="AD" clId="Web-{0F7257D2-806D-4EF9-8284-62D3E6F7ABE4}" dt="2024-08-13T23:29:29.193" v="159" actId="14100"/>
          <ac:spMkLst>
            <pc:docMk/>
            <pc:sldMk cId="0" sldId="274"/>
            <ac:spMk id="2" creationId="{00000000-0000-0000-0000-000000000000}"/>
          </ac:spMkLst>
        </pc:spChg>
      </pc:sldChg>
      <pc:sldChg chg="modSp modTransition">
        <pc:chgData name="MARINA ESTRELA PALMA" userId="S::marina.palma@etec.sp.gov.br::fd567ac1-f903-486b-8951-655c156220df" providerId="AD" clId="Web-{0F7257D2-806D-4EF9-8284-62D3E6F7ABE4}" dt="2024-08-13T23:29:36.990" v="161" actId="14100"/>
        <pc:sldMkLst>
          <pc:docMk/>
          <pc:sldMk cId="0" sldId="275"/>
        </pc:sldMkLst>
        <pc:spChg chg="mod">
          <ac:chgData name="MARINA ESTRELA PALMA" userId="S::marina.palma@etec.sp.gov.br::fd567ac1-f903-486b-8951-655c156220df" providerId="AD" clId="Web-{0F7257D2-806D-4EF9-8284-62D3E6F7ABE4}" dt="2024-08-13T23:29:36.990" v="161" actId="14100"/>
          <ac:spMkLst>
            <pc:docMk/>
            <pc:sldMk cId="0" sldId="275"/>
            <ac:spMk id="2" creationId="{00000000-0000-0000-0000-000000000000}"/>
          </ac:spMkLst>
        </pc:spChg>
      </pc:sldChg>
      <pc:sldChg chg="modSp modTransition">
        <pc:chgData name="MARINA ESTRELA PALMA" userId="S::marina.palma@etec.sp.gov.br::fd567ac1-f903-486b-8951-655c156220df" providerId="AD" clId="Web-{0F7257D2-806D-4EF9-8284-62D3E6F7ABE4}" dt="2024-08-13T23:29:51.725" v="164" actId="14100"/>
        <pc:sldMkLst>
          <pc:docMk/>
          <pc:sldMk cId="0" sldId="276"/>
        </pc:sldMkLst>
        <pc:spChg chg="mod">
          <ac:chgData name="MARINA ESTRELA PALMA" userId="S::marina.palma@etec.sp.gov.br::fd567ac1-f903-486b-8951-655c156220df" providerId="AD" clId="Web-{0F7257D2-806D-4EF9-8284-62D3E6F7ABE4}" dt="2024-08-13T23:29:51.725" v="164" actId="14100"/>
          <ac:spMkLst>
            <pc:docMk/>
            <pc:sldMk cId="0" sldId="276"/>
            <ac:spMk id="2" creationId="{00000000-0000-0000-0000-000000000000}"/>
          </ac:spMkLst>
        </pc:spChg>
      </pc:sldChg>
      <pc:sldChg chg="modSp modTransition">
        <pc:chgData name="MARINA ESTRELA PALMA" userId="S::marina.palma@etec.sp.gov.br::fd567ac1-f903-486b-8951-655c156220df" providerId="AD" clId="Web-{0F7257D2-806D-4EF9-8284-62D3E6F7ABE4}" dt="2024-08-13T23:30:21.522" v="170" actId="14100"/>
        <pc:sldMkLst>
          <pc:docMk/>
          <pc:sldMk cId="0" sldId="277"/>
        </pc:sldMkLst>
        <pc:spChg chg="mod">
          <ac:chgData name="MARINA ESTRELA PALMA" userId="S::marina.palma@etec.sp.gov.br::fd567ac1-f903-486b-8951-655c156220df" providerId="AD" clId="Web-{0F7257D2-806D-4EF9-8284-62D3E6F7ABE4}" dt="2024-08-13T23:30:21.522" v="170" actId="14100"/>
          <ac:spMkLst>
            <pc:docMk/>
            <pc:sldMk cId="0" sldId="277"/>
            <ac:spMk id="2" creationId="{00000000-0000-0000-0000-000000000000}"/>
          </ac:spMkLst>
        </pc:spChg>
        <pc:spChg chg="mod">
          <ac:chgData name="MARINA ESTRELA PALMA" userId="S::marina.palma@etec.sp.gov.br::fd567ac1-f903-486b-8951-655c156220df" providerId="AD" clId="Web-{0F7257D2-806D-4EF9-8284-62D3E6F7ABE4}" dt="2024-08-13T23:30:11.100" v="168" actId="14100"/>
          <ac:spMkLst>
            <pc:docMk/>
            <pc:sldMk cId="0" sldId="277"/>
            <ac:spMk id="6" creationId="{00000000-0000-0000-0000-000000000000}"/>
          </ac:spMkLst>
        </pc:spChg>
      </pc:sldChg>
      <pc:sldChg chg="modSp modTransition">
        <pc:chgData name="MARINA ESTRELA PALMA" userId="S::marina.palma@etec.sp.gov.br::fd567ac1-f903-486b-8951-655c156220df" providerId="AD" clId="Web-{0F7257D2-806D-4EF9-8284-62D3E6F7ABE4}" dt="2024-08-13T23:30:35.788" v="173" actId="14100"/>
        <pc:sldMkLst>
          <pc:docMk/>
          <pc:sldMk cId="0" sldId="278"/>
        </pc:sldMkLst>
        <pc:spChg chg="mod">
          <ac:chgData name="MARINA ESTRELA PALMA" userId="S::marina.palma@etec.sp.gov.br::fd567ac1-f903-486b-8951-655c156220df" providerId="AD" clId="Web-{0F7257D2-806D-4EF9-8284-62D3E6F7ABE4}" dt="2024-08-13T23:30:35.788" v="173" actId="14100"/>
          <ac:spMkLst>
            <pc:docMk/>
            <pc:sldMk cId="0" sldId="278"/>
            <ac:spMk id="2" creationId="{00000000-0000-0000-0000-000000000000}"/>
          </ac:spMkLst>
        </pc:spChg>
      </pc:sldChg>
      <pc:sldChg chg="modTransition">
        <pc:chgData name="MARINA ESTRELA PALMA" userId="S::marina.palma@etec.sp.gov.br::fd567ac1-f903-486b-8951-655c156220df" providerId="AD" clId="Web-{0F7257D2-806D-4EF9-8284-62D3E6F7ABE4}" dt="2024-08-13T23:12:41.392" v="74"/>
        <pc:sldMkLst>
          <pc:docMk/>
          <pc:sldMk cId="0" sldId="279"/>
        </pc:sldMkLst>
      </pc:sldChg>
      <pc:sldChg chg="addSp delSp modSp modTransition">
        <pc:chgData name="MARINA ESTRELA PALMA" userId="S::marina.palma@etec.sp.gov.br::fd567ac1-f903-486b-8951-655c156220df" providerId="AD" clId="Web-{0F7257D2-806D-4EF9-8284-62D3E6F7ABE4}" dt="2024-08-13T23:31:09.414" v="190" actId="1076"/>
        <pc:sldMkLst>
          <pc:docMk/>
          <pc:sldMk cId="0" sldId="280"/>
        </pc:sldMkLst>
        <pc:spChg chg="add del mod">
          <ac:chgData name="MARINA ESTRELA PALMA" userId="S::marina.palma@etec.sp.gov.br::fd567ac1-f903-486b-8951-655c156220df" providerId="AD" clId="Web-{0F7257D2-806D-4EF9-8284-62D3E6F7ABE4}" dt="2024-08-13T23:31:09.414" v="190" actId="1076"/>
          <ac:spMkLst>
            <pc:docMk/>
            <pc:sldMk cId="0" sldId="280"/>
            <ac:spMk id="5" creationId="{00000000-0000-0000-0000-000000000000}"/>
          </ac:spMkLst>
        </pc:spChg>
        <pc:spChg chg="del">
          <ac:chgData name="MARINA ESTRELA PALMA" userId="S::marina.palma@etec.sp.gov.br::fd567ac1-f903-486b-8951-655c156220df" providerId="AD" clId="Web-{0F7257D2-806D-4EF9-8284-62D3E6F7ABE4}" dt="2024-08-13T23:31:06.086" v="185"/>
          <ac:spMkLst>
            <pc:docMk/>
            <pc:sldMk cId="0" sldId="280"/>
            <ac:spMk id="13" creationId="{00000000-0000-0000-0000-000000000000}"/>
          </ac:spMkLst>
        </pc:spChg>
        <pc:spChg chg="del">
          <ac:chgData name="MARINA ESTRELA PALMA" userId="S::marina.palma@etec.sp.gov.br::fd567ac1-f903-486b-8951-655c156220df" providerId="AD" clId="Web-{0F7257D2-806D-4EF9-8284-62D3E6F7ABE4}" dt="2024-08-13T23:31:06.086" v="184"/>
          <ac:spMkLst>
            <pc:docMk/>
            <pc:sldMk cId="0" sldId="280"/>
            <ac:spMk id="14" creationId="{00000000-0000-0000-0000-000000000000}"/>
          </ac:spMkLst>
        </pc:spChg>
        <pc:spChg chg="add del mod">
          <ac:chgData name="MARINA ESTRELA PALMA" userId="S::marina.palma@etec.sp.gov.br::fd567ac1-f903-486b-8951-655c156220df" providerId="AD" clId="Web-{0F7257D2-806D-4EF9-8284-62D3E6F7ABE4}" dt="2024-08-13T23:30:58.367" v="182"/>
          <ac:spMkLst>
            <pc:docMk/>
            <pc:sldMk cId="0" sldId="280"/>
            <ac:spMk id="15" creationId="{00000000-0000-0000-0000-000000000000}"/>
          </ac:spMkLst>
        </pc:spChg>
        <pc:grpChg chg="del">
          <ac:chgData name="MARINA ESTRELA PALMA" userId="S::marina.palma@etec.sp.gov.br::fd567ac1-f903-486b-8951-655c156220df" providerId="AD" clId="Web-{0F7257D2-806D-4EF9-8284-62D3E6F7ABE4}" dt="2024-08-13T23:31:06.086" v="187"/>
          <ac:grpSpMkLst>
            <pc:docMk/>
            <pc:sldMk cId="0" sldId="280"/>
            <ac:grpSpMk id="7" creationId="{00000000-0000-0000-0000-000000000000}"/>
          </ac:grpSpMkLst>
        </pc:grpChg>
        <pc:grpChg chg="del">
          <ac:chgData name="MARINA ESTRELA PALMA" userId="S::marina.palma@etec.sp.gov.br::fd567ac1-f903-486b-8951-655c156220df" providerId="AD" clId="Web-{0F7257D2-806D-4EF9-8284-62D3E6F7ABE4}" dt="2024-08-13T23:31:06.086" v="186"/>
          <ac:grpSpMkLst>
            <pc:docMk/>
            <pc:sldMk cId="0" sldId="280"/>
            <ac:grpSpMk id="10" creationId="{00000000-0000-0000-0000-000000000000}"/>
          </ac:grpSpMkLst>
        </pc:grpChg>
      </pc:sldChg>
      <pc:sldChg chg="modTransition">
        <pc:chgData name="MARINA ESTRELA PALMA" userId="S::marina.palma@etec.sp.gov.br::fd567ac1-f903-486b-8951-655c156220df" providerId="AD" clId="Web-{0F7257D2-806D-4EF9-8284-62D3E6F7ABE4}" dt="2024-08-13T23:12:49.455" v="76"/>
        <pc:sldMkLst>
          <pc:docMk/>
          <pc:sldMk cId="0" sldId="281"/>
        </pc:sldMkLst>
      </pc:sldChg>
      <pc:sldChg chg="modTransition">
        <pc:chgData name="MARINA ESTRELA PALMA" userId="S::marina.palma@etec.sp.gov.br::fd567ac1-f903-486b-8951-655c156220df" providerId="AD" clId="Web-{0F7257D2-806D-4EF9-8284-62D3E6F7ABE4}" dt="2024-08-13T23:12:51.330" v="77"/>
        <pc:sldMkLst>
          <pc:docMk/>
          <pc:sldMk cId="0" sldId="282"/>
        </pc:sldMkLst>
      </pc:sldChg>
      <pc:sldChg chg="modSp modTransition">
        <pc:chgData name="MARINA ESTRELA PALMA" userId="S::marina.palma@etec.sp.gov.br::fd567ac1-f903-486b-8951-655c156220df" providerId="AD" clId="Web-{0F7257D2-806D-4EF9-8284-62D3E6F7ABE4}" dt="2024-08-13T23:31:26.493" v="192" actId="14100"/>
        <pc:sldMkLst>
          <pc:docMk/>
          <pc:sldMk cId="0" sldId="283"/>
        </pc:sldMkLst>
        <pc:grpChg chg="mod">
          <ac:chgData name="MARINA ESTRELA PALMA" userId="S::marina.palma@etec.sp.gov.br::fd567ac1-f903-486b-8951-655c156220df" providerId="AD" clId="Web-{0F7257D2-806D-4EF9-8284-62D3E6F7ABE4}" dt="2024-08-13T23:31:19.040" v="191" actId="14100"/>
          <ac:grpSpMkLst>
            <pc:docMk/>
            <pc:sldMk cId="0" sldId="283"/>
            <ac:grpSpMk id="8" creationId="{00000000-0000-0000-0000-000000000000}"/>
          </ac:grpSpMkLst>
        </pc:grpChg>
        <pc:grpChg chg="mod">
          <ac:chgData name="MARINA ESTRELA PALMA" userId="S::marina.palma@etec.sp.gov.br::fd567ac1-f903-486b-8951-655c156220df" providerId="AD" clId="Web-{0F7257D2-806D-4EF9-8284-62D3E6F7ABE4}" dt="2024-08-13T23:31:26.493" v="192" actId="14100"/>
          <ac:grpSpMkLst>
            <pc:docMk/>
            <pc:sldMk cId="0" sldId="283"/>
            <ac:grpSpMk id="18" creationId="{00000000-0000-0000-0000-000000000000}"/>
          </ac:grpSpMkLst>
        </pc:grpChg>
      </pc:sldChg>
      <pc:sldChg chg="modTransition">
        <pc:chgData name="MARINA ESTRELA PALMA" userId="S::marina.palma@etec.sp.gov.br::fd567ac1-f903-486b-8951-655c156220df" providerId="AD" clId="Web-{0F7257D2-806D-4EF9-8284-62D3E6F7ABE4}" dt="2024-08-13T23:13:06.002" v="79"/>
        <pc:sldMkLst>
          <pc:docMk/>
          <pc:sldMk cId="0" sldId="284"/>
        </pc:sldMkLst>
      </pc:sldChg>
    </pc:docChg>
  </pc:docChgLst>
  <pc:docChgLst>
    <pc:chgData name="MARINA ESTRELA PALMA" userId="S::marina.palma@etec.sp.gov.br::fd567ac1-f903-486b-8951-655c156220df" providerId="AD" clId="Web-{54226C2D-7836-4F34-8D24-F8015B0BD12E}"/>
    <pc:docChg chg="modSld">
      <pc:chgData name="MARINA ESTRELA PALMA" userId="S::marina.palma@etec.sp.gov.br::fd567ac1-f903-486b-8951-655c156220df" providerId="AD" clId="Web-{54226C2D-7836-4F34-8D24-F8015B0BD12E}" dt="2024-08-14T00:09:55.377" v="15" actId="20577"/>
      <pc:docMkLst>
        <pc:docMk/>
      </pc:docMkLst>
      <pc:sldChg chg="modSp">
        <pc:chgData name="MARINA ESTRELA PALMA" userId="S::marina.palma@etec.sp.gov.br::fd567ac1-f903-486b-8951-655c156220df" providerId="AD" clId="Web-{54226C2D-7836-4F34-8D24-F8015B0BD12E}" dt="2024-08-14T00:09:55.377" v="15" actId="20577"/>
        <pc:sldMkLst>
          <pc:docMk/>
          <pc:sldMk cId="0" sldId="257"/>
        </pc:sldMkLst>
        <pc:spChg chg="mod">
          <ac:chgData name="MARINA ESTRELA PALMA" userId="S::marina.palma@etec.sp.gov.br::fd567ac1-f903-486b-8951-655c156220df" providerId="AD" clId="Web-{54226C2D-7836-4F34-8D24-F8015B0BD12E}" dt="2024-08-14T00:09:55.377" v="15" actId="20577"/>
          <ac:spMkLst>
            <pc:docMk/>
            <pc:sldMk cId="0" sldId="257"/>
            <ac:spMk id="1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25.svg"/></Relationships>
</file>

<file path=ppt/slides/_rels/slide6.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6.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23.sv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svg"/><Relationship Id="rId7" Type="http://schemas.openxmlformats.org/officeDocument/2006/relationships/image" Target="../media/image37.sv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svg"/><Relationship Id="rId4" Type="http://schemas.openxmlformats.org/officeDocument/2006/relationships/image" Target="../media/image34.png"/><Relationship Id="rId9" Type="http://schemas.openxmlformats.org/officeDocument/2006/relationships/image" Target="../media/image39.svg"/></Relationships>
</file>

<file path=ppt/slides/_rels/slide10.xml.rels><?xml version="1.0" encoding="UTF-8" standalone="yes"?>
<Relationships xmlns="http://schemas.openxmlformats.org/package/2006/relationships"><Relationship Id="rId3" Type="http://schemas.openxmlformats.org/officeDocument/2006/relationships/image" Target="../media/image41.svg"/><Relationship Id="rId7" Type="http://schemas.openxmlformats.org/officeDocument/2006/relationships/image" Target="../media/image45.sv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7.xml"/><Relationship Id="rId5" Type="http://schemas.openxmlformats.org/officeDocument/2006/relationships/image" Target="../media/image59.svg"/><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3" Type="http://schemas.openxmlformats.org/officeDocument/2006/relationships/image" Target="../media/image61.svg"/><Relationship Id="rId7" Type="http://schemas.openxmlformats.org/officeDocument/2006/relationships/image" Target="../media/image65.sv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s>
</file>

<file path=ppt/slides/_rels/slide19.xml.rels><?xml version="1.0" encoding="UTF-8" standalone="yes"?>
<Relationships xmlns="http://schemas.openxmlformats.org/package/2006/relationships"><Relationship Id="rId3" Type="http://schemas.openxmlformats.org/officeDocument/2006/relationships/image" Target="../media/image61.svg"/><Relationship Id="rId7" Type="http://schemas.openxmlformats.org/officeDocument/2006/relationships/image" Target="../media/image69.sv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svg"/><Relationship Id="rId4" Type="http://schemas.openxmlformats.org/officeDocument/2006/relationships/image" Target="../media/image66.png"/></Relationships>
</file>

<file path=ppt/slides/_rels/slide20.xml.rels><?xml version="1.0" encoding="UTF-8" standalone="yes"?>
<Relationships xmlns="http://schemas.openxmlformats.org/package/2006/relationships"><Relationship Id="rId3" Type="http://schemas.openxmlformats.org/officeDocument/2006/relationships/image" Target="../media/image61.svg"/><Relationship Id="rId7" Type="http://schemas.openxmlformats.org/officeDocument/2006/relationships/image" Target="../media/image73.sv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1.svg"/><Relationship Id="rId4" Type="http://schemas.openxmlformats.org/officeDocument/2006/relationships/image" Target="../media/image70.png"/></Relationships>
</file>

<file path=ppt/slides/_rels/slide21.xml.rels><?xml version="1.0" encoding="UTF-8" standalone="yes"?>
<Relationships xmlns="http://schemas.openxmlformats.org/package/2006/relationships"><Relationship Id="rId3" Type="http://schemas.openxmlformats.org/officeDocument/2006/relationships/image" Target="../media/image61.svg"/><Relationship Id="rId7" Type="http://schemas.openxmlformats.org/officeDocument/2006/relationships/image" Target="../media/image77.sv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svg"/><Relationship Id="rId4" Type="http://schemas.openxmlformats.org/officeDocument/2006/relationships/image" Target="../media/image74.png"/></Relationships>
</file>

<file path=ppt/slides/_rels/slide22.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78.png"/><Relationship Id="rId1" Type="http://schemas.openxmlformats.org/officeDocument/2006/relationships/slideLayout" Target="../slideLayouts/slideLayout7.xml"/><Relationship Id="rId5" Type="http://schemas.openxmlformats.org/officeDocument/2006/relationships/image" Target="../media/image81.svg"/><Relationship Id="rId4" Type="http://schemas.openxmlformats.org/officeDocument/2006/relationships/image" Target="../media/image80.png"/></Relationships>
</file>

<file path=ppt/slides/_rels/slide23.xml.rels><?xml version="1.0" encoding="UTF-8" standalone="yes"?>
<Relationships xmlns="http://schemas.openxmlformats.org/package/2006/relationships"><Relationship Id="rId3" Type="http://schemas.openxmlformats.org/officeDocument/2006/relationships/image" Target="../media/image83.svg"/><Relationship Id="rId2" Type="http://schemas.openxmlformats.org/officeDocument/2006/relationships/image" Target="../media/image82.png"/><Relationship Id="rId1" Type="http://schemas.openxmlformats.org/officeDocument/2006/relationships/slideLayout" Target="../slideLayouts/slideLayout7.xml"/><Relationship Id="rId5" Type="http://schemas.openxmlformats.org/officeDocument/2006/relationships/image" Target="../media/image45.sv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 Id="rId6" Type="http://schemas.openxmlformats.org/officeDocument/2006/relationships/image" Target="../media/image89.svg"/><Relationship Id="rId5" Type="http://schemas.openxmlformats.org/officeDocument/2006/relationships/image" Target="../media/image88.png"/><Relationship Id="rId4" Type="http://schemas.openxmlformats.org/officeDocument/2006/relationships/image" Target="../media/image87.svg"/></Relationships>
</file>

<file path=ppt/slides/_rels/slide2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7.xml"/><Relationship Id="rId4" Type="http://schemas.openxmlformats.org/officeDocument/2006/relationships/image" Target="../media/image91.svg"/></Relationships>
</file>

<file path=ppt/slides/_rels/slide28.xml.rels><?xml version="1.0" encoding="UTF-8" standalone="yes"?>
<Relationships xmlns="http://schemas.openxmlformats.org/package/2006/relationships"><Relationship Id="rId3" Type="http://schemas.openxmlformats.org/officeDocument/2006/relationships/image" Target="../media/image93.png"/><Relationship Id="rId7" Type="http://schemas.openxmlformats.org/officeDocument/2006/relationships/image" Target="../media/image97.svg"/><Relationship Id="rId2" Type="http://schemas.openxmlformats.org/officeDocument/2006/relationships/image" Target="../media/image92.jpeg"/><Relationship Id="rId1" Type="http://schemas.openxmlformats.org/officeDocument/2006/relationships/slideLayout" Target="../slideLayouts/slideLayout7.xml"/><Relationship Id="rId6" Type="http://schemas.openxmlformats.org/officeDocument/2006/relationships/image" Target="../media/image96.png"/><Relationship Id="rId5" Type="http://schemas.openxmlformats.org/officeDocument/2006/relationships/image" Target="../media/image95.svg"/><Relationship Id="rId4" Type="http://schemas.openxmlformats.org/officeDocument/2006/relationships/image" Target="../media/image94.png"/></Relationships>
</file>

<file path=ppt/slides/_rels/slide29.xml.rels><?xml version="1.0" encoding="UTF-8" standalone="yes"?>
<Relationships xmlns="http://schemas.openxmlformats.org/package/2006/relationships"><Relationship Id="rId8" Type="http://schemas.openxmlformats.org/officeDocument/2006/relationships/hyperlink" Target="https://edrawmax.wondershare.com/uml-diagram/examples.html" TargetMode="External"/><Relationship Id="rId3" Type="http://schemas.openxmlformats.org/officeDocument/2006/relationships/image" Target="../media/image99.svg"/><Relationship Id="rId7" Type="http://schemas.openxmlformats.org/officeDocument/2006/relationships/hyperlink" Target="https://www.lucidchart.com/pages/pt/diagrama-de-interacao-uml#:~:text=Os%20diagramas%20de%20intera%C3%A7%C3%A3o%20podem%20ser%20implementados%20em%20diversos%20cen%C3%A1rios,de%20um%20sistema%20ou%20processo" TargetMode="External"/><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hyperlink" Target="https://miro.com/pt/diagrama/diagrama-visao-geral-interacao/#relacionamento-com-diagramas-de-sequ&#234;ncia-e-comunica&#231;&#227;o" TargetMode="External"/><Relationship Id="rId5" Type="http://schemas.openxmlformats.org/officeDocument/2006/relationships/hyperlink" Target="https://www.ibm.com/docs/pt-br/dmrt/9.5?topic=diagrams-interaction-overview" TargetMode="External"/><Relationship Id="rId10" Type="http://schemas.openxmlformats.org/officeDocument/2006/relationships/hyperlink" Target="https://www.youtube.com/watch?v=zzAQHa_PyPw&amp;t=1s" TargetMode="External"/><Relationship Id="rId4" Type="http://schemas.openxmlformats.org/officeDocument/2006/relationships/hyperlink" Target="https://www.lucidchart.com/pages/pt/diagrama-de-interacao-uml" TargetMode="External"/><Relationship Id="rId9" Type="http://schemas.openxmlformats.org/officeDocument/2006/relationships/hyperlink" Target="https://youtu.be/2aE9NYZQHY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6559489">
            <a:off x="7513012" y="-366682"/>
            <a:ext cx="14015804" cy="8202672"/>
            <a:chOff x="0" y="-38100"/>
            <a:chExt cx="4816593" cy="2155351"/>
          </a:xfrm>
        </p:grpSpPr>
        <p:sp>
          <p:nvSpPr>
            <p:cNvPr id="3" name="Freeform 3"/>
            <p:cNvSpPr/>
            <p:nvPr/>
          </p:nvSpPr>
          <p:spPr>
            <a:xfrm rot="21240511">
              <a:off x="148531" y="-35841"/>
              <a:ext cx="3548051" cy="2102481"/>
            </a:xfrm>
            <a:custGeom>
              <a:avLst/>
              <a:gdLst/>
              <a:ahLst/>
              <a:cxnLst/>
              <a:rect l="l" t="t" r="r" b="b"/>
              <a:pathLst>
                <a:path w="4816592" h="2117251">
                  <a:moveTo>
                    <a:pt x="0" y="0"/>
                  </a:moveTo>
                  <a:lnTo>
                    <a:pt x="4816592" y="0"/>
                  </a:lnTo>
                  <a:lnTo>
                    <a:pt x="4816592" y="2117251"/>
                  </a:lnTo>
                  <a:lnTo>
                    <a:pt x="0" y="2117251"/>
                  </a:lnTo>
                  <a:close/>
                </a:path>
              </a:pathLst>
            </a:custGeom>
            <a:solidFill>
              <a:srgbClr val="0E0440"/>
            </a:solidFill>
          </p:spPr>
        </p:sp>
        <p:sp>
          <p:nvSpPr>
            <p:cNvPr id="4" name="TextBox 4"/>
            <p:cNvSpPr txBox="1"/>
            <p:nvPr/>
          </p:nvSpPr>
          <p:spPr>
            <a:xfrm>
              <a:off x="0" y="-38100"/>
              <a:ext cx="4816593" cy="2155351"/>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0" y="5545023"/>
            <a:ext cx="9144000" cy="910529"/>
          </a:xfrm>
          <a:prstGeom prst="rect">
            <a:avLst/>
          </a:prstGeom>
        </p:spPr>
        <p:txBody>
          <a:bodyPr lIns="0" tIns="0" rIns="0" bIns="0" rtlCol="0" anchor="t">
            <a:spAutoFit/>
          </a:bodyPr>
          <a:lstStyle/>
          <a:p>
            <a:pPr algn="ctr">
              <a:lnSpc>
                <a:spcPts val="6445"/>
              </a:lnSpc>
            </a:pPr>
            <a:r>
              <a:rPr lang="en-US" sz="5859">
                <a:solidFill>
                  <a:srgbClr val="0E0440"/>
                </a:solidFill>
                <a:latin typeface="Horizon"/>
                <a:ea typeface="Horizon"/>
                <a:cs typeface="Horizon"/>
                <a:sym typeface="Horizon"/>
              </a:rPr>
              <a:t>DIAGRAMAS DE</a:t>
            </a:r>
          </a:p>
        </p:txBody>
      </p:sp>
      <p:sp>
        <p:nvSpPr>
          <p:cNvPr id="6" name="TextBox 6"/>
          <p:cNvSpPr txBox="1"/>
          <p:nvPr/>
        </p:nvSpPr>
        <p:spPr>
          <a:xfrm>
            <a:off x="0" y="6240532"/>
            <a:ext cx="9144000" cy="910529"/>
          </a:xfrm>
          <a:prstGeom prst="rect">
            <a:avLst/>
          </a:prstGeom>
        </p:spPr>
        <p:txBody>
          <a:bodyPr lIns="0" tIns="0" rIns="0" bIns="0" rtlCol="0" anchor="t">
            <a:spAutoFit/>
          </a:bodyPr>
          <a:lstStyle/>
          <a:p>
            <a:pPr algn="ctr">
              <a:lnSpc>
                <a:spcPts val="6445"/>
              </a:lnSpc>
            </a:pPr>
            <a:r>
              <a:rPr lang="en-US" sz="5859">
                <a:solidFill>
                  <a:srgbClr val="6647FF">
                    <a:alpha val="69804"/>
                  </a:srgbClr>
                </a:solidFill>
                <a:latin typeface="Horizon"/>
                <a:ea typeface="Horizon"/>
                <a:cs typeface="Horizon"/>
                <a:sym typeface="Horizon"/>
              </a:rPr>
              <a:t>DIAGRAMAS DE</a:t>
            </a:r>
          </a:p>
        </p:txBody>
      </p:sp>
      <p:sp>
        <p:nvSpPr>
          <p:cNvPr id="7" name="TextBox 7"/>
          <p:cNvSpPr txBox="1"/>
          <p:nvPr/>
        </p:nvSpPr>
        <p:spPr>
          <a:xfrm>
            <a:off x="0" y="6936041"/>
            <a:ext cx="9144000" cy="910529"/>
          </a:xfrm>
          <a:prstGeom prst="rect">
            <a:avLst/>
          </a:prstGeom>
        </p:spPr>
        <p:txBody>
          <a:bodyPr lIns="0" tIns="0" rIns="0" bIns="0" rtlCol="0" anchor="t">
            <a:spAutoFit/>
          </a:bodyPr>
          <a:lstStyle/>
          <a:p>
            <a:pPr algn="ctr">
              <a:lnSpc>
                <a:spcPts val="6445"/>
              </a:lnSpc>
            </a:pPr>
            <a:r>
              <a:rPr lang="en-US" sz="5859">
                <a:solidFill>
                  <a:srgbClr val="0E0440">
                    <a:alpha val="69804"/>
                  </a:srgbClr>
                </a:solidFill>
                <a:latin typeface="Horizon"/>
                <a:ea typeface="Horizon"/>
                <a:cs typeface="Horizon"/>
                <a:sym typeface="Horizon"/>
              </a:rPr>
              <a:t>DIAGRAMAS DE</a:t>
            </a:r>
          </a:p>
        </p:txBody>
      </p:sp>
      <p:sp>
        <p:nvSpPr>
          <p:cNvPr id="8" name="TextBox 8"/>
          <p:cNvSpPr txBox="1"/>
          <p:nvPr/>
        </p:nvSpPr>
        <p:spPr>
          <a:xfrm>
            <a:off x="0" y="7631550"/>
            <a:ext cx="9144000" cy="910529"/>
          </a:xfrm>
          <a:prstGeom prst="rect">
            <a:avLst/>
          </a:prstGeom>
        </p:spPr>
        <p:txBody>
          <a:bodyPr lIns="0" tIns="0" rIns="0" bIns="0" rtlCol="0" anchor="t">
            <a:spAutoFit/>
          </a:bodyPr>
          <a:lstStyle/>
          <a:p>
            <a:pPr algn="ctr">
              <a:lnSpc>
                <a:spcPts val="6445"/>
              </a:lnSpc>
            </a:pPr>
            <a:r>
              <a:rPr lang="en-US" sz="5859">
                <a:solidFill>
                  <a:srgbClr val="6647FF">
                    <a:alpha val="69804"/>
                  </a:srgbClr>
                </a:solidFill>
                <a:latin typeface="Horizon"/>
                <a:ea typeface="Horizon"/>
                <a:cs typeface="Horizon"/>
                <a:sym typeface="Horizon"/>
              </a:rPr>
              <a:t>DIAGRAMAS DE</a:t>
            </a:r>
          </a:p>
        </p:txBody>
      </p:sp>
      <p:sp>
        <p:nvSpPr>
          <p:cNvPr id="9" name="TextBox 9"/>
          <p:cNvSpPr txBox="1"/>
          <p:nvPr/>
        </p:nvSpPr>
        <p:spPr>
          <a:xfrm>
            <a:off x="0" y="8327059"/>
            <a:ext cx="9144000" cy="910529"/>
          </a:xfrm>
          <a:prstGeom prst="rect">
            <a:avLst/>
          </a:prstGeom>
        </p:spPr>
        <p:txBody>
          <a:bodyPr lIns="0" tIns="0" rIns="0" bIns="0" rtlCol="0" anchor="t">
            <a:spAutoFit/>
          </a:bodyPr>
          <a:lstStyle/>
          <a:p>
            <a:pPr algn="ctr">
              <a:lnSpc>
                <a:spcPts val="6445"/>
              </a:lnSpc>
            </a:pPr>
            <a:r>
              <a:rPr lang="en-US" sz="5859">
                <a:solidFill>
                  <a:srgbClr val="0E0440">
                    <a:alpha val="40000"/>
                  </a:srgbClr>
                </a:solidFill>
                <a:latin typeface="Horizon"/>
                <a:ea typeface="Horizon"/>
                <a:cs typeface="Horizon"/>
                <a:sym typeface="Horizon"/>
              </a:rPr>
              <a:t>DIAGRAMAS DE</a:t>
            </a:r>
          </a:p>
        </p:txBody>
      </p:sp>
      <p:sp>
        <p:nvSpPr>
          <p:cNvPr id="10" name="TextBox 10"/>
          <p:cNvSpPr txBox="1"/>
          <p:nvPr/>
        </p:nvSpPr>
        <p:spPr>
          <a:xfrm>
            <a:off x="0" y="9022568"/>
            <a:ext cx="9144000" cy="910529"/>
          </a:xfrm>
          <a:prstGeom prst="rect">
            <a:avLst/>
          </a:prstGeom>
        </p:spPr>
        <p:txBody>
          <a:bodyPr lIns="0" tIns="0" rIns="0" bIns="0" rtlCol="0" anchor="t">
            <a:spAutoFit/>
          </a:bodyPr>
          <a:lstStyle/>
          <a:p>
            <a:pPr algn="ctr">
              <a:lnSpc>
                <a:spcPts val="6445"/>
              </a:lnSpc>
            </a:pPr>
            <a:r>
              <a:rPr lang="en-US" sz="5859">
                <a:solidFill>
                  <a:srgbClr val="6647FF">
                    <a:alpha val="40000"/>
                  </a:srgbClr>
                </a:solidFill>
                <a:latin typeface="Horizon"/>
                <a:ea typeface="Horizon"/>
                <a:cs typeface="Horizon"/>
                <a:sym typeface="Horizon"/>
              </a:rPr>
              <a:t>DIAGRAMAS DE</a:t>
            </a:r>
          </a:p>
        </p:txBody>
      </p:sp>
      <p:sp>
        <p:nvSpPr>
          <p:cNvPr id="11" name="TextBox 11"/>
          <p:cNvSpPr txBox="1"/>
          <p:nvPr/>
        </p:nvSpPr>
        <p:spPr>
          <a:xfrm>
            <a:off x="0" y="9718077"/>
            <a:ext cx="9144000" cy="910529"/>
          </a:xfrm>
          <a:prstGeom prst="rect">
            <a:avLst/>
          </a:prstGeom>
        </p:spPr>
        <p:txBody>
          <a:bodyPr lIns="0" tIns="0" rIns="0" bIns="0" rtlCol="0" anchor="t">
            <a:spAutoFit/>
          </a:bodyPr>
          <a:lstStyle/>
          <a:p>
            <a:pPr algn="ctr">
              <a:lnSpc>
                <a:spcPts val="6445"/>
              </a:lnSpc>
            </a:pPr>
            <a:r>
              <a:rPr lang="en-US" sz="5859">
                <a:solidFill>
                  <a:srgbClr val="0E0440">
                    <a:alpha val="40000"/>
                  </a:srgbClr>
                </a:solidFill>
                <a:latin typeface="Horizon"/>
                <a:ea typeface="Horizon"/>
                <a:cs typeface="Horizon"/>
                <a:sym typeface="Horizon"/>
              </a:rPr>
              <a:t>DIAGRAMAS DE</a:t>
            </a:r>
          </a:p>
        </p:txBody>
      </p:sp>
      <p:sp>
        <p:nvSpPr>
          <p:cNvPr id="12" name="TextBox 12"/>
          <p:cNvSpPr txBox="1"/>
          <p:nvPr/>
        </p:nvSpPr>
        <p:spPr>
          <a:xfrm>
            <a:off x="0" y="676459"/>
            <a:ext cx="9144000" cy="910529"/>
          </a:xfrm>
          <a:prstGeom prst="rect">
            <a:avLst/>
          </a:prstGeom>
        </p:spPr>
        <p:txBody>
          <a:bodyPr lIns="0" tIns="0" rIns="0" bIns="0" rtlCol="0" anchor="t">
            <a:spAutoFit/>
          </a:bodyPr>
          <a:lstStyle/>
          <a:p>
            <a:pPr algn="ctr">
              <a:lnSpc>
                <a:spcPts val="6445"/>
              </a:lnSpc>
            </a:pPr>
            <a:r>
              <a:rPr lang="en-US" sz="5859">
                <a:solidFill>
                  <a:srgbClr val="6647FF">
                    <a:alpha val="40000"/>
                  </a:srgbClr>
                </a:solidFill>
                <a:latin typeface="Horizon"/>
                <a:ea typeface="Horizon"/>
                <a:cs typeface="Horizon"/>
                <a:sym typeface="Horizon"/>
              </a:rPr>
              <a:t>DIAGRAMAS DE</a:t>
            </a:r>
          </a:p>
        </p:txBody>
      </p:sp>
      <p:sp>
        <p:nvSpPr>
          <p:cNvPr id="13" name="TextBox 13"/>
          <p:cNvSpPr txBox="1"/>
          <p:nvPr/>
        </p:nvSpPr>
        <p:spPr>
          <a:xfrm>
            <a:off x="0" y="-19050"/>
            <a:ext cx="9144000" cy="910529"/>
          </a:xfrm>
          <a:prstGeom prst="rect">
            <a:avLst/>
          </a:prstGeom>
        </p:spPr>
        <p:txBody>
          <a:bodyPr lIns="0" tIns="0" rIns="0" bIns="0" rtlCol="0" anchor="t">
            <a:spAutoFit/>
          </a:bodyPr>
          <a:lstStyle/>
          <a:p>
            <a:pPr algn="ctr">
              <a:lnSpc>
                <a:spcPts val="6445"/>
              </a:lnSpc>
            </a:pPr>
            <a:r>
              <a:rPr lang="en-US" sz="5859">
                <a:solidFill>
                  <a:srgbClr val="0E0440">
                    <a:alpha val="40000"/>
                  </a:srgbClr>
                </a:solidFill>
                <a:latin typeface="Horizon"/>
                <a:ea typeface="Horizon"/>
                <a:cs typeface="Horizon"/>
                <a:sym typeface="Horizon"/>
              </a:rPr>
              <a:t>DIAGRAMAS DE</a:t>
            </a:r>
          </a:p>
        </p:txBody>
      </p:sp>
      <p:sp>
        <p:nvSpPr>
          <p:cNvPr id="14" name="Freeform 14"/>
          <p:cNvSpPr/>
          <p:nvPr/>
        </p:nvSpPr>
        <p:spPr>
          <a:xfrm rot="16200000">
            <a:off x="4216217" y="4016339"/>
            <a:ext cx="10424994" cy="2237160"/>
          </a:xfrm>
          <a:custGeom>
            <a:avLst/>
            <a:gdLst/>
            <a:ahLst/>
            <a:cxnLst/>
            <a:rect l="l" t="t" r="r" b="b"/>
            <a:pathLst>
              <a:path w="11024599" h="2986664">
                <a:moveTo>
                  <a:pt x="0" y="0"/>
                </a:moveTo>
                <a:lnTo>
                  <a:pt x="11024600" y="0"/>
                </a:lnTo>
                <a:lnTo>
                  <a:pt x="11024600" y="2986664"/>
                </a:lnTo>
                <a:lnTo>
                  <a:pt x="0" y="29866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8219870" y="5888356"/>
            <a:ext cx="8943329" cy="4191000"/>
          </a:xfrm>
          <a:prstGeom prst="rect">
            <a:avLst/>
          </a:prstGeom>
        </p:spPr>
        <p:txBody>
          <a:bodyPr lIns="0" tIns="0" rIns="0" bIns="0" rtlCol="0" anchor="t">
            <a:spAutoFit/>
          </a:bodyPr>
          <a:lstStyle/>
          <a:p>
            <a:pPr algn="r">
              <a:lnSpc>
                <a:spcPts val="16800"/>
              </a:lnSpc>
            </a:pPr>
            <a:r>
              <a:rPr lang="en-US" sz="12000">
                <a:solidFill>
                  <a:srgbClr val="FCFCFC"/>
                </a:solidFill>
                <a:latin typeface="Oswald Bold"/>
                <a:ea typeface="Oswald Bold"/>
                <a:cs typeface="Oswald Bold"/>
                <a:sym typeface="Oswald Bold"/>
              </a:rPr>
              <a:t>INTERAÇÃO GERAL</a:t>
            </a:r>
          </a:p>
        </p:txBody>
      </p:sp>
      <p:sp>
        <p:nvSpPr>
          <p:cNvPr id="16" name="TextBox 16"/>
          <p:cNvSpPr txBox="1"/>
          <p:nvPr/>
        </p:nvSpPr>
        <p:spPr>
          <a:xfrm>
            <a:off x="9433878" y="343508"/>
            <a:ext cx="7729321" cy="3390900"/>
          </a:xfrm>
          <a:prstGeom prst="rect">
            <a:avLst/>
          </a:prstGeom>
        </p:spPr>
        <p:txBody>
          <a:bodyPr lIns="0" tIns="0" rIns="0" bIns="0" rtlCol="0" anchor="t">
            <a:spAutoFit/>
          </a:bodyPr>
          <a:lstStyle/>
          <a:p>
            <a:pPr algn="r">
              <a:lnSpc>
                <a:spcPts val="13200"/>
              </a:lnSpc>
            </a:pPr>
            <a:r>
              <a:rPr lang="en-US" sz="12000">
                <a:solidFill>
                  <a:srgbClr val="FCFCFC"/>
                </a:solidFill>
                <a:latin typeface="Oswald Bold"/>
                <a:ea typeface="Oswald Bold"/>
                <a:cs typeface="Oswald Bold"/>
                <a:sym typeface="Oswald Bold"/>
              </a:rPr>
              <a:t>CASOS DE USO</a:t>
            </a:r>
          </a:p>
        </p:txBody>
      </p:sp>
      <p:sp>
        <p:nvSpPr>
          <p:cNvPr id="17" name="TextBox 17"/>
          <p:cNvSpPr txBox="1"/>
          <p:nvPr/>
        </p:nvSpPr>
        <p:spPr>
          <a:xfrm>
            <a:off x="15264314" y="4124933"/>
            <a:ext cx="1898885" cy="1714500"/>
          </a:xfrm>
          <a:prstGeom prst="rect">
            <a:avLst/>
          </a:prstGeom>
        </p:spPr>
        <p:txBody>
          <a:bodyPr lIns="0" tIns="0" rIns="0" bIns="0" rtlCol="0" anchor="t">
            <a:spAutoFit/>
          </a:bodyPr>
          <a:lstStyle/>
          <a:p>
            <a:pPr algn="r">
              <a:lnSpc>
                <a:spcPts val="13200"/>
              </a:lnSpc>
            </a:pPr>
            <a:r>
              <a:rPr lang="en-US" sz="12000">
                <a:solidFill>
                  <a:srgbClr val="FCFCFC"/>
                </a:solidFill>
                <a:latin typeface="Oswald Bold"/>
                <a:ea typeface="Oswald Bold"/>
                <a:cs typeface="Oswald Bold"/>
                <a:sym typeface="Oswald Bold"/>
              </a:rPr>
              <a:t>&amp;</a:t>
            </a:r>
          </a:p>
        </p:txBody>
      </p:sp>
      <p:sp>
        <p:nvSpPr>
          <p:cNvPr id="18" name="TextBox 18"/>
          <p:cNvSpPr txBox="1"/>
          <p:nvPr/>
        </p:nvSpPr>
        <p:spPr>
          <a:xfrm>
            <a:off x="0" y="1371968"/>
            <a:ext cx="9144000" cy="910529"/>
          </a:xfrm>
          <a:prstGeom prst="rect">
            <a:avLst/>
          </a:prstGeom>
        </p:spPr>
        <p:txBody>
          <a:bodyPr lIns="0" tIns="0" rIns="0" bIns="0" rtlCol="0" anchor="t">
            <a:spAutoFit/>
          </a:bodyPr>
          <a:lstStyle/>
          <a:p>
            <a:pPr algn="ctr">
              <a:lnSpc>
                <a:spcPts val="6445"/>
              </a:lnSpc>
            </a:pPr>
            <a:r>
              <a:rPr lang="en-US" sz="5859">
                <a:solidFill>
                  <a:srgbClr val="0E0440">
                    <a:alpha val="40000"/>
                  </a:srgbClr>
                </a:solidFill>
                <a:latin typeface="Horizon"/>
                <a:ea typeface="Horizon"/>
                <a:cs typeface="Horizon"/>
                <a:sym typeface="Horizon"/>
              </a:rPr>
              <a:t>DIAGRAMAS DE</a:t>
            </a:r>
          </a:p>
        </p:txBody>
      </p:sp>
      <p:sp>
        <p:nvSpPr>
          <p:cNvPr id="19" name="TextBox 19"/>
          <p:cNvSpPr txBox="1"/>
          <p:nvPr/>
        </p:nvSpPr>
        <p:spPr>
          <a:xfrm>
            <a:off x="0" y="2067477"/>
            <a:ext cx="9144000" cy="910529"/>
          </a:xfrm>
          <a:prstGeom prst="rect">
            <a:avLst/>
          </a:prstGeom>
        </p:spPr>
        <p:txBody>
          <a:bodyPr lIns="0" tIns="0" rIns="0" bIns="0" rtlCol="0" anchor="t">
            <a:spAutoFit/>
          </a:bodyPr>
          <a:lstStyle/>
          <a:p>
            <a:pPr algn="ctr">
              <a:lnSpc>
                <a:spcPts val="6445"/>
              </a:lnSpc>
            </a:pPr>
            <a:r>
              <a:rPr lang="en-US" sz="5859">
                <a:solidFill>
                  <a:srgbClr val="6647FF">
                    <a:alpha val="69804"/>
                  </a:srgbClr>
                </a:solidFill>
                <a:latin typeface="Horizon"/>
                <a:ea typeface="Horizon"/>
                <a:cs typeface="Horizon"/>
                <a:sym typeface="Horizon"/>
              </a:rPr>
              <a:t>DIAGRAMAS DE</a:t>
            </a:r>
          </a:p>
        </p:txBody>
      </p:sp>
      <p:sp>
        <p:nvSpPr>
          <p:cNvPr id="20" name="TextBox 20"/>
          <p:cNvSpPr txBox="1"/>
          <p:nvPr/>
        </p:nvSpPr>
        <p:spPr>
          <a:xfrm>
            <a:off x="0" y="2762986"/>
            <a:ext cx="9144000" cy="910529"/>
          </a:xfrm>
          <a:prstGeom prst="rect">
            <a:avLst/>
          </a:prstGeom>
        </p:spPr>
        <p:txBody>
          <a:bodyPr lIns="0" tIns="0" rIns="0" bIns="0" rtlCol="0" anchor="t">
            <a:spAutoFit/>
          </a:bodyPr>
          <a:lstStyle/>
          <a:p>
            <a:pPr algn="ctr">
              <a:lnSpc>
                <a:spcPts val="6445"/>
              </a:lnSpc>
            </a:pPr>
            <a:r>
              <a:rPr lang="en-US" sz="5859">
                <a:solidFill>
                  <a:srgbClr val="0E0440">
                    <a:alpha val="69804"/>
                  </a:srgbClr>
                </a:solidFill>
                <a:latin typeface="Horizon"/>
                <a:ea typeface="Horizon"/>
                <a:cs typeface="Horizon"/>
                <a:sym typeface="Horizon"/>
              </a:rPr>
              <a:t>DIAGRAMAS DE</a:t>
            </a:r>
          </a:p>
        </p:txBody>
      </p:sp>
      <p:sp>
        <p:nvSpPr>
          <p:cNvPr id="21" name="TextBox 21"/>
          <p:cNvSpPr txBox="1"/>
          <p:nvPr/>
        </p:nvSpPr>
        <p:spPr>
          <a:xfrm>
            <a:off x="0" y="3462735"/>
            <a:ext cx="9144000" cy="910529"/>
          </a:xfrm>
          <a:prstGeom prst="rect">
            <a:avLst/>
          </a:prstGeom>
        </p:spPr>
        <p:txBody>
          <a:bodyPr lIns="0" tIns="0" rIns="0" bIns="0" rtlCol="0" anchor="t">
            <a:spAutoFit/>
          </a:bodyPr>
          <a:lstStyle/>
          <a:p>
            <a:pPr algn="ctr">
              <a:lnSpc>
                <a:spcPts val="6445"/>
              </a:lnSpc>
            </a:pPr>
            <a:r>
              <a:rPr lang="en-US" sz="5859">
                <a:solidFill>
                  <a:srgbClr val="6647FF">
                    <a:alpha val="69804"/>
                  </a:srgbClr>
                </a:solidFill>
                <a:latin typeface="Horizon"/>
                <a:ea typeface="Horizon"/>
                <a:cs typeface="Horizon"/>
                <a:sym typeface="Horizon"/>
              </a:rPr>
              <a:t>DIAGRAMAS DE</a:t>
            </a:r>
          </a:p>
        </p:txBody>
      </p:sp>
      <p:sp>
        <p:nvSpPr>
          <p:cNvPr id="22" name="TextBox 22"/>
          <p:cNvSpPr txBox="1"/>
          <p:nvPr/>
        </p:nvSpPr>
        <p:spPr>
          <a:xfrm>
            <a:off x="0" y="4154004"/>
            <a:ext cx="9144000" cy="910529"/>
          </a:xfrm>
          <a:prstGeom prst="rect">
            <a:avLst/>
          </a:prstGeom>
        </p:spPr>
        <p:txBody>
          <a:bodyPr lIns="0" tIns="0" rIns="0" bIns="0" rtlCol="0" anchor="t">
            <a:spAutoFit/>
          </a:bodyPr>
          <a:lstStyle/>
          <a:p>
            <a:pPr algn="ctr">
              <a:lnSpc>
                <a:spcPts val="6445"/>
              </a:lnSpc>
            </a:pPr>
            <a:r>
              <a:rPr lang="en-US" sz="5859">
                <a:solidFill>
                  <a:srgbClr val="0E0440"/>
                </a:solidFill>
                <a:latin typeface="Horizon"/>
                <a:ea typeface="Horizon"/>
                <a:cs typeface="Horizon"/>
                <a:sym typeface="Horizon"/>
              </a:rPr>
              <a:t>DIAGRAMAS DE</a:t>
            </a:r>
          </a:p>
        </p:txBody>
      </p:sp>
      <p:sp>
        <p:nvSpPr>
          <p:cNvPr id="23" name="TextBox 23"/>
          <p:cNvSpPr txBox="1"/>
          <p:nvPr/>
        </p:nvSpPr>
        <p:spPr>
          <a:xfrm>
            <a:off x="0" y="4849514"/>
            <a:ext cx="9144000" cy="910529"/>
          </a:xfrm>
          <a:prstGeom prst="rect">
            <a:avLst/>
          </a:prstGeom>
        </p:spPr>
        <p:txBody>
          <a:bodyPr lIns="0" tIns="0" rIns="0" bIns="0" rtlCol="0" anchor="t">
            <a:spAutoFit/>
          </a:bodyPr>
          <a:lstStyle/>
          <a:p>
            <a:pPr algn="ctr">
              <a:lnSpc>
                <a:spcPts val="6445"/>
              </a:lnSpc>
            </a:pPr>
            <a:r>
              <a:rPr lang="en-US" sz="5859">
                <a:solidFill>
                  <a:srgbClr val="6647FF"/>
                </a:solidFill>
                <a:latin typeface="Horizon"/>
                <a:ea typeface="Horizon"/>
                <a:cs typeface="Horizon"/>
                <a:sym typeface="Horizon"/>
              </a:rPr>
              <a:t>DIAGRAMAS DE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040511">
            <a:off x="5500306" y="710753"/>
            <a:ext cx="18288000" cy="8478277"/>
            <a:chOff x="0" y="-115711"/>
            <a:chExt cx="4816593" cy="2232962"/>
          </a:xfrm>
        </p:grpSpPr>
        <p:sp>
          <p:nvSpPr>
            <p:cNvPr id="3" name="Freeform 3"/>
            <p:cNvSpPr/>
            <p:nvPr/>
          </p:nvSpPr>
          <p:spPr>
            <a:xfrm rot="21240511">
              <a:off x="990074" y="-115711"/>
              <a:ext cx="2714268" cy="2077771"/>
            </a:xfrm>
            <a:custGeom>
              <a:avLst/>
              <a:gdLst/>
              <a:ahLst/>
              <a:cxnLst/>
              <a:rect l="l" t="t" r="r" b="b"/>
              <a:pathLst>
                <a:path w="4816592" h="2117251">
                  <a:moveTo>
                    <a:pt x="0" y="0"/>
                  </a:moveTo>
                  <a:lnTo>
                    <a:pt x="4816592" y="0"/>
                  </a:lnTo>
                  <a:lnTo>
                    <a:pt x="4816592" y="2117251"/>
                  </a:lnTo>
                  <a:lnTo>
                    <a:pt x="0" y="2117251"/>
                  </a:lnTo>
                  <a:close/>
                </a:path>
              </a:pathLst>
            </a:custGeom>
            <a:solidFill>
              <a:srgbClr val="0E0440"/>
            </a:solidFill>
          </p:spPr>
        </p:sp>
        <p:sp>
          <p:nvSpPr>
            <p:cNvPr id="4" name="TextBox 4"/>
            <p:cNvSpPr txBox="1"/>
            <p:nvPr/>
          </p:nvSpPr>
          <p:spPr>
            <a:xfrm>
              <a:off x="0" y="-38100"/>
              <a:ext cx="4816593" cy="2155351"/>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622978" y="6547036"/>
            <a:ext cx="10356553" cy="1028745"/>
          </a:xfrm>
          <a:prstGeom prst="rect">
            <a:avLst/>
          </a:prstGeom>
        </p:spPr>
        <p:txBody>
          <a:bodyPr lIns="0" tIns="0" rIns="0" bIns="0" rtlCol="0" anchor="t">
            <a:spAutoFit/>
          </a:bodyPr>
          <a:lstStyle/>
          <a:p>
            <a:pPr algn="ctr">
              <a:lnSpc>
                <a:spcPts val="7300"/>
              </a:lnSpc>
            </a:pPr>
            <a:r>
              <a:rPr lang="en-US" sz="6636">
                <a:solidFill>
                  <a:srgbClr val="0E0440">
                    <a:alpha val="80000"/>
                  </a:srgbClr>
                </a:solidFill>
                <a:latin typeface="Horizon"/>
                <a:ea typeface="Horizon"/>
                <a:cs typeface="Horizon"/>
                <a:sym typeface="Horizon"/>
              </a:rPr>
              <a:t>INTEGRANTES </a:t>
            </a:r>
          </a:p>
        </p:txBody>
      </p:sp>
      <p:sp>
        <p:nvSpPr>
          <p:cNvPr id="6" name="TextBox 6"/>
          <p:cNvSpPr txBox="1"/>
          <p:nvPr/>
        </p:nvSpPr>
        <p:spPr>
          <a:xfrm>
            <a:off x="-622978" y="5005855"/>
            <a:ext cx="10356553" cy="1028745"/>
          </a:xfrm>
          <a:prstGeom prst="rect">
            <a:avLst/>
          </a:prstGeom>
        </p:spPr>
        <p:txBody>
          <a:bodyPr lIns="0" tIns="0" rIns="0" bIns="0" rtlCol="0" anchor="t">
            <a:spAutoFit/>
          </a:bodyPr>
          <a:lstStyle/>
          <a:p>
            <a:pPr algn="ctr">
              <a:lnSpc>
                <a:spcPts val="7300"/>
              </a:lnSpc>
            </a:pPr>
            <a:r>
              <a:rPr lang="en-US" sz="6636">
                <a:solidFill>
                  <a:srgbClr val="0E0440"/>
                </a:solidFill>
                <a:latin typeface="Horizon"/>
                <a:ea typeface="Horizon"/>
                <a:cs typeface="Horizon"/>
                <a:sym typeface="Horizon"/>
              </a:rPr>
              <a:t>INTEGRANTES </a:t>
            </a:r>
          </a:p>
        </p:txBody>
      </p:sp>
      <p:sp>
        <p:nvSpPr>
          <p:cNvPr id="7" name="TextBox 7"/>
          <p:cNvSpPr txBox="1"/>
          <p:nvPr/>
        </p:nvSpPr>
        <p:spPr>
          <a:xfrm>
            <a:off x="-622978" y="5776445"/>
            <a:ext cx="10356553" cy="1028745"/>
          </a:xfrm>
          <a:prstGeom prst="rect">
            <a:avLst/>
          </a:prstGeom>
        </p:spPr>
        <p:txBody>
          <a:bodyPr lIns="0" tIns="0" rIns="0" bIns="0" rtlCol="0" anchor="t">
            <a:spAutoFit/>
          </a:bodyPr>
          <a:lstStyle/>
          <a:p>
            <a:pPr algn="ctr">
              <a:lnSpc>
                <a:spcPts val="7300"/>
              </a:lnSpc>
            </a:pPr>
            <a:r>
              <a:rPr lang="en-US" sz="6636">
                <a:solidFill>
                  <a:srgbClr val="6647FF"/>
                </a:solidFill>
                <a:latin typeface="Horizon"/>
                <a:ea typeface="Horizon"/>
                <a:cs typeface="Horizon"/>
                <a:sym typeface="Horizon"/>
              </a:rPr>
              <a:t>INTEGRANTES </a:t>
            </a:r>
          </a:p>
        </p:txBody>
      </p:sp>
      <p:sp>
        <p:nvSpPr>
          <p:cNvPr id="8" name="TextBox 8"/>
          <p:cNvSpPr txBox="1"/>
          <p:nvPr/>
        </p:nvSpPr>
        <p:spPr>
          <a:xfrm>
            <a:off x="-622978" y="7317627"/>
            <a:ext cx="10356553" cy="1028745"/>
          </a:xfrm>
          <a:prstGeom prst="rect">
            <a:avLst/>
          </a:prstGeom>
        </p:spPr>
        <p:txBody>
          <a:bodyPr lIns="0" tIns="0" rIns="0" bIns="0" rtlCol="0" anchor="t">
            <a:spAutoFit/>
          </a:bodyPr>
          <a:lstStyle/>
          <a:p>
            <a:pPr algn="ctr">
              <a:lnSpc>
                <a:spcPts val="7300"/>
              </a:lnSpc>
            </a:pPr>
            <a:r>
              <a:rPr lang="en-US" sz="6636">
                <a:solidFill>
                  <a:srgbClr val="6647FF">
                    <a:alpha val="60000"/>
                  </a:srgbClr>
                </a:solidFill>
                <a:latin typeface="Horizon"/>
                <a:ea typeface="Horizon"/>
                <a:cs typeface="Horizon"/>
                <a:sym typeface="Horizon"/>
              </a:rPr>
              <a:t>INTEGRANTES </a:t>
            </a:r>
          </a:p>
        </p:txBody>
      </p:sp>
      <p:sp>
        <p:nvSpPr>
          <p:cNvPr id="9" name="TextBox 9"/>
          <p:cNvSpPr txBox="1"/>
          <p:nvPr/>
        </p:nvSpPr>
        <p:spPr>
          <a:xfrm>
            <a:off x="-622978" y="8088218"/>
            <a:ext cx="10356553" cy="1028745"/>
          </a:xfrm>
          <a:prstGeom prst="rect">
            <a:avLst/>
          </a:prstGeom>
        </p:spPr>
        <p:txBody>
          <a:bodyPr lIns="0" tIns="0" rIns="0" bIns="0" rtlCol="0" anchor="t">
            <a:spAutoFit/>
          </a:bodyPr>
          <a:lstStyle/>
          <a:p>
            <a:pPr algn="ctr">
              <a:lnSpc>
                <a:spcPts val="7300"/>
              </a:lnSpc>
            </a:pPr>
            <a:r>
              <a:rPr lang="en-US" sz="6636">
                <a:solidFill>
                  <a:srgbClr val="0E0440">
                    <a:alpha val="60000"/>
                  </a:srgbClr>
                </a:solidFill>
                <a:latin typeface="Horizon"/>
                <a:ea typeface="Horizon"/>
                <a:cs typeface="Horizon"/>
                <a:sym typeface="Horizon"/>
              </a:rPr>
              <a:t>INTEGRANTES </a:t>
            </a:r>
          </a:p>
        </p:txBody>
      </p:sp>
      <p:sp>
        <p:nvSpPr>
          <p:cNvPr id="10" name="TextBox 10"/>
          <p:cNvSpPr txBox="1"/>
          <p:nvPr/>
        </p:nvSpPr>
        <p:spPr>
          <a:xfrm>
            <a:off x="-622978" y="8858809"/>
            <a:ext cx="10356553" cy="1028745"/>
          </a:xfrm>
          <a:prstGeom prst="rect">
            <a:avLst/>
          </a:prstGeom>
        </p:spPr>
        <p:txBody>
          <a:bodyPr lIns="0" tIns="0" rIns="0" bIns="0" rtlCol="0" anchor="t">
            <a:spAutoFit/>
          </a:bodyPr>
          <a:lstStyle/>
          <a:p>
            <a:pPr algn="ctr">
              <a:lnSpc>
                <a:spcPts val="7300"/>
              </a:lnSpc>
            </a:pPr>
            <a:r>
              <a:rPr lang="en-US" sz="6636">
                <a:solidFill>
                  <a:srgbClr val="6647FF">
                    <a:alpha val="40000"/>
                  </a:srgbClr>
                </a:solidFill>
                <a:latin typeface="Horizon"/>
                <a:ea typeface="Horizon"/>
                <a:cs typeface="Horizon"/>
                <a:sym typeface="Horizon"/>
              </a:rPr>
              <a:t>INTEGRANTES </a:t>
            </a:r>
          </a:p>
        </p:txBody>
      </p:sp>
      <p:sp>
        <p:nvSpPr>
          <p:cNvPr id="11" name="TextBox 11"/>
          <p:cNvSpPr txBox="1"/>
          <p:nvPr/>
        </p:nvSpPr>
        <p:spPr>
          <a:xfrm>
            <a:off x="-622978" y="9629399"/>
            <a:ext cx="10356553" cy="1028745"/>
          </a:xfrm>
          <a:prstGeom prst="rect">
            <a:avLst/>
          </a:prstGeom>
        </p:spPr>
        <p:txBody>
          <a:bodyPr lIns="0" tIns="0" rIns="0" bIns="0" rtlCol="0" anchor="t">
            <a:spAutoFit/>
          </a:bodyPr>
          <a:lstStyle/>
          <a:p>
            <a:pPr algn="ctr">
              <a:lnSpc>
                <a:spcPts val="7300"/>
              </a:lnSpc>
            </a:pPr>
            <a:r>
              <a:rPr lang="en-US" sz="6636">
                <a:solidFill>
                  <a:srgbClr val="0E0440">
                    <a:alpha val="40000"/>
                  </a:srgbClr>
                </a:solidFill>
                <a:latin typeface="Horizon"/>
                <a:ea typeface="Horizon"/>
                <a:cs typeface="Horizon"/>
                <a:sym typeface="Horizon"/>
              </a:rPr>
              <a:t>INTEGRANTES </a:t>
            </a:r>
          </a:p>
        </p:txBody>
      </p:sp>
      <p:sp>
        <p:nvSpPr>
          <p:cNvPr id="12" name="TextBox 12"/>
          <p:cNvSpPr txBox="1"/>
          <p:nvPr/>
        </p:nvSpPr>
        <p:spPr>
          <a:xfrm>
            <a:off x="-622978" y="-34179"/>
            <a:ext cx="10281603" cy="957378"/>
          </a:xfrm>
          <a:prstGeom prst="rect">
            <a:avLst/>
          </a:prstGeom>
        </p:spPr>
        <p:txBody>
          <a:bodyPr wrap="square" lIns="0" tIns="0" rIns="0" bIns="0" rtlCol="0" anchor="t">
            <a:spAutoFit/>
          </a:bodyPr>
          <a:lstStyle/>
          <a:p>
            <a:pPr algn="ctr">
              <a:lnSpc>
                <a:spcPts val="7300"/>
              </a:lnSpc>
            </a:pPr>
            <a:r>
              <a:rPr lang="en-US" sz="6636">
                <a:solidFill>
                  <a:srgbClr val="6647FF">
                    <a:alpha val="40000"/>
                  </a:srgbClr>
                </a:solidFill>
                <a:latin typeface="Horizon"/>
                <a:ea typeface="Horizon"/>
                <a:cs typeface="Horizon"/>
                <a:sym typeface="Horizon"/>
              </a:rPr>
              <a:t>INTEGRANTES </a:t>
            </a:r>
          </a:p>
        </p:txBody>
      </p:sp>
      <p:sp>
        <p:nvSpPr>
          <p:cNvPr id="13" name="TextBox 13"/>
          <p:cNvSpPr txBox="1"/>
          <p:nvPr/>
        </p:nvSpPr>
        <p:spPr>
          <a:xfrm>
            <a:off x="-622978" y="380397"/>
            <a:ext cx="10356553" cy="1028745"/>
          </a:xfrm>
          <a:prstGeom prst="rect">
            <a:avLst/>
          </a:prstGeom>
        </p:spPr>
        <p:txBody>
          <a:bodyPr lIns="0" tIns="0" rIns="0" bIns="0" rtlCol="0" anchor="t">
            <a:spAutoFit/>
          </a:bodyPr>
          <a:lstStyle/>
          <a:p>
            <a:pPr algn="ctr">
              <a:lnSpc>
                <a:spcPts val="7300"/>
              </a:lnSpc>
            </a:pPr>
            <a:r>
              <a:rPr lang="en-US" sz="6636">
                <a:solidFill>
                  <a:srgbClr val="0E0440">
                    <a:alpha val="40000"/>
                  </a:srgbClr>
                </a:solidFill>
                <a:latin typeface="Horizon"/>
                <a:ea typeface="Horizon"/>
                <a:cs typeface="Horizon"/>
                <a:sym typeface="Horizon"/>
              </a:rPr>
              <a:t>INTEGRANTES </a:t>
            </a:r>
          </a:p>
        </p:txBody>
      </p:sp>
      <p:sp>
        <p:nvSpPr>
          <p:cNvPr id="14" name="TextBox 14"/>
          <p:cNvSpPr txBox="1"/>
          <p:nvPr/>
        </p:nvSpPr>
        <p:spPr>
          <a:xfrm>
            <a:off x="-622978" y="1150987"/>
            <a:ext cx="10356553" cy="1028745"/>
          </a:xfrm>
          <a:prstGeom prst="rect">
            <a:avLst/>
          </a:prstGeom>
        </p:spPr>
        <p:txBody>
          <a:bodyPr lIns="0" tIns="0" rIns="0" bIns="0" rtlCol="0" anchor="t">
            <a:spAutoFit/>
          </a:bodyPr>
          <a:lstStyle/>
          <a:p>
            <a:pPr algn="ctr">
              <a:lnSpc>
                <a:spcPts val="7300"/>
              </a:lnSpc>
            </a:pPr>
            <a:r>
              <a:rPr lang="en-US" sz="6636">
                <a:solidFill>
                  <a:srgbClr val="6647FF">
                    <a:alpha val="60000"/>
                  </a:srgbClr>
                </a:solidFill>
                <a:latin typeface="Horizon"/>
                <a:ea typeface="Horizon"/>
                <a:cs typeface="Horizon"/>
                <a:sym typeface="Horizon"/>
              </a:rPr>
              <a:t>INTEGRANTES </a:t>
            </a:r>
          </a:p>
        </p:txBody>
      </p:sp>
      <p:sp>
        <p:nvSpPr>
          <p:cNvPr id="15" name="Freeform 15"/>
          <p:cNvSpPr/>
          <p:nvPr/>
        </p:nvSpPr>
        <p:spPr>
          <a:xfrm rot="16200000">
            <a:off x="4451557" y="3725762"/>
            <a:ext cx="10350042" cy="2818027"/>
          </a:xfrm>
          <a:custGeom>
            <a:avLst/>
            <a:gdLst/>
            <a:ahLst/>
            <a:cxnLst/>
            <a:rect l="l" t="t" r="r" b="b"/>
            <a:pathLst>
              <a:path w="11024599" h="2986664">
                <a:moveTo>
                  <a:pt x="0" y="0"/>
                </a:moveTo>
                <a:lnTo>
                  <a:pt x="11024600" y="0"/>
                </a:lnTo>
                <a:lnTo>
                  <a:pt x="11024600" y="2986664"/>
                </a:lnTo>
                <a:lnTo>
                  <a:pt x="0" y="29866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9560998" y="6047912"/>
            <a:ext cx="9712551" cy="2704523"/>
          </a:xfrm>
          <a:prstGeom prst="rect">
            <a:avLst/>
          </a:prstGeom>
        </p:spPr>
        <p:txBody>
          <a:bodyPr lIns="0" tIns="0" rIns="0" bIns="0" rtlCol="0" anchor="t">
            <a:spAutoFit/>
          </a:bodyPr>
          <a:lstStyle/>
          <a:p>
            <a:pPr algn="l">
              <a:lnSpc>
                <a:spcPts val="4179"/>
              </a:lnSpc>
            </a:pPr>
            <a:r>
              <a:rPr lang="en-US" sz="3799" dirty="0">
                <a:solidFill>
                  <a:srgbClr val="FCFCFC"/>
                </a:solidFill>
                <a:latin typeface="Garet Bold"/>
                <a:ea typeface="Garet Bold"/>
                <a:cs typeface="Garet Bold"/>
                <a:sym typeface="Garet Bold"/>
              </a:rPr>
              <a:t>Marina Estrela - RM: 241040  </a:t>
            </a:r>
          </a:p>
          <a:p>
            <a:pPr algn="l">
              <a:lnSpc>
                <a:spcPts val="4179"/>
              </a:lnSpc>
            </a:pPr>
            <a:r>
              <a:rPr lang="en-US" sz="3799" dirty="0">
                <a:solidFill>
                  <a:srgbClr val="FCFCFC"/>
                </a:solidFill>
                <a:latin typeface="Garet Bold"/>
                <a:ea typeface="Garet Bold"/>
                <a:cs typeface="Garet Bold"/>
                <a:sym typeface="Garet Bold"/>
              </a:rPr>
              <a:t>Felipe santos - RM: 241048</a:t>
            </a:r>
          </a:p>
          <a:p>
            <a:pPr algn="l">
              <a:lnSpc>
                <a:spcPts val="4179"/>
              </a:lnSpc>
            </a:pPr>
            <a:r>
              <a:rPr lang="en-US" sz="3750" dirty="0">
                <a:solidFill>
                  <a:srgbClr val="FCFCFC"/>
                </a:solidFill>
                <a:latin typeface="Garet Bold"/>
                <a:ea typeface="Garet Bold"/>
                <a:cs typeface="Garet Bold"/>
                <a:sym typeface="Garet Bold"/>
              </a:rPr>
              <a:t>Victor Porfírio - RM: 241042</a:t>
            </a:r>
            <a:endParaRPr lang="en-US" sz="3750" dirty="0">
              <a:solidFill>
                <a:srgbClr val="FCFCFC"/>
              </a:solidFill>
              <a:latin typeface="Garet Bold"/>
              <a:ea typeface="Garet Bold"/>
              <a:cs typeface="Garet Bold"/>
            </a:endParaRPr>
          </a:p>
          <a:p>
            <a:pPr algn="l">
              <a:lnSpc>
                <a:spcPts val="4179"/>
              </a:lnSpc>
            </a:pPr>
            <a:r>
              <a:rPr lang="en-US" sz="3799" dirty="0">
                <a:solidFill>
                  <a:srgbClr val="FCFCFC"/>
                </a:solidFill>
                <a:latin typeface="Garet Bold"/>
                <a:ea typeface="Garet Bold"/>
                <a:cs typeface="Garet Bold"/>
                <a:sym typeface="Garet Bold"/>
              </a:rPr>
              <a:t>Daniel Ferreira - RM: 241027</a:t>
            </a:r>
          </a:p>
          <a:p>
            <a:pPr algn="l">
              <a:lnSpc>
                <a:spcPts val="4179"/>
              </a:lnSpc>
            </a:pPr>
            <a:endParaRPr lang="en-US" sz="3799">
              <a:solidFill>
                <a:srgbClr val="FCFCFC"/>
              </a:solidFill>
              <a:latin typeface="Garet Bold"/>
              <a:ea typeface="Garet Bold"/>
              <a:cs typeface="Garet Bold"/>
              <a:sym typeface="Garet Bold"/>
            </a:endParaRPr>
          </a:p>
        </p:txBody>
      </p:sp>
      <p:sp>
        <p:nvSpPr>
          <p:cNvPr id="17" name="TextBox 17"/>
          <p:cNvSpPr txBox="1"/>
          <p:nvPr/>
        </p:nvSpPr>
        <p:spPr>
          <a:xfrm>
            <a:off x="-622978" y="1921578"/>
            <a:ext cx="10356553" cy="1028745"/>
          </a:xfrm>
          <a:prstGeom prst="rect">
            <a:avLst/>
          </a:prstGeom>
        </p:spPr>
        <p:txBody>
          <a:bodyPr lIns="0" tIns="0" rIns="0" bIns="0" rtlCol="0" anchor="t">
            <a:spAutoFit/>
          </a:bodyPr>
          <a:lstStyle/>
          <a:p>
            <a:pPr algn="ctr">
              <a:lnSpc>
                <a:spcPts val="7300"/>
              </a:lnSpc>
            </a:pPr>
            <a:r>
              <a:rPr lang="en-US" sz="6636">
                <a:solidFill>
                  <a:srgbClr val="0E0440">
                    <a:alpha val="60000"/>
                  </a:srgbClr>
                </a:solidFill>
                <a:latin typeface="Horizon"/>
                <a:ea typeface="Horizon"/>
                <a:cs typeface="Horizon"/>
                <a:sym typeface="Horizon"/>
              </a:rPr>
              <a:t>INTEGRANTES </a:t>
            </a:r>
          </a:p>
        </p:txBody>
      </p:sp>
      <p:sp>
        <p:nvSpPr>
          <p:cNvPr id="18" name="TextBox 18"/>
          <p:cNvSpPr txBox="1"/>
          <p:nvPr/>
        </p:nvSpPr>
        <p:spPr>
          <a:xfrm>
            <a:off x="-622978" y="2692169"/>
            <a:ext cx="10356553" cy="1028745"/>
          </a:xfrm>
          <a:prstGeom prst="rect">
            <a:avLst/>
          </a:prstGeom>
        </p:spPr>
        <p:txBody>
          <a:bodyPr lIns="0" tIns="0" rIns="0" bIns="0" rtlCol="0" anchor="t">
            <a:spAutoFit/>
          </a:bodyPr>
          <a:lstStyle/>
          <a:p>
            <a:pPr algn="ctr">
              <a:lnSpc>
                <a:spcPts val="7300"/>
              </a:lnSpc>
            </a:pPr>
            <a:r>
              <a:rPr lang="en-US" sz="6636">
                <a:solidFill>
                  <a:srgbClr val="6647FF">
                    <a:alpha val="80000"/>
                  </a:srgbClr>
                </a:solidFill>
                <a:latin typeface="Horizon"/>
                <a:ea typeface="Horizon"/>
                <a:cs typeface="Horizon"/>
                <a:sym typeface="Horizon"/>
              </a:rPr>
              <a:t>INTEGRANTES </a:t>
            </a:r>
          </a:p>
        </p:txBody>
      </p:sp>
      <p:sp>
        <p:nvSpPr>
          <p:cNvPr id="19" name="TextBox 19"/>
          <p:cNvSpPr txBox="1"/>
          <p:nvPr/>
        </p:nvSpPr>
        <p:spPr>
          <a:xfrm>
            <a:off x="-622978" y="3462760"/>
            <a:ext cx="10356553" cy="1028745"/>
          </a:xfrm>
          <a:prstGeom prst="rect">
            <a:avLst/>
          </a:prstGeom>
        </p:spPr>
        <p:txBody>
          <a:bodyPr lIns="0" tIns="0" rIns="0" bIns="0" rtlCol="0" anchor="t">
            <a:spAutoFit/>
          </a:bodyPr>
          <a:lstStyle/>
          <a:p>
            <a:pPr algn="ctr">
              <a:lnSpc>
                <a:spcPts val="7300"/>
              </a:lnSpc>
            </a:pPr>
            <a:r>
              <a:rPr lang="en-US" sz="6636">
                <a:solidFill>
                  <a:srgbClr val="0E0440">
                    <a:alpha val="80000"/>
                  </a:srgbClr>
                </a:solidFill>
                <a:latin typeface="Horizon"/>
                <a:ea typeface="Horizon"/>
                <a:cs typeface="Horizon"/>
                <a:sym typeface="Horizon"/>
              </a:rPr>
              <a:t>INTEGRANTES </a:t>
            </a:r>
          </a:p>
        </p:txBody>
      </p:sp>
      <p:sp>
        <p:nvSpPr>
          <p:cNvPr id="20" name="TextBox 20"/>
          <p:cNvSpPr txBox="1"/>
          <p:nvPr/>
        </p:nvSpPr>
        <p:spPr>
          <a:xfrm>
            <a:off x="-622978" y="4233351"/>
            <a:ext cx="10356553" cy="1028745"/>
          </a:xfrm>
          <a:prstGeom prst="rect">
            <a:avLst/>
          </a:prstGeom>
        </p:spPr>
        <p:txBody>
          <a:bodyPr lIns="0" tIns="0" rIns="0" bIns="0" rtlCol="0" anchor="t">
            <a:spAutoFit/>
          </a:bodyPr>
          <a:lstStyle/>
          <a:p>
            <a:pPr algn="ctr">
              <a:lnSpc>
                <a:spcPts val="7300"/>
              </a:lnSpc>
            </a:pPr>
            <a:r>
              <a:rPr lang="en-US" sz="6636">
                <a:solidFill>
                  <a:srgbClr val="6647FF"/>
                </a:solidFill>
                <a:latin typeface="Horizon"/>
                <a:ea typeface="Horizon"/>
                <a:cs typeface="Horizon"/>
                <a:sym typeface="Horizon"/>
              </a:rPr>
              <a:t>INTEGRANTES </a:t>
            </a:r>
          </a:p>
        </p:txBody>
      </p:sp>
      <p:sp>
        <p:nvSpPr>
          <p:cNvPr id="21" name="TextBox 21"/>
          <p:cNvSpPr txBox="1"/>
          <p:nvPr/>
        </p:nvSpPr>
        <p:spPr>
          <a:xfrm>
            <a:off x="8968288" y="2820136"/>
            <a:ext cx="9074936" cy="2629535"/>
          </a:xfrm>
          <a:prstGeom prst="rect">
            <a:avLst/>
          </a:prstGeom>
        </p:spPr>
        <p:txBody>
          <a:bodyPr lIns="0" tIns="0" rIns="0" bIns="0" rtlCol="0" anchor="t">
            <a:spAutoFit/>
          </a:bodyPr>
          <a:lstStyle/>
          <a:p>
            <a:pPr algn="r">
              <a:lnSpc>
                <a:spcPts val="4180"/>
              </a:lnSpc>
            </a:pPr>
            <a:endParaRPr/>
          </a:p>
          <a:p>
            <a:pPr algn="r">
              <a:lnSpc>
                <a:spcPts val="4180"/>
              </a:lnSpc>
            </a:pPr>
            <a:r>
              <a:rPr lang="en-US" sz="3800">
                <a:solidFill>
                  <a:srgbClr val="FCFCFC"/>
                </a:solidFill>
                <a:latin typeface="Garet Bold"/>
                <a:ea typeface="Garet Bold"/>
                <a:cs typeface="Garet Bold"/>
                <a:sym typeface="Garet Bold"/>
              </a:rPr>
              <a:t>Gustavo Rocha - RM: 241032</a:t>
            </a:r>
          </a:p>
          <a:p>
            <a:pPr algn="r">
              <a:lnSpc>
                <a:spcPts val="4180"/>
              </a:lnSpc>
            </a:pPr>
            <a:r>
              <a:rPr lang="en-US" sz="3800">
                <a:solidFill>
                  <a:srgbClr val="FCFCFC"/>
                </a:solidFill>
                <a:latin typeface="Garet Bold"/>
                <a:ea typeface="Garet Bold"/>
                <a:cs typeface="Garet Bold"/>
                <a:sym typeface="Garet Bold"/>
              </a:rPr>
              <a:t>Kaio de Oliveira - RM: 241654 Nickolas de Souza - RM: 241044</a:t>
            </a:r>
          </a:p>
          <a:p>
            <a:pPr algn="r">
              <a:lnSpc>
                <a:spcPts val="4180"/>
              </a:lnSpc>
            </a:pPr>
            <a:endParaRPr lang="en-US" sz="3800">
              <a:solidFill>
                <a:srgbClr val="FCFCFC"/>
              </a:solidFill>
              <a:latin typeface="Garet Bold"/>
              <a:ea typeface="Garet Bold"/>
              <a:cs typeface="Garet Bold"/>
              <a:sym typeface="Garet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5567" y="0"/>
            <a:ext cx="9368853" cy="10287000"/>
          </a:xfrm>
          <a:custGeom>
            <a:avLst/>
            <a:gdLst/>
            <a:ahLst/>
            <a:cxnLst/>
            <a:rect l="l" t="t" r="r" b="b"/>
            <a:pathLst>
              <a:path w="10305738" h="10287000">
                <a:moveTo>
                  <a:pt x="0" y="0"/>
                </a:moveTo>
                <a:lnTo>
                  <a:pt x="10305737" y="0"/>
                </a:lnTo>
                <a:lnTo>
                  <a:pt x="10305737" y="10287000"/>
                </a:lnTo>
                <a:lnTo>
                  <a:pt x="0" y="10287000"/>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8377258" y="0"/>
            <a:ext cx="9912247" cy="10287000"/>
          </a:xfrm>
          <a:custGeom>
            <a:avLst/>
            <a:gdLst/>
            <a:ahLst/>
            <a:cxnLst/>
            <a:rect l="l" t="t" r="r" b="b"/>
            <a:pathLst>
              <a:path w="10305738" h="10287000">
                <a:moveTo>
                  <a:pt x="0" y="0"/>
                </a:moveTo>
                <a:lnTo>
                  <a:pt x="10305737" y="0"/>
                </a:lnTo>
                <a:lnTo>
                  <a:pt x="10305737" y="10287000"/>
                </a:lnTo>
                <a:lnTo>
                  <a:pt x="0" y="10287000"/>
                </a:lnTo>
                <a:lnTo>
                  <a:pt x="0" y="0"/>
                </a:lnTo>
                <a:close/>
              </a:path>
            </a:pathLst>
          </a:custGeom>
          <a:blipFill>
            <a:blip r:embed="rId4">
              <a:alphaModFix amt="59000"/>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773925" y="692135"/>
            <a:ext cx="14740149" cy="673130"/>
            <a:chOff x="0" y="0"/>
            <a:chExt cx="3267389" cy="149210"/>
          </a:xfrm>
        </p:grpSpPr>
        <p:sp>
          <p:nvSpPr>
            <p:cNvPr id="5" name="Freeform 5"/>
            <p:cNvSpPr/>
            <p:nvPr/>
          </p:nvSpPr>
          <p:spPr>
            <a:xfrm>
              <a:off x="0" y="0"/>
              <a:ext cx="3267389" cy="149210"/>
            </a:xfrm>
            <a:custGeom>
              <a:avLst/>
              <a:gdLst/>
              <a:ahLst/>
              <a:cxnLst/>
              <a:rect l="l" t="t" r="r" b="b"/>
              <a:pathLst>
                <a:path w="3267389" h="149210">
                  <a:moveTo>
                    <a:pt x="26787" y="0"/>
                  </a:moveTo>
                  <a:lnTo>
                    <a:pt x="3240603" y="0"/>
                  </a:lnTo>
                  <a:cubicBezTo>
                    <a:pt x="3247707" y="0"/>
                    <a:pt x="3254520" y="2822"/>
                    <a:pt x="3259544" y="7846"/>
                  </a:cubicBezTo>
                  <a:cubicBezTo>
                    <a:pt x="3264567" y="12869"/>
                    <a:pt x="3267389" y="19682"/>
                    <a:pt x="3267389" y="26787"/>
                  </a:cubicBezTo>
                  <a:lnTo>
                    <a:pt x="3267389" y="122424"/>
                  </a:lnTo>
                  <a:cubicBezTo>
                    <a:pt x="3267389" y="129528"/>
                    <a:pt x="3264567" y="136341"/>
                    <a:pt x="3259544" y="141364"/>
                  </a:cubicBezTo>
                  <a:cubicBezTo>
                    <a:pt x="3254520" y="146388"/>
                    <a:pt x="3247707" y="149210"/>
                    <a:pt x="3240603" y="149210"/>
                  </a:cubicBezTo>
                  <a:lnTo>
                    <a:pt x="26787" y="149210"/>
                  </a:lnTo>
                  <a:cubicBezTo>
                    <a:pt x="19682" y="149210"/>
                    <a:pt x="12869" y="146388"/>
                    <a:pt x="7846" y="141364"/>
                  </a:cubicBezTo>
                  <a:cubicBezTo>
                    <a:pt x="2822" y="136341"/>
                    <a:pt x="0" y="129528"/>
                    <a:pt x="0" y="122424"/>
                  </a:cubicBezTo>
                  <a:lnTo>
                    <a:pt x="0" y="26787"/>
                  </a:lnTo>
                  <a:cubicBezTo>
                    <a:pt x="0" y="19682"/>
                    <a:pt x="2822" y="12869"/>
                    <a:pt x="7846" y="7846"/>
                  </a:cubicBezTo>
                  <a:cubicBezTo>
                    <a:pt x="12869" y="2822"/>
                    <a:pt x="19682" y="0"/>
                    <a:pt x="26787" y="0"/>
                  </a:cubicBezTo>
                  <a:close/>
                </a:path>
              </a:pathLst>
            </a:custGeom>
            <a:solidFill>
              <a:srgbClr val="300E77">
                <a:alpha val="57647"/>
              </a:srgbClr>
            </a:solidFill>
          </p:spPr>
        </p:sp>
        <p:sp>
          <p:nvSpPr>
            <p:cNvPr id="6" name="TextBox 6"/>
            <p:cNvSpPr txBox="1"/>
            <p:nvPr/>
          </p:nvSpPr>
          <p:spPr>
            <a:xfrm>
              <a:off x="0" y="-38100"/>
              <a:ext cx="3267389" cy="18731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773925" y="720853"/>
            <a:ext cx="14740149" cy="645462"/>
            <a:chOff x="0" y="0"/>
            <a:chExt cx="3267389" cy="143077"/>
          </a:xfrm>
        </p:grpSpPr>
        <p:sp>
          <p:nvSpPr>
            <p:cNvPr id="8" name="Freeform 8"/>
            <p:cNvSpPr/>
            <p:nvPr/>
          </p:nvSpPr>
          <p:spPr>
            <a:xfrm>
              <a:off x="0" y="0"/>
              <a:ext cx="3267389" cy="143077"/>
            </a:xfrm>
            <a:custGeom>
              <a:avLst/>
              <a:gdLst/>
              <a:ahLst/>
              <a:cxnLst/>
              <a:rect l="l" t="t" r="r" b="b"/>
              <a:pathLst>
                <a:path w="3267389" h="143077">
                  <a:moveTo>
                    <a:pt x="52523" y="0"/>
                  </a:moveTo>
                  <a:lnTo>
                    <a:pt x="3214867" y="0"/>
                  </a:lnTo>
                  <a:cubicBezTo>
                    <a:pt x="3228797" y="0"/>
                    <a:pt x="3242156" y="5534"/>
                    <a:pt x="3252006" y="15384"/>
                  </a:cubicBezTo>
                  <a:cubicBezTo>
                    <a:pt x="3261856" y="25233"/>
                    <a:pt x="3267389" y="38593"/>
                    <a:pt x="3267389" y="52523"/>
                  </a:cubicBezTo>
                  <a:lnTo>
                    <a:pt x="3267389" y="90554"/>
                  </a:lnTo>
                  <a:cubicBezTo>
                    <a:pt x="3267389" y="119562"/>
                    <a:pt x="3243874" y="143077"/>
                    <a:pt x="3214867" y="143077"/>
                  </a:cubicBezTo>
                  <a:lnTo>
                    <a:pt x="52523" y="143077"/>
                  </a:lnTo>
                  <a:cubicBezTo>
                    <a:pt x="23515" y="143077"/>
                    <a:pt x="0" y="119562"/>
                    <a:pt x="0" y="90554"/>
                  </a:cubicBezTo>
                  <a:lnTo>
                    <a:pt x="0" y="52523"/>
                  </a:lnTo>
                  <a:cubicBezTo>
                    <a:pt x="0" y="23515"/>
                    <a:pt x="23515" y="0"/>
                    <a:pt x="52523" y="0"/>
                  </a:cubicBezTo>
                  <a:close/>
                </a:path>
              </a:pathLst>
            </a:custGeom>
            <a:solidFill>
              <a:srgbClr val="FCFCFC"/>
            </a:solidFill>
          </p:spPr>
        </p:sp>
        <p:sp>
          <p:nvSpPr>
            <p:cNvPr id="9" name="TextBox 9"/>
            <p:cNvSpPr txBox="1"/>
            <p:nvPr/>
          </p:nvSpPr>
          <p:spPr>
            <a:xfrm>
              <a:off x="0" y="-38100"/>
              <a:ext cx="3267389" cy="181177"/>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15746844" y="826192"/>
            <a:ext cx="412189" cy="452503"/>
          </a:xfrm>
          <a:custGeom>
            <a:avLst/>
            <a:gdLst/>
            <a:ahLst/>
            <a:cxnLst/>
            <a:rect l="l" t="t" r="r" b="b"/>
            <a:pathLst>
              <a:path w="412189" h="452503">
                <a:moveTo>
                  <a:pt x="0" y="0"/>
                </a:moveTo>
                <a:lnTo>
                  <a:pt x="412189" y="0"/>
                </a:lnTo>
                <a:lnTo>
                  <a:pt x="412189" y="452503"/>
                </a:lnTo>
                <a:lnTo>
                  <a:pt x="0" y="4525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7172436" y="1643588"/>
            <a:ext cx="10271782" cy="8385377"/>
          </a:xfrm>
          <a:custGeom>
            <a:avLst/>
            <a:gdLst/>
            <a:ahLst/>
            <a:cxnLst/>
            <a:rect l="l" t="t" r="r" b="b"/>
            <a:pathLst>
              <a:path w="10271782" h="8385377">
                <a:moveTo>
                  <a:pt x="0" y="0"/>
                </a:moveTo>
                <a:lnTo>
                  <a:pt x="10271782" y="0"/>
                </a:lnTo>
                <a:lnTo>
                  <a:pt x="10271782" y="8385377"/>
                </a:lnTo>
                <a:lnTo>
                  <a:pt x="0" y="8385377"/>
                </a:lnTo>
                <a:lnTo>
                  <a:pt x="0" y="0"/>
                </a:lnTo>
                <a:close/>
              </a:path>
            </a:pathLst>
          </a:custGeom>
          <a:blipFill>
            <a:blip r:embed="rId8"/>
            <a:stretch>
              <a:fillRect/>
            </a:stretch>
          </a:blipFill>
        </p:spPr>
      </p:sp>
      <p:sp>
        <p:nvSpPr>
          <p:cNvPr id="12" name="TextBox 12"/>
          <p:cNvSpPr txBox="1"/>
          <p:nvPr/>
        </p:nvSpPr>
        <p:spPr>
          <a:xfrm>
            <a:off x="362402" y="1905458"/>
            <a:ext cx="8332067" cy="1409363"/>
          </a:xfrm>
          <a:prstGeom prst="rect">
            <a:avLst/>
          </a:prstGeom>
        </p:spPr>
        <p:txBody>
          <a:bodyPr lIns="0" tIns="0" rIns="0" bIns="0" rtlCol="0" anchor="t">
            <a:spAutoFit/>
          </a:bodyPr>
          <a:lstStyle/>
          <a:p>
            <a:pPr algn="l">
              <a:lnSpc>
                <a:spcPts val="11568"/>
              </a:lnSpc>
            </a:pPr>
            <a:r>
              <a:rPr lang="en-US" sz="8263">
                <a:solidFill>
                  <a:srgbClr val="FFFFFF"/>
                </a:solidFill>
                <a:latin typeface="Garet"/>
                <a:ea typeface="Garet"/>
                <a:cs typeface="Garet"/>
                <a:sym typeface="Garet"/>
              </a:rPr>
              <a:t>O que é?</a:t>
            </a:r>
          </a:p>
        </p:txBody>
      </p:sp>
      <p:sp>
        <p:nvSpPr>
          <p:cNvPr id="13" name="TextBox 13"/>
          <p:cNvSpPr txBox="1"/>
          <p:nvPr/>
        </p:nvSpPr>
        <p:spPr>
          <a:xfrm>
            <a:off x="362402" y="3656024"/>
            <a:ext cx="6430460" cy="6630976"/>
          </a:xfrm>
          <a:prstGeom prst="rect">
            <a:avLst/>
          </a:prstGeom>
        </p:spPr>
        <p:txBody>
          <a:bodyPr lIns="0" tIns="0" rIns="0" bIns="0" rtlCol="0" anchor="t">
            <a:spAutoFit/>
          </a:bodyPr>
          <a:lstStyle/>
          <a:p>
            <a:pPr marL="0" lvl="0" indent="0" algn="just">
              <a:lnSpc>
                <a:spcPts val="4802"/>
              </a:lnSpc>
              <a:spcBef>
                <a:spcPct val="0"/>
              </a:spcBef>
            </a:pPr>
            <a:r>
              <a:rPr lang="en-US" sz="3430">
                <a:solidFill>
                  <a:srgbClr val="FFFFFF"/>
                </a:solidFill>
                <a:latin typeface="Mina"/>
                <a:ea typeface="Mina"/>
                <a:cs typeface="Mina"/>
                <a:sym typeface="Mina"/>
              </a:rPr>
              <a:t> </a:t>
            </a:r>
            <a:r>
              <a:rPr lang="en-US" sz="3430" u="none" strike="noStrike">
                <a:solidFill>
                  <a:srgbClr val="FFFFFF"/>
                </a:solidFill>
                <a:latin typeface="Mina"/>
                <a:ea typeface="Mina"/>
                <a:cs typeface="Mina"/>
                <a:sym typeface="Mina"/>
              </a:rPr>
              <a:t>O Diagrama de Casos de Uso é um dos diagramas da “UML”, sendo uma das formas de modelar um sistema, criando suas classes, relações, atores, entre outras coisas. Ele representa uma das visões de como o usuário poderá interagir com o sistema, e resume os detalhes dos usuários (atores).</a:t>
            </a:r>
          </a:p>
          <a:p>
            <a:pPr marL="0" lvl="0" indent="0" algn="just">
              <a:lnSpc>
                <a:spcPts val="4802"/>
              </a:lnSpc>
              <a:spcBef>
                <a:spcPct val="0"/>
              </a:spcBef>
            </a:pPr>
            <a:endParaRPr lang="en-US" sz="3430" u="none" strike="noStrike">
              <a:solidFill>
                <a:srgbClr val="FFFFFF"/>
              </a:solidFill>
              <a:latin typeface="Mina"/>
              <a:ea typeface="Mina"/>
              <a:cs typeface="Mina"/>
              <a:sym typeface="Mina"/>
            </a:endParaRPr>
          </a:p>
        </p:txBody>
      </p:sp>
      <p:sp>
        <p:nvSpPr>
          <p:cNvPr id="14" name="TextBox 14"/>
          <p:cNvSpPr txBox="1"/>
          <p:nvPr/>
        </p:nvSpPr>
        <p:spPr>
          <a:xfrm>
            <a:off x="3246888" y="652847"/>
            <a:ext cx="11794223" cy="713467"/>
          </a:xfrm>
          <a:prstGeom prst="rect">
            <a:avLst/>
          </a:prstGeom>
        </p:spPr>
        <p:txBody>
          <a:bodyPr lIns="0" tIns="0" rIns="0" bIns="0" rtlCol="0" anchor="t">
            <a:spAutoFit/>
          </a:bodyPr>
          <a:lstStyle/>
          <a:p>
            <a:pPr algn="ctr">
              <a:lnSpc>
                <a:spcPts val="5825"/>
              </a:lnSpc>
            </a:pPr>
            <a:r>
              <a:rPr lang="en-US" sz="4160">
                <a:solidFill>
                  <a:srgbClr val="300E77"/>
                </a:solidFill>
                <a:latin typeface="Mina Bold"/>
                <a:ea typeface="Mina Bold"/>
                <a:cs typeface="Mina Bold"/>
                <a:sym typeface="Mina Bold"/>
              </a:rPr>
              <a:t>Diagrama de Casos de Uso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2278" y="2562"/>
            <a:ext cx="18295867" cy="9900680"/>
          </a:xfrm>
          <a:custGeom>
            <a:avLst/>
            <a:gdLst/>
            <a:ahLst/>
            <a:cxnLst/>
            <a:rect l="l" t="t" r="r" b="b"/>
            <a:pathLst>
              <a:path w="20994096" h="20955925">
                <a:moveTo>
                  <a:pt x="0" y="0"/>
                </a:moveTo>
                <a:lnTo>
                  <a:pt x="20994096" y="0"/>
                </a:lnTo>
                <a:lnTo>
                  <a:pt x="20994096" y="20955925"/>
                </a:lnTo>
                <a:lnTo>
                  <a:pt x="0" y="20955925"/>
                </a:lnTo>
                <a:lnTo>
                  <a:pt x="0" y="0"/>
                </a:lnTo>
                <a:close/>
              </a:path>
            </a:pathLst>
          </a:custGeom>
          <a:blipFill>
            <a:blip r:embed="rId2">
              <a:alphaModFix amt="41000"/>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780302" y="180399"/>
            <a:ext cx="12812401" cy="4379512"/>
          </a:xfrm>
          <a:custGeom>
            <a:avLst/>
            <a:gdLst/>
            <a:ahLst/>
            <a:cxnLst/>
            <a:rect l="l" t="t" r="r" b="b"/>
            <a:pathLst>
              <a:path w="12812401" h="4379512">
                <a:moveTo>
                  <a:pt x="12812400" y="0"/>
                </a:moveTo>
                <a:lnTo>
                  <a:pt x="0" y="0"/>
                </a:lnTo>
                <a:lnTo>
                  <a:pt x="0" y="4379511"/>
                </a:lnTo>
                <a:lnTo>
                  <a:pt x="12812400" y="4379511"/>
                </a:lnTo>
                <a:lnTo>
                  <a:pt x="1281240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819154" y="789004"/>
            <a:ext cx="10734696" cy="3114675"/>
          </a:xfrm>
          <a:prstGeom prst="rect">
            <a:avLst/>
          </a:prstGeom>
        </p:spPr>
        <p:txBody>
          <a:bodyPr lIns="0" tIns="0" rIns="0" bIns="0" rtlCol="0" anchor="t">
            <a:spAutoFit/>
          </a:bodyPr>
          <a:lstStyle/>
          <a:p>
            <a:pPr marL="0" lvl="0" indent="0" algn="just">
              <a:lnSpc>
                <a:spcPts val="4199"/>
              </a:lnSpc>
              <a:spcBef>
                <a:spcPct val="0"/>
              </a:spcBef>
            </a:pPr>
            <a:r>
              <a:rPr lang="en-US" sz="2999">
                <a:solidFill>
                  <a:srgbClr val="FCFCFC"/>
                </a:solidFill>
                <a:latin typeface="Mina"/>
                <a:ea typeface="Mina"/>
                <a:cs typeface="Mina"/>
                <a:sym typeface="Mina"/>
              </a:rPr>
              <a:t>    Ele demonstra também requisitos de software, sejam eles funcionais ou não funcionais, servindo para gerar essa representação e melhorar o entendimento do cliente sobre o sistema que está sendo feito. Em suma, tudo no Diagrama de Casos de Uso se concentra em demonstrar a interação do usuário com as funções do sistema de maneira gráfica.</a:t>
            </a:r>
          </a:p>
        </p:txBody>
      </p:sp>
      <p:sp>
        <p:nvSpPr>
          <p:cNvPr id="5" name="Freeform 5"/>
          <p:cNvSpPr/>
          <p:nvPr/>
        </p:nvSpPr>
        <p:spPr>
          <a:xfrm>
            <a:off x="4204095" y="5143500"/>
            <a:ext cx="1538588" cy="3458794"/>
          </a:xfrm>
          <a:custGeom>
            <a:avLst/>
            <a:gdLst/>
            <a:ahLst/>
            <a:cxnLst/>
            <a:rect l="l" t="t" r="r" b="b"/>
            <a:pathLst>
              <a:path w="1538588" h="3458794">
                <a:moveTo>
                  <a:pt x="0" y="0"/>
                </a:moveTo>
                <a:lnTo>
                  <a:pt x="1538588" y="0"/>
                </a:lnTo>
                <a:lnTo>
                  <a:pt x="1538588" y="3458794"/>
                </a:lnTo>
                <a:lnTo>
                  <a:pt x="0" y="345879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8000800" y="6727320"/>
            <a:ext cx="2081710" cy="874318"/>
          </a:xfrm>
          <a:custGeom>
            <a:avLst/>
            <a:gdLst/>
            <a:ahLst/>
            <a:cxnLst/>
            <a:rect l="l" t="t" r="r" b="b"/>
            <a:pathLst>
              <a:path w="2081710" h="874318">
                <a:moveTo>
                  <a:pt x="0" y="0"/>
                </a:moveTo>
                <a:lnTo>
                  <a:pt x="2081710" y="0"/>
                </a:lnTo>
                <a:lnTo>
                  <a:pt x="2081710" y="874318"/>
                </a:lnTo>
                <a:lnTo>
                  <a:pt x="0" y="8743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flipH="1">
            <a:off x="6087636" y="6727320"/>
            <a:ext cx="2081710" cy="874318"/>
          </a:xfrm>
          <a:custGeom>
            <a:avLst/>
            <a:gdLst/>
            <a:ahLst/>
            <a:cxnLst/>
            <a:rect l="l" t="t" r="r" b="b"/>
            <a:pathLst>
              <a:path w="2081710" h="874318">
                <a:moveTo>
                  <a:pt x="2081710" y="0"/>
                </a:moveTo>
                <a:lnTo>
                  <a:pt x="0" y="0"/>
                </a:lnTo>
                <a:lnTo>
                  <a:pt x="0" y="874318"/>
                </a:lnTo>
                <a:lnTo>
                  <a:pt x="2081710" y="874318"/>
                </a:lnTo>
                <a:lnTo>
                  <a:pt x="208171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8" name="Group 8"/>
          <p:cNvGrpSpPr/>
          <p:nvPr/>
        </p:nvGrpSpPr>
        <p:grpSpPr>
          <a:xfrm>
            <a:off x="10836367" y="4837551"/>
            <a:ext cx="4839964" cy="4643620"/>
            <a:chOff x="0" y="0"/>
            <a:chExt cx="1274723" cy="1223011"/>
          </a:xfrm>
        </p:grpSpPr>
        <p:sp>
          <p:nvSpPr>
            <p:cNvPr id="9" name="Freeform 9"/>
            <p:cNvSpPr/>
            <p:nvPr/>
          </p:nvSpPr>
          <p:spPr>
            <a:xfrm>
              <a:off x="0" y="0"/>
              <a:ext cx="1274723" cy="1223011"/>
            </a:xfrm>
            <a:custGeom>
              <a:avLst/>
              <a:gdLst/>
              <a:ahLst/>
              <a:cxnLst/>
              <a:rect l="l" t="t" r="r" b="b"/>
              <a:pathLst>
                <a:path w="1274723" h="1223011">
                  <a:moveTo>
                    <a:pt x="89577" y="0"/>
                  </a:moveTo>
                  <a:lnTo>
                    <a:pt x="1185146" y="0"/>
                  </a:lnTo>
                  <a:cubicBezTo>
                    <a:pt x="1208904" y="0"/>
                    <a:pt x="1231688" y="9438"/>
                    <a:pt x="1248487" y="26236"/>
                  </a:cubicBezTo>
                  <a:cubicBezTo>
                    <a:pt x="1265285" y="43035"/>
                    <a:pt x="1274723" y="65819"/>
                    <a:pt x="1274723" y="89577"/>
                  </a:cubicBezTo>
                  <a:lnTo>
                    <a:pt x="1274723" y="1133434"/>
                  </a:lnTo>
                  <a:cubicBezTo>
                    <a:pt x="1274723" y="1157192"/>
                    <a:pt x="1265285" y="1179976"/>
                    <a:pt x="1248487" y="1196775"/>
                  </a:cubicBezTo>
                  <a:cubicBezTo>
                    <a:pt x="1231688" y="1213574"/>
                    <a:pt x="1208904" y="1223011"/>
                    <a:pt x="1185146" y="1223011"/>
                  </a:cubicBezTo>
                  <a:lnTo>
                    <a:pt x="89577" y="1223011"/>
                  </a:lnTo>
                  <a:cubicBezTo>
                    <a:pt x="40105" y="1223011"/>
                    <a:pt x="0" y="1182906"/>
                    <a:pt x="0" y="1133434"/>
                  </a:cubicBezTo>
                  <a:lnTo>
                    <a:pt x="0" y="89577"/>
                  </a:lnTo>
                  <a:cubicBezTo>
                    <a:pt x="0" y="40105"/>
                    <a:pt x="40105" y="0"/>
                    <a:pt x="89577" y="0"/>
                  </a:cubicBezTo>
                  <a:close/>
                </a:path>
              </a:pathLst>
            </a:custGeom>
            <a:solidFill>
              <a:srgbClr val="0E0440"/>
            </a:solidFill>
          </p:spPr>
        </p:sp>
        <p:sp>
          <p:nvSpPr>
            <p:cNvPr id="10" name="TextBox 10"/>
            <p:cNvSpPr txBox="1"/>
            <p:nvPr/>
          </p:nvSpPr>
          <p:spPr>
            <a:xfrm>
              <a:off x="0" y="-38100"/>
              <a:ext cx="1274723" cy="1261111"/>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4112074" y="8712976"/>
            <a:ext cx="1630609" cy="985872"/>
          </a:xfrm>
          <a:prstGeom prst="rect">
            <a:avLst/>
          </a:prstGeom>
        </p:spPr>
        <p:txBody>
          <a:bodyPr lIns="0" tIns="0" rIns="0" bIns="0" rtlCol="0" anchor="t">
            <a:spAutoFit/>
          </a:bodyPr>
          <a:lstStyle/>
          <a:p>
            <a:pPr algn="just">
              <a:lnSpc>
                <a:spcPts val="8094"/>
              </a:lnSpc>
            </a:pPr>
            <a:r>
              <a:rPr lang="en-US" sz="5781">
                <a:solidFill>
                  <a:srgbClr val="FCFCFC"/>
                </a:solidFill>
                <a:latin typeface="Mina"/>
                <a:ea typeface="Mina"/>
                <a:cs typeface="Mina"/>
                <a:sym typeface="Mina"/>
              </a:rPr>
              <a:t>Ator</a:t>
            </a:r>
          </a:p>
        </p:txBody>
      </p:sp>
      <p:sp>
        <p:nvSpPr>
          <p:cNvPr id="12" name="TextBox 12"/>
          <p:cNvSpPr txBox="1"/>
          <p:nvPr/>
        </p:nvSpPr>
        <p:spPr>
          <a:xfrm>
            <a:off x="11196757" y="6602784"/>
            <a:ext cx="4119184" cy="998854"/>
          </a:xfrm>
          <a:prstGeom prst="rect">
            <a:avLst/>
          </a:prstGeom>
        </p:spPr>
        <p:txBody>
          <a:bodyPr lIns="0" tIns="0" rIns="0" bIns="0" rtlCol="0" anchor="t">
            <a:spAutoFit/>
          </a:bodyPr>
          <a:lstStyle/>
          <a:p>
            <a:pPr algn="just">
              <a:lnSpc>
                <a:spcPts val="8125"/>
              </a:lnSpc>
            </a:pPr>
            <a:r>
              <a:rPr lang="en-US" sz="5804">
                <a:solidFill>
                  <a:srgbClr val="FCFCFC"/>
                </a:solidFill>
                <a:latin typeface="Mina"/>
                <a:ea typeface="Mina"/>
                <a:cs typeface="Mina"/>
                <a:sym typeface="Mina"/>
              </a:rPr>
              <a:t>Caso de uso</a:t>
            </a:r>
          </a:p>
        </p:txBody>
      </p:sp>
      <p:sp>
        <p:nvSpPr>
          <p:cNvPr id="13" name="TextBox 13"/>
          <p:cNvSpPr txBox="1"/>
          <p:nvPr/>
        </p:nvSpPr>
        <p:spPr>
          <a:xfrm>
            <a:off x="6641164" y="6075784"/>
            <a:ext cx="3056364" cy="797113"/>
          </a:xfrm>
          <a:prstGeom prst="rect">
            <a:avLst/>
          </a:prstGeom>
        </p:spPr>
        <p:txBody>
          <a:bodyPr lIns="0" tIns="0" rIns="0" bIns="0" rtlCol="0" anchor="t">
            <a:spAutoFit/>
          </a:bodyPr>
          <a:lstStyle/>
          <a:p>
            <a:pPr algn="just">
              <a:lnSpc>
                <a:spcPts val="6535"/>
              </a:lnSpc>
            </a:pPr>
            <a:r>
              <a:rPr lang="en-US" sz="4667">
                <a:solidFill>
                  <a:srgbClr val="FCFCFC"/>
                </a:solidFill>
                <a:latin typeface="Mina"/>
                <a:ea typeface="Mina"/>
                <a:cs typeface="Mina"/>
                <a:sym typeface="Mina"/>
              </a:rPr>
              <a:t>Associação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2912" y="-2464"/>
            <a:ext cx="18284318" cy="10285437"/>
          </a:xfrm>
          <a:custGeom>
            <a:avLst/>
            <a:gdLst/>
            <a:ahLst/>
            <a:cxnLst/>
            <a:rect l="l" t="t" r="r" b="b"/>
            <a:pathLst>
              <a:path w="19446056" h="19410699">
                <a:moveTo>
                  <a:pt x="0" y="0"/>
                </a:moveTo>
                <a:lnTo>
                  <a:pt x="19446055" y="0"/>
                </a:lnTo>
                <a:lnTo>
                  <a:pt x="19446055" y="19410700"/>
                </a:lnTo>
                <a:lnTo>
                  <a:pt x="0" y="19410700"/>
                </a:lnTo>
                <a:lnTo>
                  <a:pt x="0" y="0"/>
                </a:lnTo>
                <a:close/>
              </a:path>
            </a:pathLst>
          </a:custGeom>
          <a:blipFill>
            <a:blip r:embed="rId2">
              <a:alphaModFix amt="27000"/>
              <a:extLst>
                <a:ext uri="{96DAC541-7B7A-43D3-8B79-37D633B846F1}">
                  <asvg:svgBlip xmlns:asvg="http://schemas.microsoft.com/office/drawing/2016/SVG/main" r:embed="rId3"/>
                </a:ext>
              </a:extLst>
            </a:blip>
            <a:stretch>
              <a:fillRect/>
            </a:stretch>
          </a:blipFill>
        </p:spPr>
      </p:sp>
      <p:sp>
        <p:nvSpPr>
          <p:cNvPr id="3" name="Freeform 3"/>
          <p:cNvSpPr/>
          <p:nvPr/>
        </p:nvSpPr>
        <p:spPr>
          <a:xfrm>
            <a:off x="484359" y="271085"/>
            <a:ext cx="2395513" cy="2383535"/>
          </a:xfrm>
          <a:custGeom>
            <a:avLst/>
            <a:gdLst/>
            <a:ahLst/>
            <a:cxnLst/>
            <a:rect l="l" t="t" r="r" b="b"/>
            <a:pathLst>
              <a:path w="2395513" h="2383535">
                <a:moveTo>
                  <a:pt x="0" y="0"/>
                </a:moveTo>
                <a:lnTo>
                  <a:pt x="2395512" y="0"/>
                </a:lnTo>
                <a:lnTo>
                  <a:pt x="2395512" y="2383535"/>
                </a:lnTo>
                <a:lnTo>
                  <a:pt x="0" y="2383535"/>
                </a:lnTo>
                <a:lnTo>
                  <a:pt x="0" y="0"/>
                </a:lnTo>
                <a:close/>
              </a:path>
            </a:pathLst>
          </a:custGeom>
          <a:blipFill>
            <a:blip r:embed="rId4">
              <a:alphaModFix amt="93000"/>
              <a:extLst>
                <a:ext uri="{96DAC541-7B7A-43D3-8B79-37D633B846F1}">
                  <asvg:svgBlip xmlns:asvg="http://schemas.microsoft.com/office/drawing/2016/SVG/main" r:embed="rId5"/>
                </a:ext>
              </a:extLst>
            </a:blip>
            <a:stretch>
              <a:fillRect/>
            </a:stretch>
          </a:blipFill>
        </p:spPr>
      </p:sp>
      <p:sp>
        <p:nvSpPr>
          <p:cNvPr id="4" name="Freeform 4"/>
          <p:cNvSpPr/>
          <p:nvPr/>
        </p:nvSpPr>
        <p:spPr>
          <a:xfrm>
            <a:off x="484359" y="3237973"/>
            <a:ext cx="737202" cy="742773"/>
          </a:xfrm>
          <a:custGeom>
            <a:avLst/>
            <a:gdLst/>
            <a:ahLst/>
            <a:cxnLst/>
            <a:rect l="l" t="t" r="r" b="b"/>
            <a:pathLst>
              <a:path w="737202" h="742773">
                <a:moveTo>
                  <a:pt x="0" y="0"/>
                </a:moveTo>
                <a:lnTo>
                  <a:pt x="737202" y="0"/>
                </a:lnTo>
                <a:lnTo>
                  <a:pt x="737202" y="742773"/>
                </a:lnTo>
                <a:lnTo>
                  <a:pt x="0" y="7427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2879871" y="1319978"/>
            <a:ext cx="7939983" cy="1244849"/>
          </a:xfrm>
          <a:prstGeom prst="rect">
            <a:avLst/>
          </a:prstGeom>
        </p:spPr>
        <p:txBody>
          <a:bodyPr lIns="0" tIns="0" rIns="0" bIns="0" rtlCol="0" anchor="t">
            <a:spAutoFit/>
          </a:bodyPr>
          <a:lstStyle/>
          <a:p>
            <a:pPr algn="ctr">
              <a:lnSpc>
                <a:spcPts val="10136"/>
              </a:lnSpc>
              <a:spcBef>
                <a:spcPct val="0"/>
              </a:spcBef>
            </a:pPr>
            <a:r>
              <a:rPr lang="en-US" sz="7240">
                <a:solidFill>
                  <a:srgbClr val="FFFFFF"/>
                </a:solidFill>
                <a:latin typeface="Garet Bold"/>
                <a:ea typeface="Garet Bold"/>
                <a:cs typeface="Garet Bold"/>
                <a:sym typeface="Garet Bold"/>
              </a:rPr>
              <a:t>Componentes:</a:t>
            </a:r>
          </a:p>
        </p:txBody>
      </p:sp>
      <p:sp>
        <p:nvSpPr>
          <p:cNvPr id="6" name="TextBox 6"/>
          <p:cNvSpPr txBox="1"/>
          <p:nvPr/>
        </p:nvSpPr>
        <p:spPr>
          <a:xfrm>
            <a:off x="1490764" y="3441619"/>
            <a:ext cx="15870745" cy="1861544"/>
          </a:xfrm>
          <a:prstGeom prst="rect">
            <a:avLst/>
          </a:prstGeom>
        </p:spPr>
        <p:txBody>
          <a:bodyPr lIns="0" tIns="0" rIns="0" bIns="0" rtlCol="0" anchor="t">
            <a:spAutoFit/>
          </a:bodyPr>
          <a:lstStyle/>
          <a:p>
            <a:pPr algn="just">
              <a:lnSpc>
                <a:spcPts val="5020"/>
              </a:lnSpc>
            </a:pPr>
            <a:r>
              <a:rPr lang="en-US" sz="3585">
                <a:solidFill>
                  <a:srgbClr val="FFFFFF"/>
                </a:solidFill>
                <a:latin typeface="Mina Bold"/>
                <a:ea typeface="Mina Bold"/>
                <a:cs typeface="Mina Bold"/>
                <a:sym typeface="Mina Bold"/>
              </a:rPr>
              <a:t>Cenário:</a:t>
            </a:r>
            <a:r>
              <a:rPr lang="en-US" sz="3585">
                <a:solidFill>
                  <a:srgbClr val="FFFFFF"/>
                </a:solidFill>
                <a:latin typeface="Mina"/>
                <a:ea typeface="Mina"/>
                <a:cs typeface="Mina"/>
                <a:sym typeface="Mina"/>
              </a:rPr>
              <a:t> Sequência de eventos que acontecem quando um usuário interage com o sistema.</a:t>
            </a:r>
          </a:p>
          <a:p>
            <a:pPr marL="0" lvl="0" indent="0" algn="just">
              <a:lnSpc>
                <a:spcPts val="5020"/>
              </a:lnSpc>
              <a:spcBef>
                <a:spcPct val="0"/>
              </a:spcBef>
            </a:pPr>
            <a:endParaRPr lang="en-US" sz="3585">
              <a:solidFill>
                <a:srgbClr val="FFFFFF"/>
              </a:solidFill>
              <a:latin typeface="Mina"/>
              <a:ea typeface="Mina"/>
              <a:cs typeface="Mina"/>
              <a:sym typeface="Mina"/>
            </a:endParaRPr>
          </a:p>
        </p:txBody>
      </p:sp>
      <p:sp>
        <p:nvSpPr>
          <p:cNvPr id="7" name="Freeform 7"/>
          <p:cNvSpPr/>
          <p:nvPr/>
        </p:nvSpPr>
        <p:spPr>
          <a:xfrm>
            <a:off x="484359" y="5143500"/>
            <a:ext cx="737202" cy="742773"/>
          </a:xfrm>
          <a:custGeom>
            <a:avLst/>
            <a:gdLst/>
            <a:ahLst/>
            <a:cxnLst/>
            <a:rect l="l" t="t" r="r" b="b"/>
            <a:pathLst>
              <a:path w="737202" h="742773">
                <a:moveTo>
                  <a:pt x="0" y="0"/>
                </a:moveTo>
                <a:lnTo>
                  <a:pt x="737202" y="0"/>
                </a:lnTo>
                <a:lnTo>
                  <a:pt x="737202" y="742773"/>
                </a:lnTo>
                <a:lnTo>
                  <a:pt x="0" y="7427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1478095" y="5236488"/>
            <a:ext cx="15870745" cy="1232894"/>
          </a:xfrm>
          <a:prstGeom prst="rect">
            <a:avLst/>
          </a:prstGeom>
        </p:spPr>
        <p:txBody>
          <a:bodyPr lIns="0" tIns="0" rIns="0" bIns="0" rtlCol="0" anchor="t">
            <a:spAutoFit/>
          </a:bodyPr>
          <a:lstStyle/>
          <a:p>
            <a:pPr marL="0" lvl="0" indent="0" algn="just">
              <a:lnSpc>
                <a:spcPts val="5020"/>
              </a:lnSpc>
              <a:spcBef>
                <a:spcPct val="0"/>
              </a:spcBef>
            </a:pPr>
            <a:r>
              <a:rPr lang="en-US" sz="3585" u="none" strike="noStrike">
                <a:solidFill>
                  <a:srgbClr val="FFFFFF"/>
                </a:solidFill>
                <a:latin typeface="Mina Bold"/>
                <a:ea typeface="Mina Bold"/>
                <a:cs typeface="Mina Bold"/>
                <a:sym typeface="Mina Bold"/>
              </a:rPr>
              <a:t>Ator: </a:t>
            </a:r>
            <a:r>
              <a:rPr lang="en-US" sz="3585" u="none" strike="noStrike">
                <a:solidFill>
                  <a:srgbClr val="FFFFFF"/>
                </a:solidFill>
                <a:latin typeface="Mina"/>
                <a:ea typeface="Mina"/>
                <a:cs typeface="Mina"/>
                <a:sym typeface="Mina"/>
              </a:rPr>
              <a:t>Usuário do sistema, sendo qualquer coisa que interaja com o seu sistema, seja ele outro sistema ou uma pessoa física;</a:t>
            </a:r>
          </a:p>
        </p:txBody>
      </p:sp>
      <p:sp>
        <p:nvSpPr>
          <p:cNvPr id="9" name="Freeform 9"/>
          <p:cNvSpPr/>
          <p:nvPr/>
        </p:nvSpPr>
        <p:spPr>
          <a:xfrm>
            <a:off x="484359" y="7326632"/>
            <a:ext cx="737202" cy="742773"/>
          </a:xfrm>
          <a:custGeom>
            <a:avLst/>
            <a:gdLst/>
            <a:ahLst/>
            <a:cxnLst/>
            <a:rect l="l" t="t" r="r" b="b"/>
            <a:pathLst>
              <a:path w="737202" h="742773">
                <a:moveTo>
                  <a:pt x="0" y="0"/>
                </a:moveTo>
                <a:lnTo>
                  <a:pt x="737202" y="0"/>
                </a:lnTo>
                <a:lnTo>
                  <a:pt x="737202" y="742773"/>
                </a:lnTo>
                <a:lnTo>
                  <a:pt x="0" y="74277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1503434" y="7351215"/>
            <a:ext cx="15858075" cy="3747494"/>
          </a:xfrm>
          <a:prstGeom prst="rect">
            <a:avLst/>
          </a:prstGeom>
        </p:spPr>
        <p:txBody>
          <a:bodyPr lIns="0" tIns="0" rIns="0" bIns="0" rtlCol="0" anchor="t">
            <a:spAutoFit/>
          </a:bodyPr>
          <a:lstStyle/>
          <a:p>
            <a:pPr marL="0" lvl="0" indent="0" algn="just">
              <a:lnSpc>
                <a:spcPts val="5020"/>
              </a:lnSpc>
              <a:spcBef>
                <a:spcPct val="0"/>
              </a:spcBef>
            </a:pPr>
            <a:r>
              <a:rPr lang="en-US" sz="3585">
                <a:solidFill>
                  <a:srgbClr val="FFFFFF"/>
                </a:solidFill>
                <a:latin typeface="Mina Bold"/>
                <a:ea typeface="Mina Bold"/>
                <a:cs typeface="Mina Bold"/>
                <a:sym typeface="Mina Bold"/>
              </a:rPr>
              <a:t>Cas</a:t>
            </a:r>
            <a:r>
              <a:rPr lang="en-US" sz="3585" u="none" strike="noStrike">
                <a:solidFill>
                  <a:srgbClr val="FFFFFF"/>
                </a:solidFill>
                <a:latin typeface="Mina Bold"/>
                <a:ea typeface="Mina Bold"/>
                <a:cs typeface="Mina Bold"/>
                <a:sym typeface="Mina Bold"/>
              </a:rPr>
              <a:t>o de uso:</a:t>
            </a:r>
            <a:r>
              <a:rPr lang="en-US" sz="3585" u="none" strike="noStrike">
                <a:solidFill>
                  <a:srgbClr val="FFFFFF"/>
                </a:solidFill>
                <a:latin typeface="Mina"/>
                <a:ea typeface="Mina"/>
                <a:cs typeface="Mina"/>
                <a:sym typeface="Mina"/>
              </a:rPr>
              <a:t> É uma tarefa ou uma funcionalidade realizada pelo ator, ou seja, usuário. Ao criar um caso de uso, coloca-se primeiro o verbo no infinitivo e depois o substantivo, para indicar primeiro a funcionalidade do sistema.</a:t>
            </a:r>
          </a:p>
          <a:p>
            <a:pPr algn="just">
              <a:lnSpc>
                <a:spcPts val="5020"/>
              </a:lnSpc>
              <a:spcBef>
                <a:spcPct val="0"/>
              </a:spcBef>
            </a:pPr>
            <a:endParaRPr lang="en-US" sz="3585" u="none" strike="noStrike">
              <a:solidFill>
                <a:srgbClr val="FFFFFF"/>
              </a:solidFill>
              <a:latin typeface="Mina"/>
              <a:ea typeface="Mina"/>
              <a:cs typeface="Mina"/>
              <a:sym typeface="Mina"/>
            </a:endParaRPr>
          </a:p>
          <a:p>
            <a:pPr marL="0" lvl="0" indent="0" algn="just">
              <a:lnSpc>
                <a:spcPts val="5020"/>
              </a:lnSpc>
              <a:spcBef>
                <a:spcPct val="0"/>
              </a:spcBef>
            </a:pPr>
            <a:endParaRPr lang="en-US" sz="3585" u="none" strike="noStrike">
              <a:solidFill>
                <a:srgbClr val="FFFFFF"/>
              </a:solidFill>
              <a:latin typeface="Mina"/>
              <a:ea typeface="Mina"/>
              <a:cs typeface="Mina"/>
              <a:sym typeface="Min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715" y="-9413"/>
            <a:ext cx="18297561" cy="10260568"/>
          </a:xfrm>
          <a:custGeom>
            <a:avLst/>
            <a:gdLst/>
            <a:ahLst/>
            <a:cxnLst/>
            <a:rect l="l" t="t" r="r" b="b"/>
            <a:pathLst>
              <a:path w="19796577" h="19760583">
                <a:moveTo>
                  <a:pt x="0" y="0"/>
                </a:moveTo>
                <a:lnTo>
                  <a:pt x="19796576" y="0"/>
                </a:lnTo>
                <a:lnTo>
                  <a:pt x="19796576" y="19760583"/>
                </a:lnTo>
                <a:lnTo>
                  <a:pt x="0" y="19760583"/>
                </a:lnTo>
                <a:lnTo>
                  <a:pt x="0" y="0"/>
                </a:lnTo>
                <a:close/>
              </a:path>
            </a:pathLst>
          </a:custGeom>
          <a:blipFill>
            <a:blip r:embed="rId2">
              <a:alphaModFix amt="27000"/>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623205" y="3097110"/>
            <a:ext cx="15858075" cy="2647039"/>
          </a:xfrm>
          <a:prstGeom prst="rect">
            <a:avLst/>
          </a:prstGeom>
        </p:spPr>
        <p:txBody>
          <a:bodyPr lIns="0" tIns="0" rIns="0" bIns="0" rtlCol="0" anchor="t">
            <a:spAutoFit/>
          </a:bodyPr>
          <a:lstStyle/>
          <a:p>
            <a:pPr algn="just">
              <a:lnSpc>
                <a:spcPts val="5300"/>
              </a:lnSpc>
            </a:pPr>
            <a:r>
              <a:rPr lang="en-US" sz="3785">
                <a:solidFill>
                  <a:srgbClr val="FFFFFF"/>
                </a:solidFill>
                <a:latin typeface="Mina Bold"/>
                <a:ea typeface="Mina Bold"/>
                <a:cs typeface="Mina Bold"/>
                <a:sym typeface="Mina Bold"/>
              </a:rPr>
              <a:t>Relacionamento de inclusão (include)</a:t>
            </a:r>
            <a:r>
              <a:rPr lang="en-US" sz="3785">
                <a:solidFill>
                  <a:srgbClr val="FFFFFF"/>
                </a:solidFill>
                <a:latin typeface="Mina"/>
                <a:ea typeface="Mina"/>
                <a:cs typeface="Mina"/>
                <a:sym typeface="Mina"/>
              </a:rPr>
              <a:t>: É feita por meio de linhas pontilhadas com setas. Esse tipo de relação implica na execução obrigatória de dois casos de uso quando o seu caso base é executado. </a:t>
            </a:r>
          </a:p>
          <a:p>
            <a:pPr marL="0" lvl="0" indent="0" algn="just">
              <a:lnSpc>
                <a:spcPts val="5300"/>
              </a:lnSpc>
              <a:spcBef>
                <a:spcPct val="0"/>
              </a:spcBef>
            </a:pPr>
            <a:endParaRPr lang="en-US" sz="3785">
              <a:solidFill>
                <a:srgbClr val="FFFFFF"/>
              </a:solidFill>
              <a:latin typeface="Mina"/>
              <a:ea typeface="Mina"/>
              <a:cs typeface="Mina"/>
              <a:sym typeface="Mina"/>
            </a:endParaRPr>
          </a:p>
        </p:txBody>
      </p:sp>
      <p:sp>
        <p:nvSpPr>
          <p:cNvPr id="4" name="Freeform 4"/>
          <p:cNvSpPr/>
          <p:nvPr/>
        </p:nvSpPr>
        <p:spPr>
          <a:xfrm>
            <a:off x="699741" y="3173310"/>
            <a:ext cx="737202" cy="742773"/>
          </a:xfrm>
          <a:custGeom>
            <a:avLst/>
            <a:gdLst/>
            <a:ahLst/>
            <a:cxnLst/>
            <a:rect l="l" t="t" r="r" b="b"/>
            <a:pathLst>
              <a:path w="737202" h="742773">
                <a:moveTo>
                  <a:pt x="0" y="0"/>
                </a:moveTo>
                <a:lnTo>
                  <a:pt x="737202" y="0"/>
                </a:lnTo>
                <a:lnTo>
                  <a:pt x="737202" y="742773"/>
                </a:lnTo>
                <a:lnTo>
                  <a:pt x="0" y="7427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99741" y="5977162"/>
            <a:ext cx="737202" cy="742773"/>
          </a:xfrm>
          <a:custGeom>
            <a:avLst/>
            <a:gdLst/>
            <a:ahLst/>
            <a:cxnLst/>
            <a:rect l="l" t="t" r="r" b="b"/>
            <a:pathLst>
              <a:path w="737202" h="742773">
                <a:moveTo>
                  <a:pt x="0" y="0"/>
                </a:moveTo>
                <a:lnTo>
                  <a:pt x="737202" y="0"/>
                </a:lnTo>
                <a:lnTo>
                  <a:pt x="737202" y="742773"/>
                </a:lnTo>
                <a:lnTo>
                  <a:pt x="0" y="7427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623205" y="5944511"/>
            <a:ext cx="15858075" cy="3313789"/>
          </a:xfrm>
          <a:prstGeom prst="rect">
            <a:avLst/>
          </a:prstGeom>
        </p:spPr>
        <p:txBody>
          <a:bodyPr lIns="0" tIns="0" rIns="0" bIns="0" rtlCol="0" anchor="t">
            <a:spAutoFit/>
          </a:bodyPr>
          <a:lstStyle/>
          <a:p>
            <a:pPr marL="0" lvl="0" indent="0" algn="just">
              <a:lnSpc>
                <a:spcPts val="5300"/>
              </a:lnSpc>
              <a:spcBef>
                <a:spcPct val="0"/>
              </a:spcBef>
            </a:pPr>
            <a:r>
              <a:rPr lang="en-US" sz="3785">
                <a:solidFill>
                  <a:srgbClr val="FFFFFF"/>
                </a:solidFill>
                <a:latin typeface="Mina Bold"/>
                <a:ea typeface="Mina Bold"/>
                <a:cs typeface="Mina Bold"/>
                <a:sym typeface="Mina Bold"/>
              </a:rPr>
              <a:t>Relacionamento de Exclusão (extend)</a:t>
            </a:r>
            <a:r>
              <a:rPr lang="en-US" sz="3785">
                <a:solidFill>
                  <a:srgbClr val="FFFFFF"/>
                </a:solidFill>
                <a:latin typeface="Mina"/>
                <a:ea typeface="Mina"/>
                <a:cs typeface="Mina"/>
                <a:sym typeface="Mina"/>
              </a:rPr>
              <a:t>: É feita por meio de linhas pontilhadas com setas. Diferentemente da execução obrigatória na relação ”include” entre os casos de uso, essa relação mostra que nem todos os casos relacionados deverão ser acionados na execução do caso base. </a:t>
            </a:r>
          </a:p>
        </p:txBody>
      </p:sp>
      <p:sp>
        <p:nvSpPr>
          <p:cNvPr id="7" name="TextBox 7"/>
          <p:cNvSpPr txBox="1"/>
          <p:nvPr/>
        </p:nvSpPr>
        <p:spPr>
          <a:xfrm>
            <a:off x="1623205" y="1244409"/>
            <a:ext cx="13067550" cy="646789"/>
          </a:xfrm>
          <a:prstGeom prst="rect">
            <a:avLst/>
          </a:prstGeom>
        </p:spPr>
        <p:txBody>
          <a:bodyPr lIns="0" tIns="0" rIns="0" bIns="0" rtlCol="0" anchor="t">
            <a:spAutoFit/>
          </a:bodyPr>
          <a:lstStyle/>
          <a:p>
            <a:pPr marL="0" lvl="0" indent="0" algn="just">
              <a:lnSpc>
                <a:spcPts val="5300"/>
              </a:lnSpc>
              <a:spcBef>
                <a:spcPct val="0"/>
              </a:spcBef>
            </a:pPr>
            <a:r>
              <a:rPr lang="en-US" sz="3785">
                <a:solidFill>
                  <a:srgbClr val="FFFFFF"/>
                </a:solidFill>
                <a:latin typeface="Mina Bold"/>
                <a:ea typeface="Mina Bold"/>
                <a:cs typeface="Mina Bold"/>
                <a:sym typeface="Mina Bold"/>
              </a:rPr>
              <a:t>Comunicaçã</a:t>
            </a:r>
            <a:r>
              <a:rPr lang="en-US" sz="3785" u="none" strike="noStrike">
                <a:solidFill>
                  <a:srgbClr val="FFFFFF"/>
                </a:solidFill>
                <a:latin typeface="Mina Bold"/>
                <a:ea typeface="Mina Bold"/>
                <a:cs typeface="Mina Bold"/>
                <a:sym typeface="Mina Bold"/>
              </a:rPr>
              <a:t>o:</a:t>
            </a:r>
            <a:r>
              <a:rPr lang="en-US" sz="3785" u="none" strike="noStrike">
                <a:solidFill>
                  <a:srgbClr val="FFFFFF"/>
                </a:solidFill>
                <a:latin typeface="Mina"/>
                <a:ea typeface="Mina"/>
                <a:cs typeface="Mina"/>
                <a:sym typeface="Mina"/>
              </a:rPr>
              <a:t> é o que liga um ator com um caso de uso.</a:t>
            </a:r>
          </a:p>
        </p:txBody>
      </p:sp>
      <p:sp>
        <p:nvSpPr>
          <p:cNvPr id="8" name="Freeform 8"/>
          <p:cNvSpPr/>
          <p:nvPr/>
        </p:nvSpPr>
        <p:spPr>
          <a:xfrm>
            <a:off x="699741" y="1234518"/>
            <a:ext cx="737202" cy="742773"/>
          </a:xfrm>
          <a:custGeom>
            <a:avLst/>
            <a:gdLst/>
            <a:ahLst/>
            <a:cxnLst/>
            <a:rect l="l" t="t" r="r" b="b"/>
            <a:pathLst>
              <a:path w="737202" h="742773">
                <a:moveTo>
                  <a:pt x="0" y="0"/>
                </a:moveTo>
                <a:lnTo>
                  <a:pt x="737202" y="0"/>
                </a:lnTo>
                <a:lnTo>
                  <a:pt x="737202" y="742772"/>
                </a:lnTo>
                <a:lnTo>
                  <a:pt x="0" y="7427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304738" y="720492"/>
            <a:ext cx="771341" cy="777170"/>
          </a:xfrm>
          <a:custGeom>
            <a:avLst/>
            <a:gdLst/>
            <a:ahLst/>
            <a:cxnLst/>
            <a:rect l="l" t="t" r="r" b="b"/>
            <a:pathLst>
              <a:path w="771341" h="777170">
                <a:moveTo>
                  <a:pt x="0" y="0"/>
                </a:moveTo>
                <a:lnTo>
                  <a:pt x="771341" y="0"/>
                </a:lnTo>
                <a:lnTo>
                  <a:pt x="771341" y="777169"/>
                </a:lnTo>
                <a:lnTo>
                  <a:pt x="0" y="7771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602" y="-1589"/>
            <a:ext cx="18293553" cy="10287025"/>
          </a:xfrm>
          <a:custGeom>
            <a:avLst/>
            <a:gdLst/>
            <a:ahLst/>
            <a:cxnLst/>
            <a:rect l="l" t="t" r="r" b="b"/>
            <a:pathLst>
              <a:path w="23652536" h="23609532">
                <a:moveTo>
                  <a:pt x="0" y="0"/>
                </a:moveTo>
                <a:lnTo>
                  <a:pt x="23652536" y="0"/>
                </a:lnTo>
                <a:lnTo>
                  <a:pt x="23652536" y="23609532"/>
                </a:lnTo>
                <a:lnTo>
                  <a:pt x="0" y="23609532"/>
                </a:lnTo>
                <a:lnTo>
                  <a:pt x="0" y="0"/>
                </a:lnTo>
                <a:close/>
              </a:path>
            </a:pathLst>
          </a:custGeom>
          <a:blipFill>
            <a:blip r:embed="rId4">
              <a:alphaModFix amt="41000"/>
              <a:extLst>
                <a:ext uri="{96DAC541-7B7A-43D3-8B79-37D633B846F1}">
                  <asvg:svgBlip xmlns:asvg="http://schemas.microsoft.com/office/drawing/2016/SVG/main" r:embed="rId5"/>
                </a:ext>
              </a:extLst>
            </a:blip>
            <a:stretch>
              <a:fillRect/>
            </a:stretch>
          </a:blipFill>
        </p:spPr>
      </p:sp>
      <p:sp>
        <p:nvSpPr>
          <p:cNvPr id="4" name="Freeform 4"/>
          <p:cNvSpPr/>
          <p:nvPr/>
        </p:nvSpPr>
        <p:spPr>
          <a:xfrm>
            <a:off x="2808872" y="3394907"/>
            <a:ext cx="13448693" cy="6663493"/>
          </a:xfrm>
          <a:custGeom>
            <a:avLst/>
            <a:gdLst/>
            <a:ahLst/>
            <a:cxnLst/>
            <a:rect l="l" t="t" r="r" b="b"/>
            <a:pathLst>
              <a:path w="13448693" h="6663493">
                <a:moveTo>
                  <a:pt x="0" y="0"/>
                </a:moveTo>
                <a:lnTo>
                  <a:pt x="13448693" y="0"/>
                </a:lnTo>
                <a:lnTo>
                  <a:pt x="13448693" y="6663493"/>
                </a:lnTo>
                <a:lnTo>
                  <a:pt x="0" y="6663493"/>
                </a:lnTo>
                <a:lnTo>
                  <a:pt x="0" y="0"/>
                </a:lnTo>
                <a:close/>
              </a:path>
            </a:pathLst>
          </a:custGeom>
          <a:blipFill>
            <a:blip r:embed="rId6"/>
            <a:stretch>
              <a:fillRect/>
            </a:stretch>
          </a:blipFill>
        </p:spPr>
      </p:sp>
      <p:sp>
        <p:nvSpPr>
          <p:cNvPr id="5" name="TextBox 5"/>
          <p:cNvSpPr txBox="1"/>
          <p:nvPr/>
        </p:nvSpPr>
        <p:spPr>
          <a:xfrm>
            <a:off x="1259786" y="653817"/>
            <a:ext cx="16230600" cy="3118844"/>
          </a:xfrm>
          <a:prstGeom prst="rect">
            <a:avLst/>
          </a:prstGeom>
        </p:spPr>
        <p:txBody>
          <a:bodyPr lIns="0" tIns="0" rIns="0" bIns="0" rtlCol="0" anchor="t">
            <a:spAutoFit/>
          </a:bodyPr>
          <a:lstStyle/>
          <a:p>
            <a:pPr algn="just">
              <a:lnSpc>
                <a:spcPts val="5020"/>
              </a:lnSpc>
            </a:pPr>
            <a:r>
              <a:rPr lang="en-US" sz="3585">
                <a:solidFill>
                  <a:srgbClr val="FFFFFF"/>
                </a:solidFill>
                <a:latin typeface="Mina Bold"/>
                <a:ea typeface="Mina Bold"/>
                <a:cs typeface="Mina Bold"/>
                <a:sym typeface="Mina Bold"/>
              </a:rPr>
              <a:t>Relacionamento de extensão (extend):</a:t>
            </a:r>
            <a:r>
              <a:rPr lang="en-US" sz="3585">
                <a:solidFill>
                  <a:srgbClr val="FFFFFF"/>
                </a:solidFill>
                <a:latin typeface="Mina"/>
                <a:ea typeface="Mina"/>
                <a:cs typeface="Mina"/>
                <a:sym typeface="Mina"/>
              </a:rPr>
              <a:t> É feita por meio de linhas pontilhadas com setas. Diferentemente da execução obrigatória na relação ”include” entre os casos de uso, essa relação mostra que nem todos os casos relacionados deverão ser acionados na execução do caso base. </a:t>
            </a:r>
          </a:p>
          <a:p>
            <a:pPr marL="0" lvl="0" indent="0" algn="just">
              <a:lnSpc>
                <a:spcPts val="5020"/>
              </a:lnSpc>
              <a:spcBef>
                <a:spcPct val="0"/>
              </a:spcBef>
            </a:pPr>
            <a:endParaRPr lang="en-US" sz="3585">
              <a:solidFill>
                <a:srgbClr val="FFFFFF"/>
              </a:solidFill>
              <a:latin typeface="Mina"/>
              <a:ea typeface="Mina"/>
              <a:cs typeface="Mina"/>
              <a:sym typeface="Min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1754" y="17399"/>
            <a:ext cx="18049761" cy="9988315"/>
          </a:xfrm>
          <a:custGeom>
            <a:avLst/>
            <a:gdLst/>
            <a:ahLst/>
            <a:cxnLst/>
            <a:rect l="l" t="t" r="r" b="b"/>
            <a:pathLst>
              <a:path w="22940301" h="22898592">
                <a:moveTo>
                  <a:pt x="0" y="0"/>
                </a:moveTo>
                <a:lnTo>
                  <a:pt x="22940301" y="0"/>
                </a:lnTo>
                <a:lnTo>
                  <a:pt x="22940301" y="22898591"/>
                </a:lnTo>
                <a:lnTo>
                  <a:pt x="0" y="22898591"/>
                </a:lnTo>
                <a:lnTo>
                  <a:pt x="0" y="0"/>
                </a:lnTo>
                <a:close/>
              </a:path>
            </a:pathLst>
          </a:custGeom>
          <a:blipFill>
            <a:blip r:embed="rId2">
              <a:alphaModFix amt="27000"/>
              <a:extLst>
                <a:ext uri="{96DAC541-7B7A-43D3-8B79-37D633B846F1}">
                  <asvg:svgBlip xmlns:asvg="http://schemas.microsoft.com/office/drawing/2016/SVG/main" r:embed="rId3"/>
                </a:ext>
              </a:extLst>
            </a:blip>
            <a:stretch>
              <a:fillRect/>
            </a:stretch>
          </a:blipFill>
        </p:spPr>
      </p:sp>
      <p:sp>
        <p:nvSpPr>
          <p:cNvPr id="3" name="Freeform 3"/>
          <p:cNvSpPr/>
          <p:nvPr/>
        </p:nvSpPr>
        <p:spPr>
          <a:xfrm>
            <a:off x="232015" y="509120"/>
            <a:ext cx="796685" cy="802706"/>
          </a:xfrm>
          <a:custGeom>
            <a:avLst/>
            <a:gdLst/>
            <a:ahLst/>
            <a:cxnLst/>
            <a:rect l="l" t="t" r="r" b="b"/>
            <a:pathLst>
              <a:path w="796685" h="802706">
                <a:moveTo>
                  <a:pt x="0" y="0"/>
                </a:moveTo>
                <a:lnTo>
                  <a:pt x="796685" y="0"/>
                </a:lnTo>
                <a:lnTo>
                  <a:pt x="796685" y="802706"/>
                </a:lnTo>
                <a:lnTo>
                  <a:pt x="0" y="8027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3015" y="4097586"/>
            <a:ext cx="9341970" cy="5915037"/>
          </a:xfrm>
          <a:custGeom>
            <a:avLst/>
            <a:gdLst/>
            <a:ahLst/>
            <a:cxnLst/>
            <a:rect l="l" t="t" r="r" b="b"/>
            <a:pathLst>
              <a:path w="9341970" h="5915037">
                <a:moveTo>
                  <a:pt x="0" y="0"/>
                </a:moveTo>
                <a:lnTo>
                  <a:pt x="9341970" y="0"/>
                </a:lnTo>
                <a:lnTo>
                  <a:pt x="9341970" y="5915037"/>
                </a:lnTo>
                <a:lnTo>
                  <a:pt x="0" y="5915037"/>
                </a:lnTo>
                <a:lnTo>
                  <a:pt x="0" y="0"/>
                </a:lnTo>
                <a:close/>
              </a:path>
            </a:pathLst>
          </a:custGeom>
          <a:blipFill>
            <a:blip r:embed="rId6"/>
            <a:stretch>
              <a:fillRect t="-179" b="-179"/>
            </a:stretch>
          </a:blipFill>
        </p:spPr>
      </p:sp>
      <p:sp>
        <p:nvSpPr>
          <p:cNvPr id="5" name="TextBox 5"/>
          <p:cNvSpPr txBox="1"/>
          <p:nvPr/>
        </p:nvSpPr>
        <p:spPr>
          <a:xfrm>
            <a:off x="1330164" y="442445"/>
            <a:ext cx="16255500" cy="4180628"/>
          </a:xfrm>
          <a:prstGeom prst="rect">
            <a:avLst/>
          </a:prstGeom>
        </p:spPr>
        <p:txBody>
          <a:bodyPr lIns="0" tIns="0" rIns="0" bIns="0" rtlCol="0" anchor="t">
            <a:spAutoFit/>
          </a:bodyPr>
          <a:lstStyle/>
          <a:p>
            <a:pPr algn="just">
              <a:lnSpc>
                <a:spcPts val="4771"/>
              </a:lnSpc>
            </a:pPr>
            <a:r>
              <a:rPr lang="en-US" sz="3408">
                <a:solidFill>
                  <a:srgbClr val="FFFFFF"/>
                </a:solidFill>
                <a:latin typeface="Mina Bold"/>
                <a:ea typeface="Mina Bold"/>
                <a:cs typeface="Mina Bold"/>
                <a:sym typeface="Mina Bold"/>
              </a:rPr>
              <a:t>Relacionamento de herança (pattern):</a:t>
            </a:r>
            <a:r>
              <a:rPr lang="en-US" sz="3408">
                <a:solidFill>
                  <a:srgbClr val="FFFFFF"/>
                </a:solidFill>
                <a:latin typeface="Mina"/>
                <a:ea typeface="Mina"/>
                <a:cs typeface="Mina"/>
                <a:sym typeface="Mina"/>
              </a:rPr>
              <a:t> É representada por uma linha sólida. A relação “pattern” (ou herança) geralmente não é prevista na linguagem UML, contudo, é importante citá-la. Num resumo rápido, ela é uma relação entre dois atores, onde um herdará todas as características do outro dentro daquele diagrama, reaproveitando suas características. Seu uso foca-se na especificação de como será o comportamento dos dois atores “iguais” naquele diagrama.</a:t>
            </a:r>
          </a:p>
          <a:p>
            <a:pPr marL="0" lvl="0" indent="0" algn="just">
              <a:lnSpc>
                <a:spcPts val="4771"/>
              </a:lnSpc>
              <a:spcBef>
                <a:spcPct val="0"/>
              </a:spcBef>
            </a:pPr>
            <a:endParaRPr lang="en-US" sz="3408">
              <a:solidFill>
                <a:srgbClr val="FFFFFF"/>
              </a:solidFill>
              <a:latin typeface="Mina"/>
              <a:ea typeface="Mina"/>
              <a:cs typeface="Mina"/>
              <a:sym typeface="Min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C3BFF">
                <a:alpha val="100000"/>
              </a:srgbClr>
            </a:gs>
            <a:gs pos="100000">
              <a:srgbClr val="B664FF">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22406" y="83762"/>
            <a:ext cx="18289485" cy="10118651"/>
          </a:xfrm>
          <a:custGeom>
            <a:avLst/>
            <a:gdLst/>
            <a:ahLst/>
            <a:cxnLst/>
            <a:rect l="l" t="t" r="r" b="b"/>
            <a:pathLst>
              <a:path w="21268779" h="21230109">
                <a:moveTo>
                  <a:pt x="0" y="0"/>
                </a:moveTo>
                <a:lnTo>
                  <a:pt x="21268779" y="0"/>
                </a:lnTo>
                <a:lnTo>
                  <a:pt x="21268779" y="21230109"/>
                </a:lnTo>
                <a:lnTo>
                  <a:pt x="0" y="21230109"/>
                </a:lnTo>
                <a:lnTo>
                  <a:pt x="0" y="0"/>
                </a:lnTo>
                <a:close/>
              </a:path>
            </a:pathLst>
          </a:custGeom>
          <a:blipFill>
            <a:blip r:embed="rId2">
              <a:alphaModFix amt="27000"/>
              <a:extLst>
                <a:ext uri="{96DAC541-7B7A-43D3-8B79-37D633B846F1}">
                  <asvg:svgBlip xmlns:asvg="http://schemas.microsoft.com/office/drawing/2016/SVG/main" r:embed="rId3"/>
                </a:ext>
              </a:extLst>
            </a:blip>
            <a:stretch>
              <a:fillRect/>
            </a:stretch>
          </a:blipFill>
        </p:spPr>
      </p:sp>
      <p:sp>
        <p:nvSpPr>
          <p:cNvPr id="3" name="Freeform 3"/>
          <p:cNvSpPr/>
          <p:nvPr/>
        </p:nvSpPr>
        <p:spPr>
          <a:xfrm>
            <a:off x="-28716" y="3798782"/>
            <a:ext cx="4841297" cy="5060589"/>
          </a:xfrm>
          <a:custGeom>
            <a:avLst/>
            <a:gdLst/>
            <a:ahLst/>
            <a:cxnLst/>
            <a:rect l="l" t="t" r="r" b="b"/>
            <a:pathLst>
              <a:path w="4841297" h="5060589">
                <a:moveTo>
                  <a:pt x="0" y="0"/>
                </a:moveTo>
                <a:lnTo>
                  <a:pt x="4841297" y="0"/>
                </a:lnTo>
                <a:lnTo>
                  <a:pt x="4841297" y="5060589"/>
                </a:lnTo>
                <a:lnTo>
                  <a:pt x="0" y="50605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269030" y="4426617"/>
            <a:ext cx="8884422" cy="5732932"/>
          </a:xfrm>
          <a:custGeom>
            <a:avLst/>
            <a:gdLst/>
            <a:ahLst/>
            <a:cxnLst/>
            <a:rect l="l" t="t" r="r" b="b"/>
            <a:pathLst>
              <a:path w="8884422" h="5732932">
                <a:moveTo>
                  <a:pt x="0" y="0"/>
                </a:moveTo>
                <a:lnTo>
                  <a:pt x="8884422" y="0"/>
                </a:lnTo>
                <a:lnTo>
                  <a:pt x="8884422" y="5732932"/>
                </a:lnTo>
                <a:lnTo>
                  <a:pt x="0" y="57329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177171" y="85785"/>
            <a:ext cx="845074" cy="845074"/>
          </a:xfrm>
          <a:custGeom>
            <a:avLst/>
            <a:gdLst/>
            <a:ahLst/>
            <a:cxnLst/>
            <a:rect l="l" t="t" r="r" b="b"/>
            <a:pathLst>
              <a:path w="845074" h="845074">
                <a:moveTo>
                  <a:pt x="0" y="0"/>
                </a:moveTo>
                <a:lnTo>
                  <a:pt x="845075" y="0"/>
                </a:lnTo>
                <a:lnTo>
                  <a:pt x="845075" y="845075"/>
                </a:lnTo>
                <a:lnTo>
                  <a:pt x="0" y="8450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2022246" y="5929295"/>
            <a:ext cx="6626944" cy="2575178"/>
          </a:xfrm>
          <a:prstGeom prst="rect">
            <a:avLst/>
          </a:prstGeom>
        </p:spPr>
        <p:txBody>
          <a:bodyPr lIns="0" tIns="0" rIns="0" bIns="0" rtlCol="0" anchor="t">
            <a:spAutoFit/>
          </a:bodyPr>
          <a:lstStyle/>
          <a:p>
            <a:pPr algn="ctr">
              <a:lnSpc>
                <a:spcPts val="10311"/>
              </a:lnSpc>
              <a:spcBef>
                <a:spcPct val="0"/>
              </a:spcBef>
            </a:pPr>
            <a:r>
              <a:rPr lang="en-US" sz="7365" u="sng">
                <a:solidFill>
                  <a:srgbClr val="FFFFFF"/>
                </a:solidFill>
                <a:latin typeface="Garet Bold"/>
                <a:ea typeface="Garet Bold"/>
                <a:cs typeface="Garet Bold"/>
                <a:sym typeface="Garet Bold"/>
              </a:rPr>
              <a:t>Quando Utilizá-los?</a:t>
            </a:r>
          </a:p>
        </p:txBody>
      </p:sp>
      <p:sp>
        <p:nvSpPr>
          <p:cNvPr id="7" name="TextBox 7"/>
          <p:cNvSpPr txBox="1"/>
          <p:nvPr/>
        </p:nvSpPr>
        <p:spPr>
          <a:xfrm>
            <a:off x="2194581" y="210646"/>
            <a:ext cx="16230600" cy="538204"/>
          </a:xfrm>
          <a:prstGeom prst="rect">
            <a:avLst/>
          </a:prstGeom>
        </p:spPr>
        <p:txBody>
          <a:bodyPr lIns="0" tIns="0" rIns="0" bIns="0" rtlCol="0" anchor="t">
            <a:spAutoFit/>
          </a:bodyPr>
          <a:lstStyle/>
          <a:p>
            <a:pPr marL="0" lvl="0" indent="0" algn="just">
              <a:lnSpc>
                <a:spcPts val="4460"/>
              </a:lnSpc>
              <a:spcBef>
                <a:spcPct val="0"/>
              </a:spcBef>
            </a:pPr>
            <a:r>
              <a:rPr lang="en-US" sz="3185">
                <a:solidFill>
                  <a:srgbClr val="FFFFFF"/>
                </a:solidFill>
                <a:latin typeface="Mina"/>
                <a:ea typeface="Mina"/>
                <a:cs typeface="Mina"/>
                <a:sym typeface="Mina"/>
              </a:rPr>
              <a:t>Representar as metas de interações entre sistemas e usuários;</a:t>
            </a:r>
          </a:p>
        </p:txBody>
      </p:sp>
      <p:sp>
        <p:nvSpPr>
          <p:cNvPr id="8" name="TextBox 8"/>
          <p:cNvSpPr txBox="1"/>
          <p:nvPr/>
        </p:nvSpPr>
        <p:spPr>
          <a:xfrm>
            <a:off x="3628261" y="1159392"/>
            <a:ext cx="9601475" cy="538204"/>
          </a:xfrm>
          <a:prstGeom prst="rect">
            <a:avLst/>
          </a:prstGeom>
        </p:spPr>
        <p:txBody>
          <a:bodyPr lIns="0" tIns="0" rIns="0" bIns="0" rtlCol="0" anchor="t">
            <a:spAutoFit/>
          </a:bodyPr>
          <a:lstStyle/>
          <a:p>
            <a:pPr algn="just">
              <a:lnSpc>
                <a:spcPts val="4460"/>
              </a:lnSpc>
              <a:spcBef>
                <a:spcPct val="0"/>
              </a:spcBef>
            </a:pPr>
            <a:r>
              <a:rPr lang="en-US" sz="3185">
                <a:solidFill>
                  <a:srgbClr val="FFFFFF"/>
                </a:solidFill>
                <a:latin typeface="Mina"/>
                <a:ea typeface="Mina"/>
                <a:cs typeface="Mina"/>
                <a:sym typeface="Mina"/>
              </a:rPr>
              <a:t>Definir e organizar requisitos funcionais no sistema</a:t>
            </a:r>
          </a:p>
        </p:txBody>
      </p:sp>
      <p:sp>
        <p:nvSpPr>
          <p:cNvPr id="9" name="TextBox 9"/>
          <p:cNvSpPr txBox="1"/>
          <p:nvPr/>
        </p:nvSpPr>
        <p:spPr>
          <a:xfrm>
            <a:off x="5218627" y="2108139"/>
            <a:ext cx="9321593" cy="538204"/>
          </a:xfrm>
          <a:prstGeom prst="rect">
            <a:avLst/>
          </a:prstGeom>
        </p:spPr>
        <p:txBody>
          <a:bodyPr lIns="0" tIns="0" rIns="0" bIns="0" rtlCol="0" anchor="t">
            <a:spAutoFit/>
          </a:bodyPr>
          <a:lstStyle/>
          <a:p>
            <a:pPr algn="just">
              <a:lnSpc>
                <a:spcPts val="4460"/>
              </a:lnSpc>
              <a:spcBef>
                <a:spcPct val="0"/>
              </a:spcBef>
            </a:pPr>
            <a:r>
              <a:rPr lang="en-US" sz="3185">
                <a:solidFill>
                  <a:srgbClr val="FFFFFF"/>
                </a:solidFill>
                <a:latin typeface="Mina"/>
                <a:ea typeface="Mina"/>
                <a:cs typeface="Mina"/>
                <a:sym typeface="Mina"/>
              </a:rPr>
              <a:t>Especificar o contexto e os requisitos do sistema</a:t>
            </a:r>
          </a:p>
        </p:txBody>
      </p:sp>
      <p:sp>
        <p:nvSpPr>
          <p:cNvPr id="10" name="TextBox 10"/>
          <p:cNvSpPr txBox="1"/>
          <p:nvPr/>
        </p:nvSpPr>
        <p:spPr>
          <a:xfrm>
            <a:off x="6935894" y="3055918"/>
            <a:ext cx="9323025" cy="538286"/>
          </a:xfrm>
          <a:prstGeom prst="rect">
            <a:avLst/>
          </a:prstGeom>
        </p:spPr>
        <p:txBody>
          <a:bodyPr lIns="0" tIns="0" rIns="0" bIns="0" rtlCol="0" anchor="t">
            <a:spAutoFit/>
          </a:bodyPr>
          <a:lstStyle/>
          <a:p>
            <a:pPr algn="just">
              <a:lnSpc>
                <a:spcPts val="4455"/>
              </a:lnSpc>
              <a:spcBef>
                <a:spcPct val="0"/>
              </a:spcBef>
            </a:pPr>
            <a:r>
              <a:rPr lang="en-US" sz="3182">
                <a:solidFill>
                  <a:srgbClr val="FFFFFF"/>
                </a:solidFill>
                <a:latin typeface="Mina"/>
                <a:ea typeface="Mina"/>
                <a:cs typeface="Mina"/>
                <a:sym typeface="Mina"/>
              </a:rPr>
              <a:t>Modelar o fluxo básico de eventos no caso de uso</a:t>
            </a:r>
          </a:p>
        </p:txBody>
      </p:sp>
      <p:sp>
        <p:nvSpPr>
          <p:cNvPr id="11" name="TextBox 11"/>
          <p:cNvSpPr txBox="1"/>
          <p:nvPr/>
        </p:nvSpPr>
        <p:spPr>
          <a:xfrm>
            <a:off x="8532099" y="5348246"/>
            <a:ext cx="8377724" cy="4472029"/>
          </a:xfrm>
          <a:prstGeom prst="rect">
            <a:avLst/>
          </a:prstGeom>
        </p:spPr>
        <p:txBody>
          <a:bodyPr lIns="0" tIns="0" rIns="0" bIns="0" rtlCol="0" anchor="t">
            <a:spAutoFit/>
          </a:bodyPr>
          <a:lstStyle/>
          <a:p>
            <a:pPr algn="just">
              <a:lnSpc>
                <a:spcPts val="4460"/>
              </a:lnSpc>
            </a:pPr>
            <a:r>
              <a:rPr lang="en-US" sz="3185">
                <a:solidFill>
                  <a:srgbClr val="333333"/>
                </a:solidFill>
                <a:latin typeface="Mina Bold"/>
                <a:ea typeface="Mina Bold"/>
                <a:cs typeface="Mina Bold"/>
                <a:sym typeface="Mina Bold"/>
              </a:rPr>
              <a:t>O diagrama de caso de uso não oferece muitos detalhes. Em vez disso, ele dá uma visão geral do relacionamento entre casos de uso, atores e sistemas. Os especialistas recomendam usar esse diagrama para complementar um caso de uso descrito em texto.</a:t>
            </a:r>
          </a:p>
          <a:p>
            <a:pPr algn="just">
              <a:lnSpc>
                <a:spcPts val="4460"/>
              </a:lnSpc>
              <a:spcBef>
                <a:spcPct val="0"/>
              </a:spcBef>
            </a:pPr>
            <a:endParaRPr lang="en-US" sz="3185">
              <a:solidFill>
                <a:srgbClr val="333333"/>
              </a:solidFill>
              <a:latin typeface="Mina Bold"/>
              <a:ea typeface="Mina Bold"/>
              <a:cs typeface="Mina Bold"/>
              <a:sym typeface="Mina Bold"/>
            </a:endParaRPr>
          </a:p>
        </p:txBody>
      </p:sp>
      <p:sp>
        <p:nvSpPr>
          <p:cNvPr id="12" name="Freeform 12"/>
          <p:cNvSpPr/>
          <p:nvPr/>
        </p:nvSpPr>
        <p:spPr>
          <a:xfrm>
            <a:off x="2662735" y="1034532"/>
            <a:ext cx="845074" cy="845074"/>
          </a:xfrm>
          <a:custGeom>
            <a:avLst/>
            <a:gdLst/>
            <a:ahLst/>
            <a:cxnLst/>
            <a:rect l="l" t="t" r="r" b="b"/>
            <a:pathLst>
              <a:path w="845074" h="845074">
                <a:moveTo>
                  <a:pt x="0" y="0"/>
                </a:moveTo>
                <a:lnTo>
                  <a:pt x="845074" y="0"/>
                </a:lnTo>
                <a:lnTo>
                  <a:pt x="845074" y="845075"/>
                </a:lnTo>
                <a:lnTo>
                  <a:pt x="0" y="8450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Freeform 13"/>
          <p:cNvSpPr/>
          <p:nvPr/>
        </p:nvSpPr>
        <p:spPr>
          <a:xfrm>
            <a:off x="4252776" y="1983279"/>
            <a:ext cx="845074" cy="845074"/>
          </a:xfrm>
          <a:custGeom>
            <a:avLst/>
            <a:gdLst/>
            <a:ahLst/>
            <a:cxnLst/>
            <a:rect l="l" t="t" r="r" b="b"/>
            <a:pathLst>
              <a:path w="845074" h="845074">
                <a:moveTo>
                  <a:pt x="0" y="0"/>
                </a:moveTo>
                <a:lnTo>
                  <a:pt x="845075" y="0"/>
                </a:lnTo>
                <a:lnTo>
                  <a:pt x="845075" y="845074"/>
                </a:lnTo>
                <a:lnTo>
                  <a:pt x="0" y="8450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4" name="Freeform 14"/>
          <p:cNvSpPr/>
          <p:nvPr/>
        </p:nvSpPr>
        <p:spPr>
          <a:xfrm>
            <a:off x="5947296" y="2931099"/>
            <a:ext cx="845074" cy="845074"/>
          </a:xfrm>
          <a:custGeom>
            <a:avLst/>
            <a:gdLst/>
            <a:ahLst/>
            <a:cxnLst/>
            <a:rect l="l" t="t" r="r" b="b"/>
            <a:pathLst>
              <a:path w="845074" h="845074">
                <a:moveTo>
                  <a:pt x="0" y="0"/>
                </a:moveTo>
                <a:lnTo>
                  <a:pt x="845075" y="0"/>
                </a:lnTo>
                <a:lnTo>
                  <a:pt x="845075" y="845074"/>
                </a:lnTo>
                <a:lnTo>
                  <a:pt x="0" y="8450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Freeform 15"/>
          <p:cNvSpPr/>
          <p:nvPr/>
        </p:nvSpPr>
        <p:spPr>
          <a:xfrm>
            <a:off x="16795810" y="9571717"/>
            <a:ext cx="715283" cy="715283"/>
          </a:xfrm>
          <a:custGeom>
            <a:avLst/>
            <a:gdLst/>
            <a:ahLst/>
            <a:cxnLst/>
            <a:rect l="l" t="t" r="r" b="b"/>
            <a:pathLst>
              <a:path w="715283" h="715283">
                <a:moveTo>
                  <a:pt x="0" y="0"/>
                </a:moveTo>
                <a:lnTo>
                  <a:pt x="715284" y="0"/>
                </a:lnTo>
                <a:lnTo>
                  <a:pt x="715284" y="715283"/>
                </a:lnTo>
                <a:lnTo>
                  <a:pt x="0" y="7152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6" name="Freeform 16"/>
          <p:cNvSpPr/>
          <p:nvPr/>
        </p:nvSpPr>
        <p:spPr>
          <a:xfrm>
            <a:off x="3967507" y="5405396"/>
            <a:ext cx="845074" cy="845074"/>
          </a:xfrm>
          <a:custGeom>
            <a:avLst/>
            <a:gdLst/>
            <a:ahLst/>
            <a:cxnLst/>
            <a:rect l="l" t="t" r="r" b="b"/>
            <a:pathLst>
              <a:path w="845074" h="845074">
                <a:moveTo>
                  <a:pt x="0" y="0"/>
                </a:moveTo>
                <a:lnTo>
                  <a:pt x="845074" y="0"/>
                </a:lnTo>
                <a:lnTo>
                  <a:pt x="845074" y="845075"/>
                </a:lnTo>
                <a:lnTo>
                  <a:pt x="0" y="8450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7" name="Freeform 17"/>
          <p:cNvSpPr/>
          <p:nvPr/>
        </p:nvSpPr>
        <p:spPr>
          <a:xfrm>
            <a:off x="2662735" y="3798782"/>
            <a:ext cx="845074" cy="845074"/>
          </a:xfrm>
          <a:custGeom>
            <a:avLst/>
            <a:gdLst/>
            <a:ahLst/>
            <a:cxnLst/>
            <a:rect l="l" t="t" r="r" b="b"/>
            <a:pathLst>
              <a:path w="845074" h="845074">
                <a:moveTo>
                  <a:pt x="0" y="0"/>
                </a:moveTo>
                <a:lnTo>
                  <a:pt x="845074" y="0"/>
                </a:lnTo>
                <a:lnTo>
                  <a:pt x="845074" y="845075"/>
                </a:lnTo>
                <a:lnTo>
                  <a:pt x="0" y="8450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52418" y="206904"/>
            <a:ext cx="9823400" cy="10097370"/>
          </a:xfrm>
          <a:custGeom>
            <a:avLst/>
            <a:gdLst/>
            <a:ahLst/>
            <a:cxnLst/>
            <a:rect l="l" t="t" r="r" b="b"/>
            <a:pathLst>
              <a:path w="14208022" h="14182189">
                <a:moveTo>
                  <a:pt x="0" y="0"/>
                </a:moveTo>
                <a:lnTo>
                  <a:pt x="14208022" y="0"/>
                </a:lnTo>
                <a:lnTo>
                  <a:pt x="14208022" y="14182189"/>
                </a:lnTo>
                <a:lnTo>
                  <a:pt x="0" y="14182189"/>
                </a:lnTo>
                <a:lnTo>
                  <a:pt x="0" y="0"/>
                </a:lnTo>
                <a:close/>
              </a:path>
            </a:pathLst>
          </a:custGeom>
          <a:blipFill>
            <a:blip r:embed="rId2">
              <a:alphaModFix amt="27000"/>
              <a:extLst>
                <a:ext uri="{96DAC541-7B7A-43D3-8B79-37D633B846F1}">
                  <asvg:svgBlip xmlns:asvg="http://schemas.microsoft.com/office/drawing/2016/SVG/main" r:embed="rId3"/>
                </a:ext>
              </a:extLst>
            </a:blip>
            <a:stretch>
              <a:fillRect/>
            </a:stretch>
          </a:blipFill>
        </p:spPr>
      </p:sp>
      <p:sp>
        <p:nvSpPr>
          <p:cNvPr id="3" name="Freeform 3"/>
          <p:cNvSpPr/>
          <p:nvPr/>
        </p:nvSpPr>
        <p:spPr>
          <a:xfrm rot="16200000">
            <a:off x="7991106" y="-141588"/>
            <a:ext cx="10376903" cy="10441737"/>
          </a:xfrm>
          <a:custGeom>
            <a:avLst/>
            <a:gdLst/>
            <a:ahLst/>
            <a:cxnLst/>
            <a:rect l="l" t="t" r="r" b="b"/>
            <a:pathLst>
              <a:path w="15192491" h="11491048">
                <a:moveTo>
                  <a:pt x="0" y="0"/>
                </a:moveTo>
                <a:lnTo>
                  <a:pt x="15192491" y="0"/>
                </a:lnTo>
                <a:lnTo>
                  <a:pt x="15192491" y="11491048"/>
                </a:lnTo>
                <a:lnTo>
                  <a:pt x="0" y="114910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365713">
            <a:off x="508632" y="151115"/>
            <a:ext cx="1854542" cy="2266243"/>
          </a:xfrm>
          <a:custGeom>
            <a:avLst/>
            <a:gdLst/>
            <a:ahLst/>
            <a:cxnLst/>
            <a:rect l="l" t="t" r="r" b="b"/>
            <a:pathLst>
              <a:path w="1854542" h="2266243">
                <a:moveTo>
                  <a:pt x="0" y="0"/>
                </a:moveTo>
                <a:lnTo>
                  <a:pt x="1854543" y="0"/>
                </a:lnTo>
                <a:lnTo>
                  <a:pt x="1854543" y="2266244"/>
                </a:lnTo>
                <a:lnTo>
                  <a:pt x="0" y="2266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204017" y="904875"/>
            <a:ext cx="7939983" cy="1209289"/>
          </a:xfrm>
          <a:prstGeom prst="rect">
            <a:avLst/>
          </a:prstGeom>
        </p:spPr>
        <p:txBody>
          <a:bodyPr lIns="0" tIns="0" rIns="0" bIns="0" rtlCol="0" anchor="t">
            <a:spAutoFit/>
          </a:bodyPr>
          <a:lstStyle/>
          <a:p>
            <a:pPr algn="ctr">
              <a:lnSpc>
                <a:spcPts val="9996"/>
              </a:lnSpc>
              <a:spcBef>
                <a:spcPct val="0"/>
              </a:spcBef>
            </a:pPr>
            <a:r>
              <a:rPr lang="en-US" sz="7140">
                <a:solidFill>
                  <a:srgbClr val="FFFFFF"/>
                </a:solidFill>
                <a:latin typeface="Garet Bold"/>
                <a:ea typeface="Garet Bold"/>
                <a:cs typeface="Garet Bold"/>
                <a:sym typeface="Garet Bold"/>
              </a:rPr>
              <a:t>Exemplo </a:t>
            </a:r>
          </a:p>
        </p:txBody>
      </p:sp>
      <p:sp>
        <p:nvSpPr>
          <p:cNvPr id="6" name="TextBox 6"/>
          <p:cNvSpPr txBox="1"/>
          <p:nvPr/>
        </p:nvSpPr>
        <p:spPr>
          <a:xfrm>
            <a:off x="747609" y="2958659"/>
            <a:ext cx="7939983" cy="5848350"/>
          </a:xfrm>
          <a:prstGeom prst="rect">
            <a:avLst/>
          </a:prstGeom>
        </p:spPr>
        <p:txBody>
          <a:bodyPr lIns="0" tIns="0" rIns="0" bIns="0" rtlCol="0" anchor="t">
            <a:spAutoFit/>
          </a:bodyPr>
          <a:lstStyle/>
          <a:p>
            <a:pPr algn="l">
              <a:lnSpc>
                <a:spcPts val="4200"/>
              </a:lnSpc>
              <a:spcBef>
                <a:spcPct val="0"/>
              </a:spcBef>
            </a:pPr>
            <a:r>
              <a:rPr lang="en-US" sz="3000">
                <a:solidFill>
                  <a:srgbClr val="FCFCFC"/>
                </a:solidFill>
                <a:latin typeface="Mina"/>
                <a:ea typeface="Mina"/>
                <a:cs typeface="Mina"/>
                <a:sym typeface="Mina"/>
              </a:rPr>
              <a:t> A clínica médica Saúde Perfeita precisa de um sistema de agendamento de consultas e exames. Um paciente entra em contato com a clínica para marcar consultas visando realizar um check-up anual com seu médico de preferência. A recepcionista procura data e hora disponível mais próxima na agenda do médico e marca as consultas. Posteriormente o paciente realiza a consulta, e nela o médico pode prescrever medicações e exames, caso necessário. </a:t>
            </a:r>
          </a:p>
        </p:txBody>
      </p:sp>
      <p:sp>
        <p:nvSpPr>
          <p:cNvPr id="7" name="TextBox 7"/>
          <p:cNvSpPr txBox="1"/>
          <p:nvPr/>
        </p:nvSpPr>
        <p:spPr>
          <a:xfrm>
            <a:off x="10831659" y="1035996"/>
            <a:ext cx="6875500" cy="7448550"/>
          </a:xfrm>
          <a:prstGeom prst="rect">
            <a:avLst/>
          </a:prstGeom>
        </p:spPr>
        <p:txBody>
          <a:bodyPr lIns="0" tIns="0" rIns="0" bIns="0" rtlCol="0" anchor="t">
            <a:spAutoFit/>
          </a:bodyPr>
          <a:lstStyle/>
          <a:p>
            <a:pPr algn="just">
              <a:lnSpc>
                <a:spcPts val="4200"/>
              </a:lnSpc>
            </a:pPr>
            <a:r>
              <a:rPr lang="en-US" sz="3000">
                <a:solidFill>
                  <a:srgbClr val="FCFCFC"/>
                </a:solidFill>
                <a:latin typeface="Mina"/>
                <a:ea typeface="Mina"/>
                <a:cs typeface="Mina"/>
                <a:sym typeface="Mina"/>
              </a:rPr>
              <a:t>ATORES E AÇÕES:</a:t>
            </a:r>
          </a:p>
          <a:p>
            <a:pPr algn="just">
              <a:lnSpc>
                <a:spcPts val="4200"/>
              </a:lnSpc>
              <a:spcBef>
                <a:spcPct val="0"/>
              </a:spcBef>
            </a:pPr>
            <a:r>
              <a:rPr lang="en-US" sz="3000">
                <a:solidFill>
                  <a:srgbClr val="FCFCFC"/>
                </a:solidFill>
                <a:latin typeface="Mina"/>
                <a:ea typeface="Mina"/>
                <a:cs typeface="Mina"/>
                <a:sym typeface="Mina"/>
              </a:rPr>
              <a:t>1. </a:t>
            </a:r>
            <a:r>
              <a:rPr lang="en-US" sz="3000">
                <a:solidFill>
                  <a:srgbClr val="FCFCFC"/>
                </a:solidFill>
                <a:latin typeface="Mina Bold"/>
                <a:ea typeface="Mina Bold"/>
                <a:cs typeface="Mina Bold"/>
                <a:sym typeface="Mina Bold"/>
              </a:rPr>
              <a:t>Paciente:</a:t>
            </a:r>
          </a:p>
          <a:p>
            <a:pPr marL="647700" lvl="1" indent="-323850" algn="just">
              <a:lnSpc>
                <a:spcPts val="4200"/>
              </a:lnSpc>
              <a:spcBef>
                <a:spcPct val="0"/>
              </a:spcBef>
              <a:buFont typeface="Arial"/>
              <a:buChar char="•"/>
            </a:pPr>
            <a:r>
              <a:rPr lang="en-US" sz="3000">
                <a:solidFill>
                  <a:srgbClr val="FCFCFC"/>
                </a:solidFill>
                <a:latin typeface="Mina"/>
                <a:ea typeface="Mina"/>
                <a:cs typeface="Mina"/>
                <a:sym typeface="Mina"/>
              </a:rPr>
              <a:t>Solicita Consulta</a:t>
            </a:r>
          </a:p>
          <a:p>
            <a:pPr marL="647700" lvl="1" indent="-323850" algn="just">
              <a:lnSpc>
                <a:spcPts val="4200"/>
              </a:lnSpc>
              <a:spcBef>
                <a:spcPct val="0"/>
              </a:spcBef>
              <a:buFont typeface="Arial"/>
              <a:buChar char="•"/>
            </a:pPr>
            <a:r>
              <a:rPr lang="en-US" sz="3000">
                <a:solidFill>
                  <a:srgbClr val="FCFCFC"/>
                </a:solidFill>
                <a:latin typeface="Mina"/>
                <a:ea typeface="Mina"/>
                <a:cs typeface="Mina"/>
                <a:sym typeface="Mina"/>
              </a:rPr>
              <a:t>Solicita Cancelamento de Consulta</a:t>
            </a:r>
          </a:p>
          <a:p>
            <a:pPr algn="just">
              <a:lnSpc>
                <a:spcPts val="4200"/>
              </a:lnSpc>
              <a:spcBef>
                <a:spcPct val="0"/>
              </a:spcBef>
            </a:pPr>
            <a:endParaRPr lang="en-US" sz="3000">
              <a:solidFill>
                <a:srgbClr val="FCFCFC"/>
              </a:solidFill>
              <a:latin typeface="Mina"/>
              <a:ea typeface="Mina"/>
              <a:cs typeface="Mina"/>
              <a:sym typeface="Mina"/>
            </a:endParaRPr>
          </a:p>
          <a:p>
            <a:pPr algn="just">
              <a:lnSpc>
                <a:spcPts val="4200"/>
              </a:lnSpc>
              <a:spcBef>
                <a:spcPct val="0"/>
              </a:spcBef>
            </a:pPr>
            <a:r>
              <a:rPr lang="en-US" sz="3000">
                <a:solidFill>
                  <a:srgbClr val="FCFCFC"/>
                </a:solidFill>
                <a:latin typeface="Mina"/>
                <a:ea typeface="Mina"/>
                <a:cs typeface="Mina"/>
                <a:sym typeface="Mina"/>
              </a:rPr>
              <a:t>2. </a:t>
            </a:r>
            <a:r>
              <a:rPr lang="en-US" sz="3000">
                <a:solidFill>
                  <a:srgbClr val="FCFCFC"/>
                </a:solidFill>
                <a:latin typeface="Mina Bold"/>
                <a:ea typeface="Mina Bold"/>
                <a:cs typeface="Mina Bold"/>
                <a:sym typeface="Mina Bold"/>
              </a:rPr>
              <a:t>Secretária</a:t>
            </a:r>
          </a:p>
          <a:p>
            <a:pPr marL="647700" lvl="1" indent="-323850" algn="just">
              <a:lnSpc>
                <a:spcPts val="4200"/>
              </a:lnSpc>
              <a:spcBef>
                <a:spcPct val="0"/>
              </a:spcBef>
              <a:buFont typeface="Arial"/>
              <a:buChar char="•"/>
            </a:pPr>
            <a:r>
              <a:rPr lang="en-US" sz="3000">
                <a:solidFill>
                  <a:srgbClr val="FCFCFC"/>
                </a:solidFill>
                <a:latin typeface="Mina"/>
                <a:ea typeface="Mina"/>
                <a:cs typeface="Mina"/>
                <a:sym typeface="Mina"/>
              </a:rPr>
              <a:t>Consulta Agenda</a:t>
            </a:r>
          </a:p>
          <a:p>
            <a:pPr marL="647700" lvl="1" indent="-323850" algn="just">
              <a:lnSpc>
                <a:spcPts val="4200"/>
              </a:lnSpc>
              <a:spcBef>
                <a:spcPct val="0"/>
              </a:spcBef>
              <a:buFont typeface="Arial"/>
              <a:buChar char="•"/>
            </a:pPr>
            <a:r>
              <a:rPr lang="en-US" sz="3000">
                <a:solidFill>
                  <a:srgbClr val="FCFCFC"/>
                </a:solidFill>
                <a:latin typeface="Mina"/>
                <a:ea typeface="Mina"/>
                <a:cs typeface="Mina"/>
                <a:sym typeface="Mina"/>
              </a:rPr>
              <a:t>Marca Consulta</a:t>
            </a:r>
          </a:p>
          <a:p>
            <a:pPr marL="647700" lvl="1" indent="-323850" algn="just">
              <a:lnSpc>
                <a:spcPts val="4200"/>
              </a:lnSpc>
              <a:spcBef>
                <a:spcPct val="0"/>
              </a:spcBef>
              <a:buFont typeface="Arial"/>
              <a:buChar char="•"/>
            </a:pPr>
            <a:r>
              <a:rPr lang="en-US" sz="3000">
                <a:solidFill>
                  <a:srgbClr val="FCFCFC"/>
                </a:solidFill>
                <a:latin typeface="Mina"/>
                <a:ea typeface="Mina"/>
                <a:cs typeface="Mina"/>
                <a:sym typeface="Mina"/>
              </a:rPr>
              <a:t>Cancela Consulta</a:t>
            </a:r>
          </a:p>
          <a:p>
            <a:pPr algn="just">
              <a:lnSpc>
                <a:spcPts val="4200"/>
              </a:lnSpc>
              <a:spcBef>
                <a:spcPct val="0"/>
              </a:spcBef>
            </a:pPr>
            <a:endParaRPr lang="en-US" sz="3000">
              <a:solidFill>
                <a:srgbClr val="FCFCFC"/>
              </a:solidFill>
              <a:latin typeface="Mina"/>
              <a:ea typeface="Mina"/>
              <a:cs typeface="Mina"/>
              <a:sym typeface="Mina"/>
            </a:endParaRPr>
          </a:p>
          <a:p>
            <a:pPr algn="just">
              <a:lnSpc>
                <a:spcPts val="4200"/>
              </a:lnSpc>
              <a:spcBef>
                <a:spcPct val="0"/>
              </a:spcBef>
            </a:pPr>
            <a:r>
              <a:rPr lang="en-US" sz="3000">
                <a:solidFill>
                  <a:srgbClr val="FCFCFC"/>
                </a:solidFill>
                <a:latin typeface="Mina"/>
                <a:ea typeface="Mina"/>
                <a:cs typeface="Mina"/>
                <a:sym typeface="Mina"/>
              </a:rPr>
              <a:t>3. </a:t>
            </a:r>
            <a:r>
              <a:rPr lang="en-US" sz="3000">
                <a:solidFill>
                  <a:srgbClr val="FCFCFC"/>
                </a:solidFill>
                <a:latin typeface="Mina Bold"/>
                <a:ea typeface="Mina Bold"/>
                <a:cs typeface="Mina Bold"/>
                <a:sym typeface="Mina Bold"/>
              </a:rPr>
              <a:t>Médico</a:t>
            </a:r>
          </a:p>
          <a:p>
            <a:pPr marL="647700" lvl="1" indent="-323850" algn="just">
              <a:lnSpc>
                <a:spcPts val="4200"/>
              </a:lnSpc>
              <a:spcBef>
                <a:spcPct val="0"/>
              </a:spcBef>
              <a:buFont typeface="Arial"/>
              <a:buChar char="•"/>
            </a:pPr>
            <a:r>
              <a:rPr lang="en-US" sz="3000">
                <a:solidFill>
                  <a:srgbClr val="FCFCFC"/>
                </a:solidFill>
                <a:latin typeface="Mina"/>
                <a:ea typeface="Mina"/>
                <a:cs typeface="Mina"/>
                <a:sym typeface="Mina"/>
              </a:rPr>
              <a:t>Realiza Consulta</a:t>
            </a:r>
          </a:p>
          <a:p>
            <a:pPr marL="647700" lvl="1" indent="-323850" algn="just">
              <a:lnSpc>
                <a:spcPts val="4200"/>
              </a:lnSpc>
              <a:spcBef>
                <a:spcPct val="0"/>
              </a:spcBef>
              <a:buFont typeface="Arial"/>
              <a:buChar char="•"/>
            </a:pPr>
            <a:r>
              <a:rPr lang="en-US" sz="3000">
                <a:solidFill>
                  <a:srgbClr val="FCFCFC"/>
                </a:solidFill>
                <a:latin typeface="Mina"/>
                <a:ea typeface="Mina"/>
                <a:cs typeface="Mina"/>
                <a:sym typeface="Mina"/>
              </a:rPr>
              <a:t>Prescreve Medicação</a:t>
            </a:r>
          </a:p>
          <a:p>
            <a:pPr marL="647700" lvl="1" indent="-323850" algn="just">
              <a:lnSpc>
                <a:spcPts val="4200"/>
              </a:lnSpc>
              <a:spcBef>
                <a:spcPct val="0"/>
              </a:spcBef>
              <a:buFont typeface="Arial"/>
              <a:buChar char="•"/>
            </a:pPr>
            <a:r>
              <a:rPr lang="en-US" sz="3000">
                <a:solidFill>
                  <a:srgbClr val="FCFCFC"/>
                </a:solidFill>
                <a:latin typeface="Mina"/>
                <a:ea typeface="Mina"/>
                <a:cs typeface="Mina"/>
                <a:sym typeface="Mina"/>
              </a:rPr>
              <a:t>Solicita Realização de exames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144000" y="-3823"/>
            <a:ext cx="9140119" cy="10288714"/>
          </a:xfrm>
          <a:custGeom>
            <a:avLst/>
            <a:gdLst/>
            <a:ahLst/>
            <a:cxnLst/>
            <a:rect l="l" t="t" r="r" b="b"/>
            <a:pathLst>
              <a:path w="17534610" h="17502729">
                <a:moveTo>
                  <a:pt x="0" y="0"/>
                </a:moveTo>
                <a:lnTo>
                  <a:pt x="17534610" y="0"/>
                </a:lnTo>
                <a:lnTo>
                  <a:pt x="17534610" y="17502730"/>
                </a:lnTo>
                <a:lnTo>
                  <a:pt x="0" y="17502730"/>
                </a:lnTo>
                <a:lnTo>
                  <a:pt x="0" y="0"/>
                </a:lnTo>
                <a:close/>
              </a:path>
            </a:pathLst>
          </a:custGeom>
          <a:blipFill>
            <a:blip r:embed="rId2">
              <a:alphaModFix amt="41000"/>
              <a:extLst>
                <a:ext uri="{96DAC541-7B7A-43D3-8B79-37D633B846F1}">
                  <asvg:svgBlip xmlns:asvg="http://schemas.microsoft.com/office/drawing/2016/SVG/main" r:embed="rId3"/>
                </a:ext>
              </a:extLst>
            </a:blip>
            <a:stretch>
              <a:fillRect/>
            </a:stretch>
          </a:blipFill>
        </p:spPr>
      </p:sp>
      <p:sp>
        <p:nvSpPr>
          <p:cNvPr id="3" name="Freeform 3"/>
          <p:cNvSpPr/>
          <p:nvPr/>
        </p:nvSpPr>
        <p:spPr>
          <a:xfrm>
            <a:off x="4152145" y="8415657"/>
            <a:ext cx="8371485" cy="1685287"/>
          </a:xfrm>
          <a:custGeom>
            <a:avLst/>
            <a:gdLst/>
            <a:ahLst/>
            <a:cxnLst/>
            <a:rect l="l" t="t" r="r" b="b"/>
            <a:pathLst>
              <a:path w="8371485" h="1685287">
                <a:moveTo>
                  <a:pt x="0" y="0"/>
                </a:moveTo>
                <a:lnTo>
                  <a:pt x="8371484" y="0"/>
                </a:lnTo>
                <a:lnTo>
                  <a:pt x="8371484" y="1685286"/>
                </a:lnTo>
                <a:lnTo>
                  <a:pt x="0" y="1685286"/>
                </a:lnTo>
                <a:lnTo>
                  <a:pt x="0" y="0"/>
                </a:lnTo>
                <a:close/>
              </a:path>
            </a:pathLst>
          </a:custGeom>
          <a:blipFill>
            <a:blip r:embed="rId4"/>
            <a:stretch>
              <a:fillRect l="-763" r="-954" b="-3791"/>
            </a:stretch>
          </a:blipFill>
        </p:spPr>
      </p:sp>
      <p:sp>
        <p:nvSpPr>
          <p:cNvPr id="4" name="Freeform 4"/>
          <p:cNvSpPr/>
          <p:nvPr/>
        </p:nvSpPr>
        <p:spPr>
          <a:xfrm>
            <a:off x="9144000" y="267851"/>
            <a:ext cx="8395770" cy="8007252"/>
          </a:xfrm>
          <a:custGeom>
            <a:avLst/>
            <a:gdLst/>
            <a:ahLst/>
            <a:cxnLst/>
            <a:rect l="l" t="t" r="r" b="b"/>
            <a:pathLst>
              <a:path w="8395770" h="8007252">
                <a:moveTo>
                  <a:pt x="0" y="0"/>
                </a:moveTo>
                <a:lnTo>
                  <a:pt x="8395770" y="0"/>
                </a:lnTo>
                <a:lnTo>
                  <a:pt x="8395770" y="8007252"/>
                </a:lnTo>
                <a:lnTo>
                  <a:pt x="0" y="8007252"/>
                </a:lnTo>
                <a:lnTo>
                  <a:pt x="0" y="0"/>
                </a:lnTo>
                <a:close/>
              </a:path>
            </a:pathLst>
          </a:custGeom>
          <a:blipFill>
            <a:blip r:embed="rId5"/>
            <a:stretch>
              <a:fillRect/>
            </a:stretch>
          </a:blipFill>
        </p:spPr>
      </p:sp>
      <p:sp>
        <p:nvSpPr>
          <p:cNvPr id="5" name="TextBox 5"/>
          <p:cNvSpPr txBox="1"/>
          <p:nvPr/>
        </p:nvSpPr>
        <p:spPr>
          <a:xfrm>
            <a:off x="184333" y="86283"/>
            <a:ext cx="8153554" cy="9442203"/>
          </a:xfrm>
          <a:prstGeom prst="rect">
            <a:avLst/>
          </a:prstGeom>
        </p:spPr>
        <p:txBody>
          <a:bodyPr lIns="0" tIns="0" rIns="0" bIns="0" rtlCol="0" anchor="t">
            <a:spAutoFit/>
          </a:bodyPr>
          <a:lstStyle/>
          <a:p>
            <a:pPr algn="just">
              <a:lnSpc>
                <a:spcPts val="5864"/>
              </a:lnSpc>
              <a:spcBef>
                <a:spcPct val="0"/>
              </a:spcBef>
            </a:pPr>
            <a:r>
              <a:rPr lang="en-US" sz="4188">
                <a:solidFill>
                  <a:srgbClr val="FCFCFC"/>
                </a:solidFill>
                <a:latin typeface="Garet Bold"/>
                <a:ea typeface="Garet Bold"/>
                <a:cs typeface="Garet Bold"/>
                <a:sym typeface="Garet Bold"/>
              </a:rPr>
              <a:t>Áreas abordadas:</a:t>
            </a:r>
          </a:p>
          <a:p>
            <a:pPr algn="just">
              <a:lnSpc>
                <a:spcPts val="4475"/>
              </a:lnSpc>
              <a:spcBef>
                <a:spcPct val="0"/>
              </a:spcBef>
            </a:pPr>
            <a:endParaRPr lang="en-US" sz="4188">
              <a:solidFill>
                <a:srgbClr val="FCFCFC"/>
              </a:solidFill>
              <a:latin typeface="Garet Bold"/>
              <a:ea typeface="Garet Bold"/>
              <a:cs typeface="Garet Bold"/>
              <a:sym typeface="Garet Bold"/>
            </a:endParaRPr>
          </a:p>
          <a:p>
            <a:pPr marL="665122" lvl="1" indent="-332561" algn="just">
              <a:lnSpc>
                <a:spcPts val="4312"/>
              </a:lnSpc>
              <a:buFont typeface="Arial"/>
              <a:buChar char="•"/>
            </a:pPr>
            <a:r>
              <a:rPr lang="en-US" sz="3080" u="sng">
                <a:solidFill>
                  <a:srgbClr val="FCFCFC"/>
                </a:solidFill>
                <a:latin typeface="Mina Bold"/>
                <a:ea typeface="Mina Bold"/>
                <a:cs typeface="Mina Bold"/>
                <a:sym typeface="Mina Bold"/>
              </a:rPr>
              <a:t>Definição de Requisitos:</a:t>
            </a:r>
            <a:r>
              <a:rPr lang="en-US" sz="3080">
                <a:solidFill>
                  <a:srgbClr val="FCFCFC"/>
                </a:solidFill>
                <a:latin typeface="Mina"/>
                <a:ea typeface="Mina"/>
                <a:cs typeface="Mina"/>
                <a:sym typeface="Mina"/>
              </a:rPr>
              <a:t> Novos casos de usos geralmente geram novos requisitos conforme o sistema vai sendo analisado e modelado.</a:t>
            </a:r>
          </a:p>
          <a:p>
            <a:pPr marL="665122" lvl="1" indent="-332561" algn="just">
              <a:lnSpc>
                <a:spcPts val="4312"/>
              </a:lnSpc>
              <a:spcBef>
                <a:spcPct val="0"/>
              </a:spcBef>
              <a:buFont typeface="Arial"/>
              <a:buChar char="•"/>
            </a:pPr>
            <a:r>
              <a:rPr lang="en-US" sz="3080" u="sng">
                <a:solidFill>
                  <a:srgbClr val="FCFCFC"/>
                </a:solidFill>
                <a:latin typeface="Mina Bold"/>
                <a:ea typeface="Mina Bold"/>
                <a:cs typeface="Mina Bold"/>
                <a:sym typeface="Mina Bold"/>
              </a:rPr>
              <a:t>Comunicação com os Clientes:</a:t>
            </a:r>
            <a:r>
              <a:rPr lang="en-US" sz="3080">
                <a:solidFill>
                  <a:srgbClr val="FCFCFC"/>
                </a:solidFill>
                <a:latin typeface="Mina"/>
                <a:ea typeface="Mina"/>
                <a:cs typeface="Mina"/>
                <a:sym typeface="Mina"/>
              </a:rPr>
              <a:t> Pela sua simplicidade, sua compreensão não exige conhecimentos técnicos, portanto o cliente pode entender muito bem esse diagrama, que auxilia o pessoal técnico na comunicação com clientes.</a:t>
            </a:r>
          </a:p>
          <a:p>
            <a:pPr marL="665122" lvl="1" indent="-332561" algn="just">
              <a:lnSpc>
                <a:spcPts val="4312"/>
              </a:lnSpc>
              <a:spcBef>
                <a:spcPct val="0"/>
              </a:spcBef>
              <a:buFont typeface="Arial"/>
              <a:buChar char="•"/>
            </a:pPr>
            <a:r>
              <a:rPr lang="en-US" sz="3080" u="sng">
                <a:solidFill>
                  <a:srgbClr val="FCFCFC"/>
                </a:solidFill>
                <a:latin typeface="Mina Bold"/>
                <a:ea typeface="Mina Bold"/>
                <a:cs typeface="Mina Bold"/>
                <a:sym typeface="Mina Bold"/>
              </a:rPr>
              <a:t>Geração de Casos de Teste:</a:t>
            </a:r>
            <a:r>
              <a:rPr lang="en-US" sz="3080">
                <a:solidFill>
                  <a:srgbClr val="FCFCFC"/>
                </a:solidFill>
                <a:latin typeface="Mina"/>
                <a:ea typeface="Mina"/>
                <a:cs typeface="Mina"/>
                <a:sym typeface="Mina"/>
              </a:rPr>
              <a:t> A junção de todos os cenários para um caso de uso pode sugerir uma bateria de testes para cada cenário.</a:t>
            </a:r>
          </a:p>
          <a:p>
            <a:pPr algn="just">
              <a:lnSpc>
                <a:spcPts val="4312"/>
              </a:lnSpc>
              <a:spcBef>
                <a:spcPct val="0"/>
              </a:spcBef>
            </a:pPr>
            <a:endParaRPr lang="en-US" sz="3080">
              <a:solidFill>
                <a:srgbClr val="FCFCFC"/>
              </a:solidFill>
              <a:latin typeface="Mina"/>
              <a:ea typeface="Mina"/>
              <a:cs typeface="Mina"/>
              <a:sym typeface="Min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0440"/>
        </a:solidFill>
        <a:effectLst/>
      </p:bgPr>
    </p:bg>
    <p:spTree>
      <p:nvGrpSpPr>
        <p:cNvPr id="1" name=""/>
        <p:cNvGrpSpPr/>
        <p:nvPr/>
      </p:nvGrpSpPr>
      <p:grpSpPr>
        <a:xfrm>
          <a:off x="0" y="0"/>
          <a:ext cx="0" cy="0"/>
          <a:chOff x="0" y="0"/>
          <a:chExt cx="0" cy="0"/>
        </a:xfrm>
      </p:grpSpPr>
      <p:grpSp>
        <p:nvGrpSpPr>
          <p:cNvPr id="2" name="Group 2"/>
          <p:cNvGrpSpPr/>
          <p:nvPr/>
        </p:nvGrpSpPr>
        <p:grpSpPr>
          <a:xfrm>
            <a:off x="1645640" y="104585"/>
            <a:ext cx="8137714" cy="1583637"/>
            <a:chOff x="0" y="0"/>
            <a:chExt cx="2570612" cy="500253"/>
          </a:xfrm>
        </p:grpSpPr>
        <p:sp>
          <p:nvSpPr>
            <p:cNvPr id="3" name="Freeform 3"/>
            <p:cNvSpPr/>
            <p:nvPr/>
          </p:nvSpPr>
          <p:spPr>
            <a:xfrm>
              <a:off x="0" y="0"/>
              <a:ext cx="2570612" cy="500253"/>
            </a:xfrm>
            <a:custGeom>
              <a:avLst/>
              <a:gdLst/>
              <a:ahLst/>
              <a:cxnLst/>
              <a:rect l="l" t="t" r="r" b="b"/>
              <a:pathLst>
                <a:path w="2570612" h="500253">
                  <a:moveTo>
                    <a:pt x="48520" y="0"/>
                  </a:moveTo>
                  <a:lnTo>
                    <a:pt x="2522092" y="0"/>
                  </a:lnTo>
                  <a:cubicBezTo>
                    <a:pt x="2548889" y="0"/>
                    <a:pt x="2570612" y="21723"/>
                    <a:pt x="2570612" y="48520"/>
                  </a:cubicBezTo>
                  <a:lnTo>
                    <a:pt x="2570612" y="451733"/>
                  </a:lnTo>
                  <a:cubicBezTo>
                    <a:pt x="2570612" y="464602"/>
                    <a:pt x="2565500" y="476943"/>
                    <a:pt x="2556401" y="486042"/>
                  </a:cubicBezTo>
                  <a:cubicBezTo>
                    <a:pt x="2547301" y="495141"/>
                    <a:pt x="2534960" y="500253"/>
                    <a:pt x="2522092" y="500253"/>
                  </a:cubicBezTo>
                  <a:lnTo>
                    <a:pt x="48520" y="500253"/>
                  </a:lnTo>
                  <a:cubicBezTo>
                    <a:pt x="35651" y="500253"/>
                    <a:pt x="23310" y="495141"/>
                    <a:pt x="14211" y="486042"/>
                  </a:cubicBezTo>
                  <a:cubicBezTo>
                    <a:pt x="5112" y="476943"/>
                    <a:pt x="0" y="464602"/>
                    <a:pt x="0" y="451733"/>
                  </a:cubicBezTo>
                  <a:lnTo>
                    <a:pt x="0" y="48520"/>
                  </a:lnTo>
                  <a:cubicBezTo>
                    <a:pt x="0" y="35651"/>
                    <a:pt x="5112" y="23310"/>
                    <a:pt x="14211" y="14211"/>
                  </a:cubicBezTo>
                  <a:cubicBezTo>
                    <a:pt x="23310" y="5112"/>
                    <a:pt x="35651" y="0"/>
                    <a:pt x="48520" y="0"/>
                  </a:cubicBezTo>
                  <a:close/>
                </a:path>
              </a:pathLst>
            </a:custGeom>
            <a:solidFill>
              <a:srgbClr val="000000">
                <a:alpha val="0"/>
              </a:srgbClr>
            </a:solidFill>
            <a:ln w="38100" cap="rnd">
              <a:solidFill>
                <a:srgbClr val="FFFFFF"/>
              </a:solidFill>
              <a:prstDash val="solid"/>
              <a:round/>
            </a:ln>
          </p:spPr>
        </p:sp>
        <p:sp>
          <p:nvSpPr>
            <p:cNvPr id="4" name="TextBox 4"/>
            <p:cNvSpPr txBox="1"/>
            <p:nvPr/>
          </p:nvSpPr>
          <p:spPr>
            <a:xfrm>
              <a:off x="0" y="-38100"/>
              <a:ext cx="2570612" cy="53835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888933" y="387390"/>
            <a:ext cx="7394419" cy="9062514"/>
          </a:xfrm>
          <a:custGeom>
            <a:avLst/>
            <a:gdLst/>
            <a:ahLst/>
            <a:cxnLst/>
            <a:rect l="l" t="t" r="r" b="b"/>
            <a:pathLst>
              <a:path w="10205074" h="10711432">
                <a:moveTo>
                  <a:pt x="0" y="0"/>
                </a:moveTo>
                <a:lnTo>
                  <a:pt x="10205073" y="0"/>
                </a:lnTo>
                <a:lnTo>
                  <a:pt x="10205073" y="10711432"/>
                </a:lnTo>
                <a:lnTo>
                  <a:pt x="0" y="107114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125072" y="2005198"/>
            <a:ext cx="9178850" cy="7895962"/>
          </a:xfrm>
          <a:prstGeom prst="rect">
            <a:avLst/>
          </a:prstGeom>
        </p:spPr>
        <p:txBody>
          <a:bodyPr lIns="0" tIns="0" rIns="0" bIns="0" rtlCol="0" anchor="t">
            <a:spAutoFit/>
          </a:bodyPr>
          <a:lstStyle/>
          <a:p>
            <a:pPr algn="ctr">
              <a:lnSpc>
                <a:spcPts val="8939"/>
              </a:lnSpc>
            </a:pPr>
            <a:r>
              <a:rPr lang="en-US" sz="6385">
                <a:solidFill>
                  <a:srgbClr val="FCFCFC"/>
                </a:solidFill>
                <a:latin typeface="Mina"/>
                <a:ea typeface="Mina"/>
                <a:cs typeface="Mina"/>
                <a:sym typeface="Mina"/>
              </a:rPr>
              <a:t>Vamos pensar em uma loja de cds, onde se encontra a fronteira do sistema e onde são localizados seus relacionamentos e quais são (include, extend)?</a:t>
            </a:r>
          </a:p>
        </p:txBody>
      </p:sp>
      <p:sp>
        <p:nvSpPr>
          <p:cNvPr id="16" name="TextBox 16"/>
          <p:cNvSpPr txBox="1"/>
          <p:nvPr/>
        </p:nvSpPr>
        <p:spPr>
          <a:xfrm>
            <a:off x="1940676" y="138529"/>
            <a:ext cx="6892716" cy="1430023"/>
          </a:xfrm>
          <a:prstGeom prst="rect">
            <a:avLst/>
          </a:prstGeom>
        </p:spPr>
        <p:txBody>
          <a:bodyPr lIns="0" tIns="0" rIns="0" bIns="0" rtlCol="0" anchor="t">
            <a:spAutoFit/>
          </a:bodyPr>
          <a:lstStyle/>
          <a:p>
            <a:pPr algn="ctr">
              <a:lnSpc>
                <a:spcPts val="5704"/>
              </a:lnSpc>
            </a:pPr>
            <a:r>
              <a:rPr lang="en-US" sz="4074">
                <a:solidFill>
                  <a:srgbClr val="FCFCFC"/>
                </a:solidFill>
                <a:latin typeface="Garet Bold"/>
                <a:ea typeface="Garet Bold"/>
                <a:cs typeface="Garet Bold"/>
                <a:sym typeface="Garet Bold"/>
              </a:rPr>
              <a:t>Vamos ver se você aprendeu</a:t>
            </a:r>
          </a:p>
        </p:txBody>
      </p:sp>
      <p:sp>
        <p:nvSpPr>
          <p:cNvPr id="17" name="TextBox 17"/>
          <p:cNvSpPr txBox="1"/>
          <p:nvPr/>
        </p:nvSpPr>
        <p:spPr>
          <a:xfrm>
            <a:off x="8833392" y="-37446"/>
            <a:ext cx="527770" cy="1606979"/>
          </a:xfrm>
          <a:prstGeom prst="rect">
            <a:avLst/>
          </a:prstGeom>
        </p:spPr>
        <p:txBody>
          <a:bodyPr lIns="0" tIns="0" rIns="0" bIns="0" rtlCol="0" anchor="t">
            <a:spAutoFit/>
          </a:bodyPr>
          <a:lstStyle/>
          <a:p>
            <a:pPr algn="ctr">
              <a:lnSpc>
                <a:spcPts val="13022"/>
              </a:lnSpc>
            </a:pPr>
            <a:r>
              <a:rPr lang="en-US" sz="9301">
                <a:solidFill>
                  <a:srgbClr val="FCFCFC"/>
                </a:solidFill>
                <a:latin typeface="Mina Bold"/>
                <a:ea typeface="Mina Bold"/>
                <a:cs typeface="Mina Bold"/>
                <a:sym typeface="Mina Bold"/>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0440"/>
        </a:solidFill>
        <a:effectLst/>
      </p:bgPr>
    </p:bg>
    <p:spTree>
      <p:nvGrpSpPr>
        <p:cNvPr id="1" name=""/>
        <p:cNvGrpSpPr/>
        <p:nvPr/>
      </p:nvGrpSpPr>
      <p:grpSpPr>
        <a:xfrm>
          <a:off x="0" y="0"/>
          <a:ext cx="0" cy="0"/>
          <a:chOff x="0" y="0"/>
          <a:chExt cx="0" cy="0"/>
        </a:xfrm>
      </p:grpSpPr>
      <p:pic>
        <p:nvPicPr>
          <p:cNvPr id="75" name="Imagem 74" descr="Uma imagem com texto, captura de ecrã, diagrama, Tipo de letra&#10;&#10;Descrição gerada automaticamente">
            <a:extLst>
              <a:ext uri="{FF2B5EF4-FFF2-40B4-BE49-F238E27FC236}">
                <a16:creationId xmlns:a16="http://schemas.microsoft.com/office/drawing/2014/main" id="{4671035E-F387-6F9C-5F5D-4567DA08ED0D}"/>
              </a:ext>
            </a:extLst>
          </p:cNvPr>
          <p:cNvPicPr>
            <a:picLocks noChangeAspect="1"/>
          </p:cNvPicPr>
          <p:nvPr/>
        </p:nvPicPr>
        <p:blipFill>
          <a:blip r:embed="rId2"/>
          <a:stretch>
            <a:fillRect/>
          </a:stretch>
        </p:blipFill>
        <p:spPr>
          <a:xfrm>
            <a:off x="47236" y="40522"/>
            <a:ext cx="18268481" cy="1024343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044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5064" t="-36646" r="-3612" b="-3779"/>
            </a:stretch>
          </a:blipFill>
        </p:spPr>
      </p:sp>
      <p:sp>
        <p:nvSpPr>
          <p:cNvPr id="3" name="TextBox 3"/>
          <p:cNvSpPr txBox="1"/>
          <p:nvPr/>
        </p:nvSpPr>
        <p:spPr>
          <a:xfrm>
            <a:off x="0" y="-37148"/>
            <a:ext cx="3052158" cy="669925"/>
          </a:xfrm>
          <a:prstGeom prst="rect">
            <a:avLst/>
          </a:prstGeom>
        </p:spPr>
        <p:txBody>
          <a:bodyPr lIns="0" tIns="0" rIns="0" bIns="0" rtlCol="0" anchor="t">
            <a:spAutoFit/>
          </a:bodyPr>
          <a:lstStyle/>
          <a:p>
            <a:pPr algn="ctr">
              <a:lnSpc>
                <a:spcPts val="5599"/>
              </a:lnSpc>
            </a:pPr>
            <a:r>
              <a:rPr lang="en-US" sz="3999">
                <a:solidFill>
                  <a:srgbClr val="000000"/>
                </a:solidFill>
                <a:latin typeface="Garet Bold"/>
                <a:ea typeface="Garet Bold"/>
                <a:cs typeface="Garet Bold"/>
                <a:sym typeface="Garet Bold"/>
              </a:rPr>
              <a:t>Resolução:</a:t>
            </a:r>
          </a:p>
        </p:txBody>
      </p:sp>
      <p:sp>
        <p:nvSpPr>
          <p:cNvPr id="4" name="TextBox 4"/>
          <p:cNvSpPr txBox="1"/>
          <p:nvPr/>
        </p:nvSpPr>
        <p:spPr>
          <a:xfrm>
            <a:off x="13540829" y="335280"/>
            <a:ext cx="3718471" cy="537845"/>
          </a:xfrm>
          <a:prstGeom prst="rect">
            <a:avLst/>
          </a:prstGeom>
        </p:spPr>
        <p:txBody>
          <a:bodyPr lIns="0" tIns="0" rIns="0" bIns="0" rtlCol="0" anchor="t">
            <a:spAutoFit/>
          </a:bodyPr>
          <a:lstStyle/>
          <a:p>
            <a:pPr algn="ctr">
              <a:lnSpc>
                <a:spcPts val="4480"/>
              </a:lnSpc>
            </a:pPr>
            <a:r>
              <a:rPr lang="en-US" sz="3200">
                <a:solidFill>
                  <a:srgbClr val="000000"/>
                </a:solidFill>
                <a:latin typeface="Garet Bold"/>
                <a:ea typeface="Garet Bold"/>
                <a:cs typeface="Garet Bold"/>
                <a:sym typeface="Garet Bold"/>
              </a:rPr>
              <a:t>Borda do sistema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773925" y="659451"/>
            <a:ext cx="14740149" cy="751297"/>
            <a:chOff x="0" y="0"/>
            <a:chExt cx="3267389" cy="166537"/>
          </a:xfrm>
        </p:grpSpPr>
        <p:sp>
          <p:nvSpPr>
            <p:cNvPr id="3" name="Freeform 3"/>
            <p:cNvSpPr/>
            <p:nvPr/>
          </p:nvSpPr>
          <p:spPr>
            <a:xfrm>
              <a:off x="0" y="0"/>
              <a:ext cx="3267389" cy="166537"/>
            </a:xfrm>
            <a:custGeom>
              <a:avLst/>
              <a:gdLst/>
              <a:ahLst/>
              <a:cxnLst/>
              <a:rect l="l" t="t" r="r" b="b"/>
              <a:pathLst>
                <a:path w="3267389" h="166537">
                  <a:moveTo>
                    <a:pt x="52523" y="0"/>
                  </a:moveTo>
                  <a:lnTo>
                    <a:pt x="3214867" y="0"/>
                  </a:lnTo>
                  <a:cubicBezTo>
                    <a:pt x="3228797" y="0"/>
                    <a:pt x="3242156" y="5534"/>
                    <a:pt x="3252006" y="15384"/>
                  </a:cubicBezTo>
                  <a:cubicBezTo>
                    <a:pt x="3261856" y="25233"/>
                    <a:pt x="3267389" y="38593"/>
                    <a:pt x="3267389" y="52523"/>
                  </a:cubicBezTo>
                  <a:lnTo>
                    <a:pt x="3267389" y="114014"/>
                  </a:lnTo>
                  <a:cubicBezTo>
                    <a:pt x="3267389" y="143022"/>
                    <a:pt x="3243874" y="166537"/>
                    <a:pt x="3214867" y="166537"/>
                  </a:cubicBezTo>
                  <a:lnTo>
                    <a:pt x="52523" y="166537"/>
                  </a:lnTo>
                  <a:cubicBezTo>
                    <a:pt x="23515" y="166537"/>
                    <a:pt x="0" y="143022"/>
                    <a:pt x="0" y="114014"/>
                  </a:cubicBezTo>
                  <a:lnTo>
                    <a:pt x="0" y="52523"/>
                  </a:lnTo>
                  <a:cubicBezTo>
                    <a:pt x="0" y="23515"/>
                    <a:pt x="23515" y="0"/>
                    <a:pt x="52523" y="0"/>
                  </a:cubicBezTo>
                  <a:close/>
                </a:path>
              </a:pathLst>
            </a:custGeom>
            <a:solidFill>
              <a:srgbClr val="FFFFFF"/>
            </a:solidFill>
          </p:spPr>
        </p:sp>
        <p:sp>
          <p:nvSpPr>
            <p:cNvPr id="4" name="TextBox 4"/>
            <p:cNvSpPr txBox="1"/>
            <p:nvPr/>
          </p:nvSpPr>
          <p:spPr>
            <a:xfrm>
              <a:off x="0" y="-38100"/>
              <a:ext cx="3267389" cy="20463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73925" y="692135"/>
            <a:ext cx="14740149" cy="673130"/>
            <a:chOff x="0" y="0"/>
            <a:chExt cx="3267389" cy="149210"/>
          </a:xfrm>
        </p:grpSpPr>
        <p:sp>
          <p:nvSpPr>
            <p:cNvPr id="6" name="Freeform 6"/>
            <p:cNvSpPr/>
            <p:nvPr/>
          </p:nvSpPr>
          <p:spPr>
            <a:xfrm>
              <a:off x="0" y="0"/>
              <a:ext cx="3267389" cy="149210"/>
            </a:xfrm>
            <a:custGeom>
              <a:avLst/>
              <a:gdLst/>
              <a:ahLst/>
              <a:cxnLst/>
              <a:rect l="l" t="t" r="r" b="b"/>
              <a:pathLst>
                <a:path w="3267389" h="149210">
                  <a:moveTo>
                    <a:pt x="26787" y="0"/>
                  </a:moveTo>
                  <a:lnTo>
                    <a:pt x="3240603" y="0"/>
                  </a:lnTo>
                  <a:cubicBezTo>
                    <a:pt x="3247707" y="0"/>
                    <a:pt x="3254520" y="2822"/>
                    <a:pt x="3259544" y="7846"/>
                  </a:cubicBezTo>
                  <a:cubicBezTo>
                    <a:pt x="3264567" y="12869"/>
                    <a:pt x="3267389" y="19682"/>
                    <a:pt x="3267389" y="26787"/>
                  </a:cubicBezTo>
                  <a:lnTo>
                    <a:pt x="3267389" y="122424"/>
                  </a:lnTo>
                  <a:cubicBezTo>
                    <a:pt x="3267389" y="129528"/>
                    <a:pt x="3264567" y="136341"/>
                    <a:pt x="3259544" y="141364"/>
                  </a:cubicBezTo>
                  <a:cubicBezTo>
                    <a:pt x="3254520" y="146388"/>
                    <a:pt x="3247707" y="149210"/>
                    <a:pt x="3240603" y="149210"/>
                  </a:cubicBezTo>
                  <a:lnTo>
                    <a:pt x="26787" y="149210"/>
                  </a:lnTo>
                  <a:cubicBezTo>
                    <a:pt x="19682" y="149210"/>
                    <a:pt x="12869" y="146388"/>
                    <a:pt x="7846" y="141364"/>
                  </a:cubicBezTo>
                  <a:cubicBezTo>
                    <a:pt x="2822" y="136341"/>
                    <a:pt x="0" y="129528"/>
                    <a:pt x="0" y="122424"/>
                  </a:cubicBezTo>
                  <a:lnTo>
                    <a:pt x="0" y="26787"/>
                  </a:lnTo>
                  <a:cubicBezTo>
                    <a:pt x="0" y="19682"/>
                    <a:pt x="2822" y="12869"/>
                    <a:pt x="7846" y="7846"/>
                  </a:cubicBezTo>
                  <a:cubicBezTo>
                    <a:pt x="12869" y="2822"/>
                    <a:pt x="19682" y="0"/>
                    <a:pt x="26787" y="0"/>
                  </a:cubicBezTo>
                  <a:close/>
                </a:path>
              </a:pathLst>
            </a:custGeom>
            <a:solidFill>
              <a:srgbClr val="FFFFFF">
                <a:alpha val="31765"/>
              </a:srgbClr>
            </a:solidFill>
          </p:spPr>
        </p:sp>
        <p:sp>
          <p:nvSpPr>
            <p:cNvPr id="7" name="TextBox 7"/>
            <p:cNvSpPr txBox="1"/>
            <p:nvPr/>
          </p:nvSpPr>
          <p:spPr>
            <a:xfrm>
              <a:off x="0" y="-38100"/>
              <a:ext cx="3267389" cy="187310"/>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5764783" y="786631"/>
            <a:ext cx="452665" cy="496937"/>
          </a:xfrm>
          <a:custGeom>
            <a:avLst/>
            <a:gdLst/>
            <a:ahLst/>
            <a:cxnLst/>
            <a:rect l="l" t="t" r="r" b="b"/>
            <a:pathLst>
              <a:path w="452665" h="496937">
                <a:moveTo>
                  <a:pt x="0" y="0"/>
                </a:moveTo>
                <a:lnTo>
                  <a:pt x="452664" y="0"/>
                </a:lnTo>
                <a:lnTo>
                  <a:pt x="452664" y="496937"/>
                </a:lnTo>
                <a:lnTo>
                  <a:pt x="0" y="4969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3246888" y="626180"/>
            <a:ext cx="11794223" cy="713467"/>
          </a:xfrm>
          <a:prstGeom prst="rect">
            <a:avLst/>
          </a:prstGeom>
        </p:spPr>
        <p:txBody>
          <a:bodyPr lIns="0" tIns="0" rIns="0" bIns="0" rtlCol="0" anchor="t">
            <a:spAutoFit/>
          </a:bodyPr>
          <a:lstStyle/>
          <a:p>
            <a:pPr algn="ctr">
              <a:lnSpc>
                <a:spcPts val="5825"/>
              </a:lnSpc>
            </a:pPr>
            <a:r>
              <a:rPr lang="en-US" sz="4160">
                <a:solidFill>
                  <a:srgbClr val="6647FF"/>
                </a:solidFill>
                <a:latin typeface="Garet Bold"/>
                <a:ea typeface="Garet Bold"/>
                <a:cs typeface="Garet Bold"/>
                <a:sym typeface="Garet Bold"/>
              </a:rPr>
              <a:t>Diagrama de interação geral</a:t>
            </a:r>
          </a:p>
        </p:txBody>
      </p:sp>
      <p:sp>
        <p:nvSpPr>
          <p:cNvPr id="10" name="TextBox 10"/>
          <p:cNvSpPr txBox="1"/>
          <p:nvPr/>
        </p:nvSpPr>
        <p:spPr>
          <a:xfrm>
            <a:off x="1028700" y="1573109"/>
            <a:ext cx="5057438" cy="1409363"/>
          </a:xfrm>
          <a:prstGeom prst="rect">
            <a:avLst/>
          </a:prstGeom>
        </p:spPr>
        <p:txBody>
          <a:bodyPr lIns="0" tIns="0" rIns="0" bIns="0" rtlCol="0" anchor="t">
            <a:spAutoFit/>
          </a:bodyPr>
          <a:lstStyle/>
          <a:p>
            <a:pPr algn="ctr">
              <a:lnSpc>
                <a:spcPts val="11568"/>
              </a:lnSpc>
            </a:pPr>
            <a:r>
              <a:rPr lang="en-US" sz="8263">
                <a:solidFill>
                  <a:srgbClr val="FFFFFF"/>
                </a:solidFill>
                <a:latin typeface="Garet"/>
                <a:ea typeface="Garet"/>
                <a:cs typeface="Garet"/>
                <a:sym typeface="Garet"/>
              </a:rPr>
              <a:t>O que é?</a:t>
            </a:r>
          </a:p>
        </p:txBody>
      </p:sp>
      <p:sp>
        <p:nvSpPr>
          <p:cNvPr id="11" name="TextBox 11"/>
          <p:cNvSpPr txBox="1"/>
          <p:nvPr/>
        </p:nvSpPr>
        <p:spPr>
          <a:xfrm>
            <a:off x="1102326" y="3285567"/>
            <a:ext cx="16156974" cy="7001433"/>
          </a:xfrm>
          <a:prstGeom prst="rect">
            <a:avLst/>
          </a:prstGeom>
        </p:spPr>
        <p:txBody>
          <a:bodyPr lIns="0" tIns="0" rIns="0" bIns="0" rtlCol="0" anchor="t">
            <a:spAutoFit/>
          </a:bodyPr>
          <a:lstStyle/>
          <a:p>
            <a:pPr algn="just">
              <a:lnSpc>
                <a:spcPts val="4648"/>
              </a:lnSpc>
            </a:pPr>
            <a:r>
              <a:rPr lang="en-US" sz="3320">
                <a:solidFill>
                  <a:srgbClr val="FFFFFF"/>
                </a:solidFill>
                <a:latin typeface="Mina Bold"/>
                <a:ea typeface="Mina Bold"/>
                <a:cs typeface="Mina Bold"/>
                <a:sym typeface="Mina Bold"/>
              </a:rPr>
              <a:t> O diagrama de Visão Geral de Interação é um diagrama inserido na versão 2.0 da UML, que fornece uma visão de interação detalhada dos diagramas de sequência com uma perspectiva de alto nível de um modelo de interação, através de uma representação dinâmica e abrangente de processos de software complexos.</a:t>
            </a:r>
          </a:p>
          <a:p>
            <a:pPr algn="just">
              <a:lnSpc>
                <a:spcPts val="4648"/>
              </a:lnSpc>
            </a:pPr>
            <a:r>
              <a:rPr lang="en-US" sz="3320">
                <a:solidFill>
                  <a:srgbClr val="FFFFFF"/>
                </a:solidFill>
                <a:latin typeface="Mina Bold"/>
                <a:ea typeface="Mina Bold"/>
                <a:cs typeface="Mina Bold"/>
                <a:sym typeface="Mina Bold"/>
              </a:rPr>
              <a:t> Sendo semelhante ao Diagrama de Atividades, entretanto com a diferença que este é um diagrama de atividades modificado, removendo a previsão de modelagem do fluxo de objetos e a troca dos nodos executáveis, “ações” e “atividades”, pelos nodos executáveis “interações” modelados a partir de outros diagramas de interação: Diagrama de Sequência, Diagrama de comunicação, Diagrama de Temporização e o próprio Diagrama de Visão Geral de Interação, possibilitando assim, a visão das interações entre os diagramas. </a:t>
            </a:r>
          </a:p>
          <a:p>
            <a:pPr marL="0" lvl="0" indent="0" algn="just">
              <a:lnSpc>
                <a:spcPts val="4648"/>
              </a:lnSpc>
              <a:spcBef>
                <a:spcPct val="0"/>
              </a:spcBef>
            </a:pPr>
            <a:endParaRPr lang="en-US" sz="3320">
              <a:solidFill>
                <a:srgbClr val="FFFFFF"/>
              </a:solidFill>
              <a:latin typeface="Mina Bold"/>
              <a:ea typeface="Mina Bold"/>
              <a:cs typeface="Mina Bold"/>
              <a:sym typeface="Mina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999680" y="5201858"/>
            <a:ext cx="16431484" cy="4867682"/>
          </a:xfrm>
          <a:prstGeom prst="rect">
            <a:avLst/>
          </a:prstGeom>
        </p:spPr>
        <p:txBody>
          <a:bodyPr lIns="0" tIns="0" rIns="0" bIns="0" rtlCol="0" anchor="t">
            <a:spAutoFit/>
          </a:bodyPr>
          <a:lstStyle/>
          <a:p>
            <a:pPr algn="just">
              <a:lnSpc>
                <a:spcPts val="4850"/>
              </a:lnSpc>
            </a:pPr>
            <a:r>
              <a:rPr lang="en-US" sz="3464">
                <a:solidFill>
                  <a:srgbClr val="FFFFFF"/>
                </a:solidFill>
                <a:latin typeface="Mina Bold"/>
                <a:ea typeface="Mina Bold"/>
                <a:cs typeface="Mina Bold"/>
                <a:sym typeface="Mina Bold"/>
              </a:rPr>
              <a:t> O diagrama atua como uma visão geral do fluxo de controle de uma interação para outra, ou o fluxo de atividade de um diagrama para outro, sejam esses fluxos normal ou alternativo. Ele ajuda na análise de sistemas ao fornecer uma visão clara de como as interações são organizadas e executadas. Se tornando assim, útil para documentar processos complexos que envolvem múltiplas interações entre objetos ou componentes do sistema.</a:t>
            </a:r>
          </a:p>
          <a:p>
            <a:pPr algn="just">
              <a:lnSpc>
                <a:spcPts val="4850"/>
              </a:lnSpc>
            </a:pPr>
            <a:endParaRPr lang="en-US" sz="3464">
              <a:solidFill>
                <a:srgbClr val="FFFFFF"/>
              </a:solidFill>
              <a:latin typeface="Mina Bold"/>
              <a:ea typeface="Mina Bold"/>
              <a:cs typeface="Mina Bold"/>
              <a:sym typeface="Mina Bold"/>
            </a:endParaRPr>
          </a:p>
          <a:p>
            <a:pPr marL="0" lvl="0" indent="0" algn="just">
              <a:lnSpc>
                <a:spcPts val="4850"/>
              </a:lnSpc>
              <a:spcBef>
                <a:spcPct val="0"/>
              </a:spcBef>
            </a:pPr>
            <a:endParaRPr lang="en-US" sz="3464">
              <a:solidFill>
                <a:srgbClr val="FFFFFF"/>
              </a:solidFill>
              <a:latin typeface="Mina Bold"/>
              <a:ea typeface="Mina Bold"/>
              <a:cs typeface="Mina Bold"/>
              <a:sym typeface="Mina Bold"/>
            </a:endParaRPr>
          </a:p>
        </p:txBody>
      </p:sp>
      <p:sp>
        <p:nvSpPr>
          <p:cNvPr id="3" name="Freeform 3"/>
          <p:cNvSpPr/>
          <p:nvPr/>
        </p:nvSpPr>
        <p:spPr>
          <a:xfrm rot="-6442247">
            <a:off x="1483334" y="423865"/>
            <a:ext cx="2618581" cy="2938099"/>
          </a:xfrm>
          <a:custGeom>
            <a:avLst/>
            <a:gdLst/>
            <a:ahLst/>
            <a:cxnLst/>
            <a:rect l="l" t="t" r="r" b="b"/>
            <a:pathLst>
              <a:path w="2618581" h="2938099">
                <a:moveTo>
                  <a:pt x="0" y="0"/>
                </a:moveTo>
                <a:lnTo>
                  <a:pt x="2618581" y="0"/>
                </a:lnTo>
                <a:lnTo>
                  <a:pt x="2618581" y="2938099"/>
                </a:lnTo>
                <a:lnTo>
                  <a:pt x="0" y="29380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43353" y="1451466"/>
            <a:ext cx="13945808" cy="1858385"/>
          </a:xfrm>
          <a:prstGeom prst="rect">
            <a:avLst/>
          </a:prstGeom>
        </p:spPr>
        <p:txBody>
          <a:bodyPr lIns="0" tIns="0" rIns="0" bIns="0" rtlCol="0" anchor="t">
            <a:spAutoFit/>
          </a:bodyPr>
          <a:lstStyle/>
          <a:p>
            <a:pPr algn="ctr">
              <a:lnSpc>
                <a:spcPts val="15169"/>
              </a:lnSpc>
            </a:pPr>
            <a:r>
              <a:rPr lang="en-US" sz="10835" u="sng">
                <a:solidFill>
                  <a:srgbClr val="FFFFFF"/>
                </a:solidFill>
                <a:latin typeface="Mina"/>
                <a:ea typeface="Mina"/>
                <a:cs typeface="Mina"/>
                <a:sym typeface="Mina"/>
              </a:rPr>
              <a:t>Função e utilização</a:t>
            </a:r>
          </a:p>
        </p:txBody>
      </p:sp>
      <p:sp>
        <p:nvSpPr>
          <p:cNvPr id="5" name="Freeform 5"/>
          <p:cNvSpPr/>
          <p:nvPr/>
        </p:nvSpPr>
        <p:spPr>
          <a:xfrm rot="4789602">
            <a:off x="14301821" y="1740144"/>
            <a:ext cx="2618581" cy="2938099"/>
          </a:xfrm>
          <a:custGeom>
            <a:avLst/>
            <a:gdLst/>
            <a:ahLst/>
            <a:cxnLst/>
            <a:rect l="l" t="t" r="r" b="b"/>
            <a:pathLst>
              <a:path w="2618581" h="2938099">
                <a:moveTo>
                  <a:pt x="0" y="0"/>
                </a:moveTo>
                <a:lnTo>
                  <a:pt x="2618581" y="0"/>
                </a:lnTo>
                <a:lnTo>
                  <a:pt x="2618581" y="2938100"/>
                </a:lnTo>
                <a:lnTo>
                  <a:pt x="0" y="29381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5400000">
            <a:off x="-448791" y="2392214"/>
            <a:ext cx="6776882" cy="5370679"/>
          </a:xfrm>
          <a:custGeom>
            <a:avLst/>
            <a:gdLst/>
            <a:ahLst/>
            <a:cxnLst/>
            <a:rect l="l" t="t" r="r" b="b"/>
            <a:pathLst>
              <a:path w="6776882" h="5370679">
                <a:moveTo>
                  <a:pt x="0" y="0"/>
                </a:moveTo>
                <a:lnTo>
                  <a:pt x="6776881" y="0"/>
                </a:lnTo>
                <a:lnTo>
                  <a:pt x="6776881" y="5370679"/>
                </a:lnTo>
                <a:lnTo>
                  <a:pt x="0" y="53706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91450" y="4586783"/>
            <a:ext cx="6862200" cy="853272"/>
          </a:xfrm>
          <a:prstGeom prst="rect">
            <a:avLst/>
          </a:prstGeom>
        </p:spPr>
        <p:txBody>
          <a:bodyPr lIns="0" tIns="0" rIns="0" bIns="0" rtlCol="0" anchor="t">
            <a:spAutoFit/>
          </a:bodyPr>
          <a:lstStyle/>
          <a:p>
            <a:pPr algn="ctr">
              <a:lnSpc>
                <a:spcPts val="7044"/>
              </a:lnSpc>
            </a:pPr>
            <a:r>
              <a:rPr lang="en-US" sz="5031" u="sng">
                <a:solidFill>
                  <a:srgbClr val="FFFFFF"/>
                </a:solidFill>
                <a:latin typeface="Garet Bold"/>
                <a:ea typeface="Garet Bold"/>
                <a:cs typeface="Garet Bold"/>
                <a:sym typeface="Garet Bold"/>
              </a:rPr>
              <a:t>Componentes</a:t>
            </a:r>
          </a:p>
        </p:txBody>
      </p:sp>
      <p:sp>
        <p:nvSpPr>
          <p:cNvPr id="4" name="TextBox 4"/>
          <p:cNvSpPr txBox="1"/>
          <p:nvPr/>
        </p:nvSpPr>
        <p:spPr>
          <a:xfrm>
            <a:off x="6965442" y="1409065"/>
            <a:ext cx="11917251" cy="7364095"/>
          </a:xfrm>
          <a:prstGeom prst="rect">
            <a:avLst/>
          </a:prstGeom>
        </p:spPr>
        <p:txBody>
          <a:bodyPr lIns="0" tIns="0" rIns="0" bIns="0" rtlCol="0" anchor="t">
            <a:spAutoFit/>
          </a:bodyPr>
          <a:lstStyle/>
          <a:p>
            <a:pPr algn="just">
              <a:lnSpc>
                <a:spcPts val="7279"/>
              </a:lnSpc>
            </a:pPr>
            <a:r>
              <a:rPr lang="en-US" sz="5199">
                <a:solidFill>
                  <a:srgbClr val="FFFFFF"/>
                </a:solidFill>
                <a:latin typeface="Mina Bold"/>
                <a:ea typeface="Mina Bold"/>
                <a:cs typeface="Mina Bold"/>
                <a:sym typeface="Mina Bold"/>
              </a:rPr>
              <a:t>Nós e arestas</a:t>
            </a:r>
          </a:p>
          <a:p>
            <a:pPr algn="just">
              <a:lnSpc>
                <a:spcPts val="7279"/>
              </a:lnSpc>
            </a:pPr>
            <a:r>
              <a:rPr lang="en-US" sz="5199">
                <a:solidFill>
                  <a:srgbClr val="FFFFFF"/>
                </a:solidFill>
                <a:latin typeface="Mina Bold"/>
                <a:ea typeface="Mina Bold"/>
                <a:cs typeface="Mina Bold"/>
                <a:sym typeface="Mina Bold"/>
              </a:rPr>
              <a:t>Controle e Fluxo de Dados</a:t>
            </a:r>
          </a:p>
          <a:p>
            <a:pPr algn="just">
              <a:lnSpc>
                <a:spcPts val="7279"/>
              </a:lnSpc>
            </a:pPr>
            <a:r>
              <a:rPr lang="en-US" sz="5199">
                <a:solidFill>
                  <a:srgbClr val="FFFFFF"/>
                </a:solidFill>
                <a:latin typeface="Mina Bold"/>
                <a:ea typeface="Mina Bold"/>
                <a:cs typeface="Mina Bold"/>
                <a:sym typeface="Mina Bold"/>
              </a:rPr>
              <a:t>Referencias e Interação</a:t>
            </a:r>
          </a:p>
          <a:p>
            <a:pPr algn="just">
              <a:lnSpc>
                <a:spcPts val="7279"/>
              </a:lnSpc>
            </a:pPr>
            <a:r>
              <a:rPr lang="en-US" sz="5199">
                <a:solidFill>
                  <a:srgbClr val="FFFFFF"/>
                </a:solidFill>
                <a:latin typeface="Mina Bold"/>
                <a:ea typeface="Mina Bold"/>
                <a:cs typeface="Mina Bold"/>
                <a:sym typeface="Mina Bold"/>
              </a:rPr>
              <a:t>Operador</a:t>
            </a:r>
          </a:p>
          <a:p>
            <a:pPr algn="just">
              <a:lnSpc>
                <a:spcPts val="7279"/>
              </a:lnSpc>
            </a:pPr>
            <a:r>
              <a:rPr lang="en-US" sz="5199">
                <a:solidFill>
                  <a:srgbClr val="FFFFFF"/>
                </a:solidFill>
                <a:latin typeface="Mina Bold"/>
                <a:ea typeface="Mina Bold"/>
                <a:cs typeface="Mina Bold"/>
                <a:sym typeface="Mina Bold"/>
              </a:rPr>
              <a:t>Linha de vida</a:t>
            </a:r>
          </a:p>
          <a:p>
            <a:pPr algn="just">
              <a:lnSpc>
                <a:spcPts val="7279"/>
              </a:lnSpc>
            </a:pPr>
            <a:r>
              <a:rPr lang="en-US" sz="5199">
                <a:solidFill>
                  <a:srgbClr val="FFFFFF"/>
                </a:solidFill>
                <a:latin typeface="Mina Bold"/>
                <a:ea typeface="Mina Bold"/>
                <a:cs typeface="Mina Bold"/>
                <a:sym typeface="Mina Bold"/>
              </a:rPr>
              <a:t>Mensagem</a:t>
            </a:r>
          </a:p>
          <a:p>
            <a:pPr algn="just">
              <a:lnSpc>
                <a:spcPts val="7279"/>
              </a:lnSpc>
            </a:pPr>
            <a:r>
              <a:rPr lang="en-US" sz="5199">
                <a:solidFill>
                  <a:srgbClr val="FFFFFF"/>
                </a:solidFill>
                <a:latin typeface="Mina Bold"/>
                <a:ea typeface="Mina Bold"/>
                <a:cs typeface="Mina Bold"/>
                <a:sym typeface="Mina Bold"/>
              </a:rPr>
              <a:t>Invariantes e restrições de estado</a:t>
            </a:r>
          </a:p>
          <a:p>
            <a:pPr algn="just">
              <a:lnSpc>
                <a:spcPts val="7279"/>
              </a:lnSpc>
            </a:pPr>
            <a:r>
              <a:rPr lang="en-US" sz="5199">
                <a:solidFill>
                  <a:srgbClr val="FFFFFF"/>
                </a:solidFill>
                <a:latin typeface="Mina Bold"/>
                <a:ea typeface="Mina Bold"/>
                <a:cs typeface="Mina Bold"/>
                <a:sym typeface="Mina Bold"/>
              </a:rPr>
              <a:t>interação</a:t>
            </a:r>
          </a:p>
        </p:txBody>
      </p:sp>
      <p:sp>
        <p:nvSpPr>
          <p:cNvPr id="5" name="Freeform 5"/>
          <p:cNvSpPr/>
          <p:nvPr/>
        </p:nvSpPr>
        <p:spPr>
          <a:xfrm>
            <a:off x="6079996" y="1513840"/>
            <a:ext cx="581506" cy="581506"/>
          </a:xfrm>
          <a:custGeom>
            <a:avLst/>
            <a:gdLst/>
            <a:ahLst/>
            <a:cxnLst/>
            <a:rect l="l" t="t" r="r" b="b"/>
            <a:pathLst>
              <a:path w="581506" h="581506">
                <a:moveTo>
                  <a:pt x="0" y="0"/>
                </a:moveTo>
                <a:lnTo>
                  <a:pt x="581506" y="0"/>
                </a:lnTo>
                <a:lnTo>
                  <a:pt x="581506" y="581506"/>
                </a:lnTo>
                <a:lnTo>
                  <a:pt x="0" y="5815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6079996" y="2504508"/>
            <a:ext cx="581506" cy="581506"/>
          </a:xfrm>
          <a:custGeom>
            <a:avLst/>
            <a:gdLst/>
            <a:ahLst/>
            <a:cxnLst/>
            <a:rect l="l" t="t" r="r" b="b"/>
            <a:pathLst>
              <a:path w="581506" h="581506">
                <a:moveTo>
                  <a:pt x="0" y="0"/>
                </a:moveTo>
                <a:lnTo>
                  <a:pt x="581506" y="0"/>
                </a:lnTo>
                <a:lnTo>
                  <a:pt x="581506" y="581507"/>
                </a:lnTo>
                <a:lnTo>
                  <a:pt x="0" y="5815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6079996" y="8175241"/>
            <a:ext cx="581506" cy="581506"/>
          </a:xfrm>
          <a:custGeom>
            <a:avLst/>
            <a:gdLst/>
            <a:ahLst/>
            <a:cxnLst/>
            <a:rect l="l" t="t" r="r" b="b"/>
            <a:pathLst>
              <a:path w="581506" h="581506">
                <a:moveTo>
                  <a:pt x="0" y="0"/>
                </a:moveTo>
                <a:lnTo>
                  <a:pt x="581506" y="0"/>
                </a:lnTo>
                <a:lnTo>
                  <a:pt x="581506" y="581507"/>
                </a:lnTo>
                <a:lnTo>
                  <a:pt x="0" y="5815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6079996" y="7130251"/>
            <a:ext cx="581506" cy="581506"/>
          </a:xfrm>
          <a:custGeom>
            <a:avLst/>
            <a:gdLst/>
            <a:ahLst/>
            <a:cxnLst/>
            <a:rect l="l" t="t" r="r" b="b"/>
            <a:pathLst>
              <a:path w="581506" h="581506">
                <a:moveTo>
                  <a:pt x="0" y="0"/>
                </a:moveTo>
                <a:lnTo>
                  <a:pt x="581506" y="0"/>
                </a:lnTo>
                <a:lnTo>
                  <a:pt x="581506" y="581507"/>
                </a:lnTo>
                <a:lnTo>
                  <a:pt x="0" y="5815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6079996" y="6180511"/>
            <a:ext cx="581506" cy="581506"/>
          </a:xfrm>
          <a:custGeom>
            <a:avLst/>
            <a:gdLst/>
            <a:ahLst/>
            <a:cxnLst/>
            <a:rect l="l" t="t" r="r" b="b"/>
            <a:pathLst>
              <a:path w="581506" h="581506">
                <a:moveTo>
                  <a:pt x="0" y="0"/>
                </a:moveTo>
                <a:lnTo>
                  <a:pt x="581506" y="0"/>
                </a:lnTo>
                <a:lnTo>
                  <a:pt x="581506" y="581507"/>
                </a:lnTo>
                <a:lnTo>
                  <a:pt x="0" y="5815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6079996" y="5189430"/>
            <a:ext cx="581506" cy="581506"/>
          </a:xfrm>
          <a:custGeom>
            <a:avLst/>
            <a:gdLst/>
            <a:ahLst/>
            <a:cxnLst/>
            <a:rect l="l" t="t" r="r" b="b"/>
            <a:pathLst>
              <a:path w="581506" h="581506">
                <a:moveTo>
                  <a:pt x="0" y="0"/>
                </a:moveTo>
                <a:lnTo>
                  <a:pt x="581506" y="0"/>
                </a:lnTo>
                <a:lnTo>
                  <a:pt x="581506" y="581506"/>
                </a:lnTo>
                <a:lnTo>
                  <a:pt x="0" y="5815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6079996" y="4293599"/>
            <a:ext cx="581506" cy="581506"/>
          </a:xfrm>
          <a:custGeom>
            <a:avLst/>
            <a:gdLst/>
            <a:ahLst/>
            <a:cxnLst/>
            <a:rect l="l" t="t" r="r" b="b"/>
            <a:pathLst>
              <a:path w="581506" h="581506">
                <a:moveTo>
                  <a:pt x="0" y="0"/>
                </a:moveTo>
                <a:lnTo>
                  <a:pt x="581506" y="0"/>
                </a:lnTo>
                <a:lnTo>
                  <a:pt x="581506" y="581506"/>
                </a:lnTo>
                <a:lnTo>
                  <a:pt x="0" y="5815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6079996" y="3399053"/>
            <a:ext cx="581506" cy="581506"/>
          </a:xfrm>
          <a:custGeom>
            <a:avLst/>
            <a:gdLst/>
            <a:ahLst/>
            <a:cxnLst/>
            <a:rect l="l" t="t" r="r" b="b"/>
            <a:pathLst>
              <a:path w="581506" h="581506">
                <a:moveTo>
                  <a:pt x="0" y="0"/>
                </a:moveTo>
                <a:lnTo>
                  <a:pt x="581506" y="0"/>
                </a:lnTo>
                <a:lnTo>
                  <a:pt x="581506" y="581507"/>
                </a:lnTo>
                <a:lnTo>
                  <a:pt x="0" y="5815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15696" y="1348618"/>
            <a:ext cx="18166084" cy="8985652"/>
          </a:xfrm>
          <a:custGeom>
            <a:avLst/>
            <a:gdLst/>
            <a:ahLst/>
            <a:cxnLst/>
            <a:rect l="l" t="t" r="r" b="b"/>
            <a:pathLst>
              <a:path w="28078329" h="9285455">
                <a:moveTo>
                  <a:pt x="0" y="0"/>
                </a:moveTo>
                <a:lnTo>
                  <a:pt x="28078329" y="0"/>
                </a:lnTo>
                <a:lnTo>
                  <a:pt x="28078329" y="9285456"/>
                </a:lnTo>
                <a:lnTo>
                  <a:pt x="0" y="92854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8292" y="1530516"/>
            <a:ext cx="2233706" cy="2015919"/>
          </a:xfrm>
          <a:custGeom>
            <a:avLst/>
            <a:gdLst/>
            <a:ahLst/>
            <a:cxnLst/>
            <a:rect l="l" t="t" r="r" b="b"/>
            <a:pathLst>
              <a:path w="2233706" h="2015919">
                <a:moveTo>
                  <a:pt x="0" y="0"/>
                </a:moveTo>
                <a:lnTo>
                  <a:pt x="2233705" y="0"/>
                </a:lnTo>
                <a:lnTo>
                  <a:pt x="2233705" y="2015919"/>
                </a:lnTo>
                <a:lnTo>
                  <a:pt x="0" y="20159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6141987" y="4905500"/>
            <a:ext cx="1551158" cy="1770223"/>
          </a:xfrm>
          <a:custGeom>
            <a:avLst/>
            <a:gdLst/>
            <a:ahLst/>
            <a:cxnLst/>
            <a:rect l="l" t="t" r="r" b="b"/>
            <a:pathLst>
              <a:path w="1551158" h="1770223">
                <a:moveTo>
                  <a:pt x="0" y="0"/>
                </a:moveTo>
                <a:lnTo>
                  <a:pt x="1551158" y="0"/>
                </a:lnTo>
                <a:lnTo>
                  <a:pt x="1551158" y="1770224"/>
                </a:lnTo>
                <a:lnTo>
                  <a:pt x="0" y="17702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2700391" y="962025"/>
            <a:ext cx="14992754" cy="3469005"/>
          </a:xfrm>
          <a:prstGeom prst="rect">
            <a:avLst/>
          </a:prstGeom>
        </p:spPr>
        <p:txBody>
          <a:bodyPr lIns="0" tIns="0" rIns="0" bIns="0" rtlCol="0" anchor="t">
            <a:spAutoFit/>
          </a:bodyPr>
          <a:lstStyle/>
          <a:p>
            <a:pPr algn="just">
              <a:lnSpc>
                <a:spcPts val="4619"/>
              </a:lnSpc>
              <a:spcBef>
                <a:spcPct val="0"/>
              </a:spcBef>
            </a:pPr>
            <a:r>
              <a:rPr lang="en-US" sz="3299">
                <a:solidFill>
                  <a:srgbClr val="FFFFFF"/>
                </a:solidFill>
                <a:latin typeface="Mina Bold"/>
                <a:ea typeface="Mina Bold"/>
                <a:cs typeface="Mina Bold"/>
                <a:sym typeface="Mina Bold"/>
              </a:rPr>
              <a:t>Nós e arestas: </a:t>
            </a:r>
            <a:r>
              <a:rPr lang="en-US" sz="3299">
                <a:solidFill>
                  <a:srgbClr val="FFFFFF"/>
                </a:solidFill>
                <a:latin typeface="Mina"/>
                <a:ea typeface="Mina"/>
                <a:cs typeface="Mina"/>
                <a:sym typeface="Mina"/>
              </a:rPr>
              <a:t>Há vários tipos de nós, incluindo nós de atividade, interação, decisão e fusão, interconectados por arestas. Esses nós e arestas mapeiam por completo a sequência e o fluxo de atividades, decisões e interações dentro do sistema. A precisão na representação de diferentes tipos de nós permite uma compreensão aprofundada da funcionalidade e do fluxo do sistema.</a:t>
            </a:r>
          </a:p>
        </p:txBody>
      </p:sp>
      <p:sp>
        <p:nvSpPr>
          <p:cNvPr id="6" name="TextBox 6"/>
          <p:cNvSpPr txBox="1"/>
          <p:nvPr/>
        </p:nvSpPr>
        <p:spPr>
          <a:xfrm>
            <a:off x="584919" y="7083519"/>
            <a:ext cx="16674381" cy="2887980"/>
          </a:xfrm>
          <a:prstGeom prst="rect">
            <a:avLst/>
          </a:prstGeom>
        </p:spPr>
        <p:txBody>
          <a:bodyPr lIns="0" tIns="0" rIns="0" bIns="0" rtlCol="0" anchor="t">
            <a:spAutoFit/>
          </a:bodyPr>
          <a:lstStyle/>
          <a:p>
            <a:pPr algn="just">
              <a:lnSpc>
                <a:spcPts val="4619"/>
              </a:lnSpc>
              <a:spcBef>
                <a:spcPct val="0"/>
              </a:spcBef>
            </a:pPr>
            <a:endParaRPr/>
          </a:p>
          <a:p>
            <a:pPr algn="just">
              <a:lnSpc>
                <a:spcPts val="4619"/>
              </a:lnSpc>
              <a:spcBef>
                <a:spcPct val="0"/>
              </a:spcBef>
            </a:pPr>
            <a:r>
              <a:rPr lang="en-US" sz="3299">
                <a:solidFill>
                  <a:srgbClr val="FFFFFF"/>
                </a:solidFill>
                <a:latin typeface="Mina Bold"/>
                <a:ea typeface="Mina Bold"/>
                <a:cs typeface="Mina Bold"/>
                <a:sym typeface="Mina Bold"/>
              </a:rPr>
              <a:t>Controle e Fluxo de Dados:</a:t>
            </a:r>
            <a:r>
              <a:rPr lang="en-US" sz="3299">
                <a:solidFill>
                  <a:srgbClr val="FFFFFF"/>
                </a:solidFill>
                <a:latin typeface="Mina"/>
                <a:ea typeface="Mina"/>
                <a:cs typeface="Mina"/>
                <a:sym typeface="Mina"/>
              </a:rPr>
              <a:t> A existência de elementos de controle e fluxos de dados nesse diagrama é essencial. Eles explicam como os dados e os sinais de controle navegam pelo sistema, fornecendo informações sobre as interações e dependências dos componentes desse sistema.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2374" y="2237206"/>
            <a:ext cx="18289085" cy="8012319"/>
          </a:xfrm>
          <a:custGeom>
            <a:avLst/>
            <a:gdLst/>
            <a:ahLst/>
            <a:cxnLst/>
            <a:rect l="l" t="t" r="r" b="b"/>
            <a:pathLst>
              <a:path w="24285149" h="8031057">
                <a:moveTo>
                  <a:pt x="0" y="0"/>
                </a:moveTo>
                <a:lnTo>
                  <a:pt x="24285149" y="0"/>
                </a:lnTo>
                <a:lnTo>
                  <a:pt x="24285149" y="8031057"/>
                </a:lnTo>
                <a:lnTo>
                  <a:pt x="0" y="80310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78707" y="649531"/>
            <a:ext cx="1499987" cy="1606412"/>
          </a:xfrm>
          <a:custGeom>
            <a:avLst/>
            <a:gdLst/>
            <a:ahLst/>
            <a:cxnLst/>
            <a:rect l="l" t="t" r="r" b="b"/>
            <a:pathLst>
              <a:path w="1499987" h="1606412">
                <a:moveTo>
                  <a:pt x="0" y="0"/>
                </a:moveTo>
                <a:lnTo>
                  <a:pt x="1499986" y="0"/>
                </a:lnTo>
                <a:lnTo>
                  <a:pt x="1499986" y="1606412"/>
                </a:lnTo>
                <a:lnTo>
                  <a:pt x="0" y="16064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6242480" y="5143500"/>
            <a:ext cx="1696011" cy="1645131"/>
          </a:xfrm>
          <a:custGeom>
            <a:avLst/>
            <a:gdLst/>
            <a:ahLst/>
            <a:cxnLst/>
            <a:rect l="l" t="t" r="r" b="b"/>
            <a:pathLst>
              <a:path w="1696011" h="1645131">
                <a:moveTo>
                  <a:pt x="0" y="0"/>
                </a:moveTo>
                <a:lnTo>
                  <a:pt x="1696011" y="0"/>
                </a:lnTo>
                <a:lnTo>
                  <a:pt x="1696011" y="1645131"/>
                </a:lnTo>
                <a:lnTo>
                  <a:pt x="0" y="16451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2185321" y="582856"/>
            <a:ext cx="15480607" cy="4673969"/>
          </a:xfrm>
          <a:prstGeom prst="rect">
            <a:avLst/>
          </a:prstGeom>
        </p:spPr>
        <p:txBody>
          <a:bodyPr lIns="0" tIns="0" rIns="0" bIns="0" rtlCol="0" anchor="t">
            <a:spAutoFit/>
          </a:bodyPr>
          <a:lstStyle/>
          <a:p>
            <a:pPr algn="just">
              <a:lnSpc>
                <a:spcPts val="4617"/>
              </a:lnSpc>
              <a:spcBef>
                <a:spcPct val="0"/>
              </a:spcBef>
            </a:pPr>
            <a:r>
              <a:rPr lang="en-US" sz="3297">
                <a:solidFill>
                  <a:srgbClr val="FFFFFF"/>
                </a:solidFill>
                <a:latin typeface="Mina Bold"/>
                <a:ea typeface="Mina Bold"/>
                <a:cs typeface="Mina Bold"/>
                <a:sym typeface="Mina Bold"/>
              </a:rPr>
              <a:t>Referencias e Interação:</a:t>
            </a:r>
            <a:r>
              <a:rPr lang="en-US" sz="3297">
                <a:solidFill>
                  <a:srgbClr val="FFFFFF"/>
                </a:solidFill>
                <a:latin typeface="Mina"/>
                <a:ea typeface="Mina"/>
                <a:cs typeface="Mina"/>
                <a:sym typeface="Mina"/>
              </a:rPr>
              <a:t> Podem representar cenários complexos como caminhos alternativos, loops e atividades simultâneas, obtendo uma visão ampla das interações dentro do sistema. Permitem também examinar em detalhes, sequências específicas dentro do fluxo mais amplo dos sistemas. Esses detalhes servem para que seja possível a identificação e análise dos caminhos importantes e interações que definem o comportamento do sistema. Assim, temos interações explicitamente inseridas nos diagramas e as referencias a interações modeladas em outros diagramas.</a:t>
            </a:r>
          </a:p>
        </p:txBody>
      </p:sp>
      <p:sp>
        <p:nvSpPr>
          <p:cNvPr id="6" name="TextBox 6"/>
          <p:cNvSpPr txBox="1"/>
          <p:nvPr/>
        </p:nvSpPr>
        <p:spPr>
          <a:xfrm>
            <a:off x="603992" y="6853066"/>
            <a:ext cx="15480607" cy="3129452"/>
          </a:xfrm>
          <a:prstGeom prst="rect">
            <a:avLst/>
          </a:prstGeom>
        </p:spPr>
        <p:txBody>
          <a:bodyPr lIns="0" tIns="0" rIns="0" bIns="0" rtlCol="0" anchor="t">
            <a:spAutoFit/>
          </a:bodyPr>
          <a:lstStyle/>
          <a:p>
            <a:pPr algn="just">
              <a:lnSpc>
                <a:spcPts val="4980"/>
              </a:lnSpc>
              <a:spcBef>
                <a:spcPct val="0"/>
              </a:spcBef>
            </a:pPr>
            <a:r>
              <a:rPr lang="en-US" sz="3557">
                <a:solidFill>
                  <a:srgbClr val="FFFFFF"/>
                </a:solidFill>
                <a:latin typeface="Mina Bold"/>
                <a:ea typeface="Mina Bold"/>
                <a:cs typeface="Mina Bold"/>
                <a:sym typeface="Mina Bold"/>
              </a:rPr>
              <a:t>Operador: </a:t>
            </a:r>
            <a:r>
              <a:rPr lang="en-US" sz="3557">
                <a:solidFill>
                  <a:srgbClr val="FFFFFF"/>
                </a:solidFill>
                <a:latin typeface="Mina"/>
                <a:ea typeface="Mina"/>
                <a:cs typeface="Mina"/>
                <a:sym typeface="Mina"/>
              </a:rPr>
              <a:t>Específica como os operandos serão executados dentro de operações com dados na forma de ramificações (“caminhos” ex: confirmação/reprovação de pagamento) e iterações (“repetições” ex: após a confirmação do pagamento o sistema se intera sobre os itens comprados).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flipH="1">
            <a:off x="27369" y="503994"/>
            <a:ext cx="18263386" cy="9793288"/>
          </a:xfrm>
          <a:custGeom>
            <a:avLst/>
            <a:gdLst/>
            <a:ahLst/>
            <a:cxnLst/>
            <a:rect l="l" t="t" r="r" b="b"/>
            <a:pathLst>
              <a:path w="30180566" h="9980662">
                <a:moveTo>
                  <a:pt x="30180566" y="0"/>
                </a:moveTo>
                <a:lnTo>
                  <a:pt x="0" y="0"/>
                </a:lnTo>
                <a:lnTo>
                  <a:pt x="0" y="9980662"/>
                </a:lnTo>
                <a:lnTo>
                  <a:pt x="30180566" y="9980662"/>
                </a:lnTo>
                <a:lnTo>
                  <a:pt x="3018056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74399" y="410307"/>
            <a:ext cx="2825213" cy="2825213"/>
          </a:xfrm>
          <a:custGeom>
            <a:avLst/>
            <a:gdLst/>
            <a:ahLst/>
            <a:cxnLst/>
            <a:rect l="l" t="t" r="r" b="b"/>
            <a:pathLst>
              <a:path w="2825213" h="2825213">
                <a:moveTo>
                  <a:pt x="0" y="0"/>
                </a:moveTo>
                <a:lnTo>
                  <a:pt x="2825213" y="0"/>
                </a:lnTo>
                <a:lnTo>
                  <a:pt x="2825213" y="2825213"/>
                </a:lnTo>
                <a:lnTo>
                  <a:pt x="0" y="28252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363875" y="3938611"/>
            <a:ext cx="2199612" cy="1935658"/>
          </a:xfrm>
          <a:custGeom>
            <a:avLst/>
            <a:gdLst/>
            <a:ahLst/>
            <a:cxnLst/>
            <a:rect l="l" t="t" r="r" b="b"/>
            <a:pathLst>
              <a:path w="2199612" h="1935658">
                <a:moveTo>
                  <a:pt x="0" y="0"/>
                </a:moveTo>
                <a:lnTo>
                  <a:pt x="2199612" y="0"/>
                </a:lnTo>
                <a:lnTo>
                  <a:pt x="2199612" y="1935659"/>
                </a:lnTo>
                <a:lnTo>
                  <a:pt x="0" y="19356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4039701" y="508927"/>
            <a:ext cx="13782034" cy="2545870"/>
          </a:xfrm>
          <a:prstGeom prst="rect">
            <a:avLst/>
          </a:prstGeom>
        </p:spPr>
        <p:txBody>
          <a:bodyPr lIns="0" tIns="0" rIns="0" bIns="0" rtlCol="0" anchor="t">
            <a:spAutoFit/>
          </a:bodyPr>
          <a:lstStyle/>
          <a:p>
            <a:pPr algn="just">
              <a:lnSpc>
                <a:spcPts val="5041"/>
              </a:lnSpc>
              <a:spcBef>
                <a:spcPct val="0"/>
              </a:spcBef>
            </a:pPr>
            <a:r>
              <a:rPr lang="en-US" sz="3601">
                <a:solidFill>
                  <a:srgbClr val="FFFFFF"/>
                </a:solidFill>
                <a:latin typeface="Mina Bold"/>
                <a:ea typeface="Mina Bold"/>
                <a:cs typeface="Mina Bold"/>
                <a:sym typeface="Mina Bold"/>
              </a:rPr>
              <a:t>Linha de vida:</a:t>
            </a:r>
            <a:r>
              <a:rPr lang="en-US" sz="3601">
                <a:solidFill>
                  <a:srgbClr val="FFFFFF"/>
                </a:solidFill>
                <a:latin typeface="Mina"/>
                <a:ea typeface="Mina"/>
                <a:cs typeface="Mina"/>
                <a:sym typeface="Mina"/>
              </a:rPr>
              <a:t> Mostra um participante (elemento) em uma interação e descreve como uma instância (ex: carro) de um classificador específico (carro1 e carro2) participa de uma interação. Ou seja, é como uma linha do tempo dos registros.</a:t>
            </a:r>
          </a:p>
        </p:txBody>
      </p:sp>
      <p:sp>
        <p:nvSpPr>
          <p:cNvPr id="6" name="TextBox 6"/>
          <p:cNvSpPr txBox="1"/>
          <p:nvPr/>
        </p:nvSpPr>
        <p:spPr>
          <a:xfrm>
            <a:off x="704298" y="6331470"/>
            <a:ext cx="16555002" cy="3605355"/>
          </a:xfrm>
          <a:prstGeom prst="rect">
            <a:avLst/>
          </a:prstGeom>
        </p:spPr>
        <p:txBody>
          <a:bodyPr lIns="0" tIns="0" rIns="0" bIns="0" rtlCol="0" anchor="t">
            <a:spAutoFit/>
          </a:bodyPr>
          <a:lstStyle/>
          <a:p>
            <a:pPr algn="just">
              <a:lnSpc>
                <a:spcPts val="4826"/>
              </a:lnSpc>
              <a:spcBef>
                <a:spcPct val="0"/>
              </a:spcBef>
            </a:pPr>
            <a:r>
              <a:rPr lang="en-US" sz="3447">
                <a:solidFill>
                  <a:srgbClr val="FFFFFF"/>
                </a:solidFill>
                <a:latin typeface="Mina Bold"/>
                <a:ea typeface="Mina Bold"/>
                <a:cs typeface="Mina Bold"/>
                <a:sym typeface="Mina Bold"/>
              </a:rPr>
              <a:t>Mensagem: </a:t>
            </a:r>
            <a:r>
              <a:rPr lang="en-US" sz="3447">
                <a:solidFill>
                  <a:srgbClr val="FFFFFF"/>
                </a:solidFill>
                <a:latin typeface="Mina"/>
                <a:ea typeface="Mina"/>
                <a:cs typeface="Mina"/>
                <a:sym typeface="Mina"/>
              </a:rPr>
              <a:t>Comunicação específica entre duas linhas de vida em uma interação. Usada para chamar uma operação, criar ou destruir uma instância ou enviar um sinal, criando fluxos de controle. Ex: Mensagem síncrona - O remetente da mensagem (ex: cliente) solicita produto) aguarda que o destinatário (ex: sistema de pedidos) devolva o controle da execução da mensagem (ex: confirma se há o produto em estoque).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0328" y="1522447"/>
            <a:ext cx="18294716" cy="8783290"/>
          </a:xfrm>
          <a:custGeom>
            <a:avLst/>
            <a:gdLst/>
            <a:ahLst/>
            <a:cxnLst/>
            <a:rect l="l" t="t" r="r" b="b"/>
            <a:pathLst>
              <a:path w="26333190" h="8708341">
                <a:moveTo>
                  <a:pt x="0" y="0"/>
                </a:moveTo>
                <a:lnTo>
                  <a:pt x="26333190" y="0"/>
                </a:lnTo>
                <a:lnTo>
                  <a:pt x="26333190" y="8708341"/>
                </a:lnTo>
                <a:lnTo>
                  <a:pt x="0" y="8708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198870" y="1523779"/>
            <a:ext cx="1765915" cy="1772562"/>
          </a:xfrm>
          <a:custGeom>
            <a:avLst/>
            <a:gdLst/>
            <a:ahLst/>
            <a:cxnLst/>
            <a:rect l="l" t="t" r="r" b="b"/>
            <a:pathLst>
              <a:path w="1765915" h="1772562">
                <a:moveTo>
                  <a:pt x="0" y="0"/>
                </a:moveTo>
                <a:lnTo>
                  <a:pt x="1765915" y="0"/>
                </a:lnTo>
                <a:lnTo>
                  <a:pt x="1765915" y="1772562"/>
                </a:lnTo>
                <a:lnTo>
                  <a:pt x="0" y="17725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49313" y="6270935"/>
            <a:ext cx="2043188" cy="2069051"/>
          </a:xfrm>
          <a:custGeom>
            <a:avLst/>
            <a:gdLst/>
            <a:ahLst/>
            <a:cxnLst/>
            <a:rect l="l" t="t" r="r" b="b"/>
            <a:pathLst>
              <a:path w="2043188" h="2069051">
                <a:moveTo>
                  <a:pt x="0" y="0"/>
                </a:moveTo>
                <a:lnTo>
                  <a:pt x="2043188" y="0"/>
                </a:lnTo>
                <a:lnTo>
                  <a:pt x="2043188" y="2069051"/>
                </a:lnTo>
                <a:lnTo>
                  <a:pt x="0" y="20690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249313" y="538798"/>
            <a:ext cx="15143144" cy="4061050"/>
          </a:xfrm>
          <a:prstGeom prst="rect">
            <a:avLst/>
          </a:prstGeom>
        </p:spPr>
        <p:txBody>
          <a:bodyPr lIns="0" tIns="0" rIns="0" bIns="0" rtlCol="0" anchor="t">
            <a:spAutoFit/>
          </a:bodyPr>
          <a:lstStyle/>
          <a:p>
            <a:pPr algn="just">
              <a:lnSpc>
                <a:spcPts val="4632"/>
              </a:lnSpc>
              <a:spcBef>
                <a:spcPct val="0"/>
              </a:spcBef>
            </a:pPr>
            <a:r>
              <a:rPr lang="en-US" sz="3308">
                <a:solidFill>
                  <a:srgbClr val="FFFFFF"/>
                </a:solidFill>
                <a:latin typeface="Mina"/>
                <a:ea typeface="Mina"/>
                <a:cs typeface="Mina"/>
                <a:sym typeface="Mina"/>
              </a:rPr>
              <a:t>I</a:t>
            </a:r>
            <a:r>
              <a:rPr lang="en-US" sz="3308">
                <a:solidFill>
                  <a:srgbClr val="FFFFFF"/>
                </a:solidFill>
                <a:latin typeface="Mina Bold"/>
                <a:ea typeface="Mina Bold"/>
                <a:cs typeface="Mina Bold"/>
                <a:sym typeface="Mina Bold"/>
              </a:rPr>
              <a:t>nvariantes e restrições de estado: </a:t>
            </a:r>
            <a:r>
              <a:rPr lang="en-US" sz="3308">
                <a:solidFill>
                  <a:srgbClr val="FFFFFF"/>
                </a:solidFill>
                <a:latin typeface="Mina"/>
                <a:ea typeface="Mina"/>
                <a:cs typeface="Mina"/>
                <a:sym typeface="Mina"/>
              </a:rPr>
              <a:t>estado é uma situação ou condição durante o tempo de vida de um objeto (ex: Pedido em Procesamento). Ele satisfaz uma restrição, executa várias operações (Ex: O pedido não pode ser marcado como "Concluído" enquanto houver itens pendentes para enviar) e aguarda um evento que pode ser alterado quando uma instância ou linha da vida recebe uma mensagem (Ex:Quando todos os itens são enviados, o estado muda de "Em Processamento" para "Concluído").</a:t>
            </a:r>
          </a:p>
        </p:txBody>
      </p:sp>
      <p:sp>
        <p:nvSpPr>
          <p:cNvPr id="6" name="TextBox 6"/>
          <p:cNvSpPr txBox="1"/>
          <p:nvPr/>
        </p:nvSpPr>
        <p:spPr>
          <a:xfrm>
            <a:off x="2760326" y="6808098"/>
            <a:ext cx="15204459" cy="2450202"/>
          </a:xfrm>
          <a:prstGeom prst="rect">
            <a:avLst/>
          </a:prstGeom>
        </p:spPr>
        <p:txBody>
          <a:bodyPr lIns="0" tIns="0" rIns="0" bIns="0" rtlCol="0" anchor="t">
            <a:spAutoFit/>
          </a:bodyPr>
          <a:lstStyle/>
          <a:p>
            <a:pPr algn="just">
              <a:lnSpc>
                <a:spcPts val="4903"/>
              </a:lnSpc>
              <a:spcBef>
                <a:spcPct val="0"/>
              </a:spcBef>
            </a:pPr>
            <a:r>
              <a:rPr lang="en-US" sz="3502">
                <a:solidFill>
                  <a:srgbClr val="FFFFFF"/>
                </a:solidFill>
                <a:latin typeface="Mina Bold"/>
                <a:ea typeface="Mina Bold"/>
                <a:cs typeface="Mina Bold"/>
                <a:sym typeface="Mina Bold"/>
              </a:rPr>
              <a:t>Interação: </a:t>
            </a:r>
            <a:r>
              <a:rPr lang="en-US" sz="3502">
                <a:solidFill>
                  <a:srgbClr val="FFFFFF"/>
                </a:solidFill>
                <a:latin typeface="Mina"/>
                <a:ea typeface="Mina"/>
                <a:cs typeface="Mina"/>
                <a:sym typeface="Mina"/>
              </a:rPr>
              <a:t>Especifica como mensagens a partir de um evento disparador (ex: botão de enviar) e dados são trocados entre os elementos, que podem ser humanos (cliente, professor, etc.) ou não humanos (impressora, software, etc.).</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2659" y="6603033"/>
            <a:ext cx="4528659" cy="3674306"/>
          </a:xfrm>
          <a:custGeom>
            <a:avLst/>
            <a:gdLst/>
            <a:ahLst/>
            <a:cxnLst/>
            <a:rect l="l" t="t" r="r" b="b"/>
            <a:pathLst>
              <a:path w="11986263" h="11806469">
                <a:moveTo>
                  <a:pt x="0" y="0"/>
                </a:moveTo>
                <a:lnTo>
                  <a:pt x="11986263" y="0"/>
                </a:lnTo>
                <a:lnTo>
                  <a:pt x="11986263" y="11806469"/>
                </a:lnTo>
                <a:lnTo>
                  <a:pt x="0" y="11806469"/>
                </a:lnTo>
                <a:lnTo>
                  <a:pt x="0" y="0"/>
                </a:lnTo>
                <a:close/>
              </a:path>
            </a:pathLst>
          </a:custGeom>
          <a:blipFill>
            <a:blip r:embed="rId2">
              <a:alphaModFix amt="24000"/>
              <a:extLst>
                <a:ext uri="{96DAC541-7B7A-43D3-8B79-37D633B846F1}">
                  <asvg:svgBlip xmlns:asvg="http://schemas.microsoft.com/office/drawing/2016/SVG/main" r:embed="rId3"/>
                </a:ext>
              </a:extLst>
            </a:blip>
            <a:stretch>
              <a:fillRect/>
            </a:stretch>
          </a:blipFill>
        </p:spPr>
      </p:sp>
      <p:sp>
        <p:nvSpPr>
          <p:cNvPr id="3" name="Freeform 3"/>
          <p:cNvSpPr/>
          <p:nvPr/>
        </p:nvSpPr>
        <p:spPr>
          <a:xfrm>
            <a:off x="640228" y="1887121"/>
            <a:ext cx="6187856" cy="6187856"/>
          </a:xfrm>
          <a:custGeom>
            <a:avLst/>
            <a:gdLst/>
            <a:ahLst/>
            <a:cxnLst/>
            <a:rect l="l" t="t" r="r" b="b"/>
            <a:pathLst>
              <a:path w="6187856" h="6187856">
                <a:moveTo>
                  <a:pt x="0" y="0"/>
                </a:moveTo>
                <a:lnTo>
                  <a:pt x="6187855" y="0"/>
                </a:lnTo>
                <a:lnTo>
                  <a:pt x="6187855" y="6187856"/>
                </a:lnTo>
                <a:lnTo>
                  <a:pt x="0" y="6187856"/>
                </a:lnTo>
                <a:lnTo>
                  <a:pt x="0" y="0"/>
                </a:lnTo>
                <a:close/>
              </a:path>
            </a:pathLst>
          </a:custGeom>
          <a:blipFill>
            <a:blip r:embed="rId4">
              <a:alphaModFix amt="97000"/>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7533147" y="2743873"/>
            <a:ext cx="9474202" cy="7281904"/>
          </a:xfrm>
          <a:prstGeom prst="rect">
            <a:avLst/>
          </a:prstGeom>
        </p:spPr>
        <p:txBody>
          <a:bodyPr lIns="0" tIns="0" rIns="0" bIns="0" rtlCol="0" anchor="t">
            <a:spAutoFit/>
          </a:bodyPr>
          <a:lstStyle/>
          <a:p>
            <a:pPr algn="just">
              <a:lnSpc>
                <a:spcPts val="4460"/>
              </a:lnSpc>
            </a:pPr>
            <a:r>
              <a:rPr lang="en-US" sz="3185">
                <a:solidFill>
                  <a:srgbClr val="FFFFFF"/>
                </a:solidFill>
                <a:latin typeface="Mina Bold"/>
                <a:ea typeface="Mina Bold"/>
                <a:cs typeface="Mina Bold"/>
                <a:sym typeface="Mina Bold"/>
              </a:rPr>
              <a:t>Os prós desse diagrama são que eles fornecem uma visão simples da atividade dentro de um modelo, oferecem um alto grau de navegabilidade entre diagramas e permitem usar a maioria das anotações dentro de um diagrama de atividade, assim como elementos adicionais para oferecer mais clareza. Já os contras são que embora diagramas de interação sejam bastante intuitivos, eles exigem que as ramificações e interações sigam determinados comportamentos, o que pode ser algo restritivo.</a:t>
            </a:r>
          </a:p>
          <a:p>
            <a:pPr algn="just">
              <a:lnSpc>
                <a:spcPts val="4460"/>
              </a:lnSpc>
            </a:pPr>
            <a:endParaRPr lang="en-US" sz="3185">
              <a:solidFill>
                <a:srgbClr val="FFFFFF"/>
              </a:solidFill>
              <a:latin typeface="Mina Bold"/>
              <a:ea typeface="Mina Bold"/>
              <a:cs typeface="Mina Bold"/>
              <a:sym typeface="Mina Bold"/>
            </a:endParaRPr>
          </a:p>
          <a:p>
            <a:pPr marL="0" lvl="0" indent="0" algn="just">
              <a:lnSpc>
                <a:spcPts val="4460"/>
              </a:lnSpc>
              <a:spcBef>
                <a:spcPct val="0"/>
              </a:spcBef>
            </a:pPr>
            <a:endParaRPr lang="en-US" sz="3185">
              <a:solidFill>
                <a:srgbClr val="FFFFFF"/>
              </a:solidFill>
              <a:latin typeface="Mina Bold"/>
              <a:ea typeface="Mina Bold"/>
              <a:cs typeface="Mina Bold"/>
              <a:sym typeface="Mina Bold"/>
            </a:endParaRPr>
          </a:p>
        </p:txBody>
      </p:sp>
      <p:sp>
        <p:nvSpPr>
          <p:cNvPr id="5" name="TextBox 5"/>
          <p:cNvSpPr txBox="1"/>
          <p:nvPr/>
        </p:nvSpPr>
        <p:spPr>
          <a:xfrm>
            <a:off x="6602226" y="1096715"/>
            <a:ext cx="10635462" cy="1418888"/>
          </a:xfrm>
          <a:prstGeom prst="rect">
            <a:avLst/>
          </a:prstGeom>
        </p:spPr>
        <p:txBody>
          <a:bodyPr lIns="0" tIns="0" rIns="0" bIns="0" rtlCol="0" anchor="t">
            <a:spAutoFit/>
          </a:bodyPr>
          <a:lstStyle/>
          <a:p>
            <a:pPr algn="ctr">
              <a:lnSpc>
                <a:spcPts val="11568"/>
              </a:lnSpc>
            </a:pPr>
            <a:r>
              <a:rPr lang="en-US" sz="8263" u="sng">
                <a:solidFill>
                  <a:srgbClr val="FFFFFF"/>
                </a:solidFill>
                <a:latin typeface="Mina"/>
                <a:ea typeface="Mina"/>
                <a:cs typeface="Mina"/>
                <a:sym typeface="Mina"/>
              </a:rPr>
              <a:t>Prós e contras </a:t>
            </a:r>
          </a:p>
        </p:txBody>
      </p:sp>
      <p:sp>
        <p:nvSpPr>
          <p:cNvPr id="6" name="Freeform 6"/>
          <p:cNvSpPr/>
          <p:nvPr/>
        </p:nvSpPr>
        <p:spPr>
          <a:xfrm flipH="1" flipV="1">
            <a:off x="14518167" y="-24982"/>
            <a:ext cx="3591773" cy="4592453"/>
          </a:xfrm>
          <a:custGeom>
            <a:avLst/>
            <a:gdLst/>
            <a:ahLst/>
            <a:cxnLst/>
            <a:rect l="l" t="t" r="r" b="b"/>
            <a:pathLst>
              <a:path w="11986263" h="11806469">
                <a:moveTo>
                  <a:pt x="11986264" y="11806469"/>
                </a:moveTo>
                <a:lnTo>
                  <a:pt x="0" y="11806469"/>
                </a:lnTo>
                <a:lnTo>
                  <a:pt x="0" y="0"/>
                </a:lnTo>
                <a:lnTo>
                  <a:pt x="11986264" y="0"/>
                </a:lnTo>
                <a:lnTo>
                  <a:pt x="11986264" y="11806469"/>
                </a:lnTo>
                <a:close/>
              </a:path>
            </a:pathLst>
          </a:custGeom>
          <a:blipFill>
            <a:blip r:embed="rId2">
              <a:alphaModFix amt="24000"/>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742" y="6779578"/>
            <a:ext cx="18298637" cy="3228358"/>
          </a:xfrm>
          <a:custGeom>
            <a:avLst/>
            <a:gdLst/>
            <a:ahLst/>
            <a:cxnLst/>
            <a:rect l="l" t="t" r="r" b="b"/>
            <a:pathLst>
              <a:path w="23451504" h="23408865">
                <a:moveTo>
                  <a:pt x="0" y="0"/>
                </a:moveTo>
                <a:lnTo>
                  <a:pt x="23451504" y="0"/>
                </a:lnTo>
                <a:lnTo>
                  <a:pt x="23451504" y="23408865"/>
                </a:lnTo>
                <a:lnTo>
                  <a:pt x="0" y="23408865"/>
                </a:lnTo>
                <a:lnTo>
                  <a:pt x="0" y="0"/>
                </a:lnTo>
                <a:close/>
              </a:path>
            </a:pathLst>
          </a:custGeom>
          <a:blipFill>
            <a:blip r:embed="rId2">
              <a:alphaModFix amt="41000"/>
              <a:extLst>
                <a:ext uri="{96DAC541-7B7A-43D3-8B79-37D633B846F1}">
                  <asvg:svgBlip xmlns:asvg="http://schemas.microsoft.com/office/drawing/2016/SVG/main" r:embed="rId3"/>
                </a:ext>
              </a:extLst>
            </a:blip>
            <a:stretch>
              <a:fillRect/>
            </a:stretch>
          </a:blipFill>
        </p:spPr>
      </p:sp>
      <p:sp>
        <p:nvSpPr>
          <p:cNvPr id="3" name="Freeform 3"/>
          <p:cNvSpPr/>
          <p:nvPr/>
        </p:nvSpPr>
        <p:spPr>
          <a:xfrm rot="2365713">
            <a:off x="725480" y="90364"/>
            <a:ext cx="2598350" cy="3175173"/>
          </a:xfrm>
          <a:custGeom>
            <a:avLst/>
            <a:gdLst/>
            <a:ahLst/>
            <a:cxnLst/>
            <a:rect l="l" t="t" r="r" b="b"/>
            <a:pathLst>
              <a:path w="2598350" h="3175173">
                <a:moveTo>
                  <a:pt x="0" y="0"/>
                </a:moveTo>
                <a:lnTo>
                  <a:pt x="2598349" y="0"/>
                </a:lnTo>
                <a:lnTo>
                  <a:pt x="2598349" y="3175172"/>
                </a:lnTo>
                <a:lnTo>
                  <a:pt x="0" y="31751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rot="-10800000">
            <a:off x="783794" y="3357580"/>
            <a:ext cx="15932803" cy="5720045"/>
            <a:chOff x="0" y="0"/>
            <a:chExt cx="4196294" cy="1506514"/>
          </a:xfrm>
        </p:grpSpPr>
        <p:sp>
          <p:nvSpPr>
            <p:cNvPr id="5" name="Freeform 5"/>
            <p:cNvSpPr/>
            <p:nvPr/>
          </p:nvSpPr>
          <p:spPr>
            <a:xfrm>
              <a:off x="0" y="0"/>
              <a:ext cx="4196294" cy="1506514"/>
            </a:xfrm>
            <a:custGeom>
              <a:avLst/>
              <a:gdLst/>
              <a:ahLst/>
              <a:cxnLst/>
              <a:rect l="l" t="t" r="r" b="b"/>
              <a:pathLst>
                <a:path w="4196294" h="1506514">
                  <a:moveTo>
                    <a:pt x="24781" y="0"/>
                  </a:moveTo>
                  <a:lnTo>
                    <a:pt x="4171512" y="0"/>
                  </a:lnTo>
                  <a:cubicBezTo>
                    <a:pt x="4185199" y="0"/>
                    <a:pt x="4196294" y="11095"/>
                    <a:pt x="4196294" y="24781"/>
                  </a:cubicBezTo>
                  <a:lnTo>
                    <a:pt x="4196294" y="1481732"/>
                  </a:lnTo>
                  <a:cubicBezTo>
                    <a:pt x="4196294" y="1495419"/>
                    <a:pt x="4185199" y="1506514"/>
                    <a:pt x="4171512" y="1506514"/>
                  </a:cubicBezTo>
                  <a:lnTo>
                    <a:pt x="24781" y="1506514"/>
                  </a:lnTo>
                  <a:cubicBezTo>
                    <a:pt x="11095" y="1506514"/>
                    <a:pt x="0" y="1495419"/>
                    <a:pt x="0" y="1481732"/>
                  </a:cubicBezTo>
                  <a:lnTo>
                    <a:pt x="0" y="24781"/>
                  </a:lnTo>
                  <a:cubicBezTo>
                    <a:pt x="0" y="11095"/>
                    <a:pt x="11095" y="0"/>
                    <a:pt x="24781" y="0"/>
                  </a:cubicBezTo>
                  <a:close/>
                </a:path>
              </a:pathLst>
            </a:custGeom>
            <a:solidFill>
              <a:srgbClr val="0E0440"/>
            </a:solidFill>
          </p:spPr>
        </p:sp>
        <p:sp>
          <p:nvSpPr>
            <p:cNvPr id="6" name="TextBox 6"/>
            <p:cNvSpPr txBox="1"/>
            <p:nvPr/>
          </p:nvSpPr>
          <p:spPr>
            <a:xfrm>
              <a:off x="0" y="-38100"/>
              <a:ext cx="4196294" cy="1544614"/>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1645356" y="857250"/>
            <a:ext cx="9811191" cy="1512724"/>
          </a:xfrm>
          <a:prstGeom prst="rect">
            <a:avLst/>
          </a:prstGeom>
        </p:spPr>
        <p:txBody>
          <a:bodyPr lIns="0" tIns="0" rIns="0" bIns="0" rtlCol="0" anchor="t">
            <a:spAutoFit/>
          </a:bodyPr>
          <a:lstStyle/>
          <a:p>
            <a:pPr algn="ctr">
              <a:lnSpc>
                <a:spcPts val="12352"/>
              </a:lnSpc>
              <a:spcBef>
                <a:spcPct val="0"/>
              </a:spcBef>
            </a:pPr>
            <a:r>
              <a:rPr lang="en-US" sz="8822">
                <a:solidFill>
                  <a:srgbClr val="FFFFFF"/>
                </a:solidFill>
                <a:latin typeface="Garet Bold"/>
                <a:ea typeface="Garet Bold"/>
                <a:cs typeface="Garet Bold"/>
                <a:sym typeface="Garet Bold"/>
              </a:rPr>
              <a:t>Exemplo </a:t>
            </a:r>
          </a:p>
        </p:txBody>
      </p:sp>
      <p:sp>
        <p:nvSpPr>
          <p:cNvPr id="8" name="TextBox 8"/>
          <p:cNvSpPr txBox="1"/>
          <p:nvPr/>
        </p:nvSpPr>
        <p:spPr>
          <a:xfrm>
            <a:off x="1645356" y="3653155"/>
            <a:ext cx="14194812" cy="6909354"/>
          </a:xfrm>
          <a:prstGeom prst="rect">
            <a:avLst/>
          </a:prstGeom>
        </p:spPr>
        <p:txBody>
          <a:bodyPr lIns="0" tIns="0" rIns="0" bIns="0" rtlCol="0" anchor="t">
            <a:spAutoFit/>
          </a:bodyPr>
          <a:lstStyle/>
          <a:p>
            <a:pPr algn="just">
              <a:lnSpc>
                <a:spcPts val="6094"/>
              </a:lnSpc>
            </a:pPr>
            <a:r>
              <a:rPr lang="en-US" sz="4353">
                <a:solidFill>
                  <a:srgbClr val="FCFCFC"/>
                </a:solidFill>
                <a:latin typeface="Mina Bold"/>
                <a:ea typeface="Mina Bold"/>
                <a:cs typeface="Mina Bold"/>
                <a:sym typeface="Mina Bold"/>
              </a:rPr>
              <a:t>Sistema de Compra Online</a:t>
            </a:r>
          </a:p>
          <a:p>
            <a:pPr algn="just">
              <a:lnSpc>
                <a:spcPts val="6094"/>
              </a:lnSpc>
            </a:pPr>
            <a:r>
              <a:rPr lang="en-US" sz="4353">
                <a:solidFill>
                  <a:srgbClr val="FCFCFC"/>
                </a:solidFill>
                <a:latin typeface="Mina"/>
                <a:ea typeface="Mina"/>
                <a:cs typeface="Mina"/>
                <a:sym typeface="Mina"/>
              </a:rPr>
              <a:t>Este é um diagrama de visão geral de interação UML para compras online. De acordo com este diagrama, os clientes podem pesquisar itens, adicionar itens ao carrinho de compras e remover itens do carrinho de compras.</a:t>
            </a:r>
          </a:p>
          <a:p>
            <a:pPr algn="just">
              <a:lnSpc>
                <a:spcPts val="6094"/>
              </a:lnSpc>
            </a:pPr>
            <a:endParaRPr lang="en-US" sz="4353">
              <a:solidFill>
                <a:srgbClr val="FCFCFC"/>
              </a:solidFill>
              <a:latin typeface="Mina"/>
              <a:ea typeface="Mina"/>
              <a:cs typeface="Mina"/>
              <a:sym typeface="Mina"/>
            </a:endParaRPr>
          </a:p>
          <a:p>
            <a:pPr algn="just">
              <a:lnSpc>
                <a:spcPts val="6094"/>
              </a:lnSpc>
            </a:pPr>
            <a:endParaRPr lang="en-US" sz="4353">
              <a:solidFill>
                <a:srgbClr val="FCFCFC"/>
              </a:solidFill>
              <a:latin typeface="Mina"/>
              <a:ea typeface="Mina"/>
              <a:cs typeface="Mina"/>
              <a:sym typeface="Mina"/>
            </a:endParaRPr>
          </a:p>
          <a:p>
            <a:pPr algn="just">
              <a:lnSpc>
                <a:spcPts val="6094"/>
              </a:lnSpc>
              <a:spcBef>
                <a:spcPct val="0"/>
              </a:spcBef>
            </a:pPr>
            <a:endParaRPr lang="en-US" sz="4353">
              <a:solidFill>
                <a:srgbClr val="FCFCFC"/>
              </a:solidFill>
              <a:latin typeface="Mina"/>
              <a:ea typeface="Mina"/>
              <a:cs typeface="Mina"/>
              <a:sym typeface="Min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1028700" y="-1519218"/>
            <a:ext cx="17262208" cy="11806218"/>
          </a:xfrm>
          <a:custGeom>
            <a:avLst/>
            <a:gdLst/>
            <a:ahLst/>
            <a:cxnLst/>
            <a:rect l="l" t="t" r="r" b="b"/>
            <a:pathLst>
              <a:path w="17262208" h="11806218">
                <a:moveTo>
                  <a:pt x="0" y="0"/>
                </a:moveTo>
                <a:lnTo>
                  <a:pt x="17262208" y="0"/>
                </a:lnTo>
                <a:lnTo>
                  <a:pt x="17262208" y="11806218"/>
                </a:lnTo>
                <a:lnTo>
                  <a:pt x="0" y="11806218"/>
                </a:lnTo>
                <a:lnTo>
                  <a:pt x="0" y="0"/>
                </a:lnTo>
                <a:close/>
              </a:path>
            </a:pathLst>
          </a:custGeom>
          <a:blipFill>
            <a:blip r:embed="rId2"/>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E0440"/>
        </a:solidFill>
        <a:effectLst/>
      </p:bgPr>
    </p:bg>
    <p:spTree>
      <p:nvGrpSpPr>
        <p:cNvPr id="1" name=""/>
        <p:cNvGrpSpPr/>
        <p:nvPr/>
      </p:nvGrpSpPr>
      <p:grpSpPr>
        <a:xfrm>
          <a:off x="0" y="0"/>
          <a:ext cx="0" cy="0"/>
          <a:chOff x="0" y="0"/>
          <a:chExt cx="0" cy="0"/>
        </a:xfrm>
      </p:grpSpPr>
      <p:grpSp>
        <p:nvGrpSpPr>
          <p:cNvPr id="2" name="Group 2"/>
          <p:cNvGrpSpPr/>
          <p:nvPr/>
        </p:nvGrpSpPr>
        <p:grpSpPr>
          <a:xfrm>
            <a:off x="1645640" y="104585"/>
            <a:ext cx="8137714" cy="1583637"/>
            <a:chOff x="0" y="0"/>
            <a:chExt cx="2570612" cy="500253"/>
          </a:xfrm>
        </p:grpSpPr>
        <p:sp>
          <p:nvSpPr>
            <p:cNvPr id="3" name="Freeform 3"/>
            <p:cNvSpPr/>
            <p:nvPr/>
          </p:nvSpPr>
          <p:spPr>
            <a:xfrm>
              <a:off x="0" y="0"/>
              <a:ext cx="2570612" cy="500253"/>
            </a:xfrm>
            <a:custGeom>
              <a:avLst/>
              <a:gdLst/>
              <a:ahLst/>
              <a:cxnLst/>
              <a:rect l="l" t="t" r="r" b="b"/>
              <a:pathLst>
                <a:path w="2570612" h="500253">
                  <a:moveTo>
                    <a:pt x="48520" y="0"/>
                  </a:moveTo>
                  <a:lnTo>
                    <a:pt x="2522092" y="0"/>
                  </a:lnTo>
                  <a:cubicBezTo>
                    <a:pt x="2548889" y="0"/>
                    <a:pt x="2570612" y="21723"/>
                    <a:pt x="2570612" y="48520"/>
                  </a:cubicBezTo>
                  <a:lnTo>
                    <a:pt x="2570612" y="451733"/>
                  </a:lnTo>
                  <a:cubicBezTo>
                    <a:pt x="2570612" y="464602"/>
                    <a:pt x="2565500" y="476943"/>
                    <a:pt x="2556401" y="486042"/>
                  </a:cubicBezTo>
                  <a:cubicBezTo>
                    <a:pt x="2547301" y="495141"/>
                    <a:pt x="2534960" y="500253"/>
                    <a:pt x="2522092" y="500253"/>
                  </a:cubicBezTo>
                  <a:lnTo>
                    <a:pt x="48520" y="500253"/>
                  </a:lnTo>
                  <a:cubicBezTo>
                    <a:pt x="35651" y="500253"/>
                    <a:pt x="23310" y="495141"/>
                    <a:pt x="14211" y="486042"/>
                  </a:cubicBezTo>
                  <a:cubicBezTo>
                    <a:pt x="5112" y="476943"/>
                    <a:pt x="0" y="464602"/>
                    <a:pt x="0" y="451733"/>
                  </a:cubicBezTo>
                  <a:lnTo>
                    <a:pt x="0" y="48520"/>
                  </a:lnTo>
                  <a:cubicBezTo>
                    <a:pt x="0" y="35651"/>
                    <a:pt x="5112" y="23310"/>
                    <a:pt x="14211" y="14211"/>
                  </a:cubicBezTo>
                  <a:cubicBezTo>
                    <a:pt x="23310" y="5112"/>
                    <a:pt x="35651" y="0"/>
                    <a:pt x="48520" y="0"/>
                  </a:cubicBezTo>
                  <a:close/>
                </a:path>
              </a:pathLst>
            </a:custGeom>
            <a:solidFill>
              <a:srgbClr val="000000">
                <a:alpha val="0"/>
              </a:srgbClr>
            </a:solidFill>
            <a:ln w="38100" cap="rnd">
              <a:solidFill>
                <a:srgbClr val="FFFFFF"/>
              </a:solidFill>
              <a:prstDash val="solid"/>
              <a:round/>
            </a:ln>
          </p:spPr>
        </p:sp>
        <p:sp>
          <p:nvSpPr>
            <p:cNvPr id="4" name="TextBox 4"/>
            <p:cNvSpPr txBox="1"/>
            <p:nvPr/>
          </p:nvSpPr>
          <p:spPr>
            <a:xfrm>
              <a:off x="0" y="-38100"/>
              <a:ext cx="2570612" cy="53835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9371179" y="574768"/>
            <a:ext cx="8874697" cy="9137465"/>
          </a:xfrm>
          <a:custGeom>
            <a:avLst/>
            <a:gdLst/>
            <a:ahLst/>
            <a:cxnLst/>
            <a:rect l="l" t="t" r="r" b="b"/>
            <a:pathLst>
              <a:path w="10205074" h="10711432">
                <a:moveTo>
                  <a:pt x="0" y="0"/>
                </a:moveTo>
                <a:lnTo>
                  <a:pt x="10205073" y="0"/>
                </a:lnTo>
                <a:lnTo>
                  <a:pt x="10205073" y="10711432"/>
                </a:lnTo>
                <a:lnTo>
                  <a:pt x="0" y="107114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839014" y="2005198"/>
            <a:ext cx="10033679" cy="7895962"/>
          </a:xfrm>
          <a:prstGeom prst="rect">
            <a:avLst/>
          </a:prstGeom>
        </p:spPr>
        <p:txBody>
          <a:bodyPr lIns="0" tIns="0" rIns="0" bIns="0" rtlCol="0" anchor="t">
            <a:spAutoFit/>
          </a:bodyPr>
          <a:lstStyle/>
          <a:p>
            <a:pPr algn="ctr">
              <a:lnSpc>
                <a:spcPts val="8939"/>
              </a:lnSpc>
            </a:pPr>
            <a:r>
              <a:rPr lang="en-US" sz="6385">
                <a:solidFill>
                  <a:srgbClr val="FCFCFC"/>
                </a:solidFill>
                <a:latin typeface="Mina"/>
                <a:ea typeface="Mina"/>
                <a:cs typeface="Mina"/>
                <a:sym typeface="Mina"/>
              </a:rPr>
              <a:t>Vamos ver um exemplo de um assistente que precisa fazer um relatório para seu inspetor, como que isso seria representado em um diagrama de interação geral?</a:t>
            </a:r>
          </a:p>
        </p:txBody>
      </p:sp>
      <p:sp>
        <p:nvSpPr>
          <p:cNvPr id="16" name="TextBox 16"/>
          <p:cNvSpPr txBox="1"/>
          <p:nvPr/>
        </p:nvSpPr>
        <p:spPr>
          <a:xfrm>
            <a:off x="1940676" y="138529"/>
            <a:ext cx="6892716" cy="1430023"/>
          </a:xfrm>
          <a:prstGeom prst="rect">
            <a:avLst/>
          </a:prstGeom>
        </p:spPr>
        <p:txBody>
          <a:bodyPr lIns="0" tIns="0" rIns="0" bIns="0" rtlCol="0" anchor="t">
            <a:spAutoFit/>
          </a:bodyPr>
          <a:lstStyle/>
          <a:p>
            <a:pPr algn="ctr">
              <a:lnSpc>
                <a:spcPts val="5704"/>
              </a:lnSpc>
            </a:pPr>
            <a:r>
              <a:rPr lang="en-US" sz="4074">
                <a:solidFill>
                  <a:srgbClr val="FCFCFC"/>
                </a:solidFill>
                <a:latin typeface="Garet Bold"/>
                <a:ea typeface="Garet Bold"/>
                <a:cs typeface="Garet Bold"/>
                <a:sym typeface="Garet Bold"/>
              </a:rPr>
              <a:t>Vamos ver se você aprendeu</a:t>
            </a:r>
          </a:p>
        </p:txBody>
      </p:sp>
      <p:sp>
        <p:nvSpPr>
          <p:cNvPr id="17" name="TextBox 17"/>
          <p:cNvSpPr txBox="1"/>
          <p:nvPr/>
        </p:nvSpPr>
        <p:spPr>
          <a:xfrm>
            <a:off x="8833392" y="-37446"/>
            <a:ext cx="527770" cy="1606979"/>
          </a:xfrm>
          <a:prstGeom prst="rect">
            <a:avLst/>
          </a:prstGeom>
        </p:spPr>
        <p:txBody>
          <a:bodyPr lIns="0" tIns="0" rIns="0" bIns="0" rtlCol="0" anchor="t">
            <a:spAutoFit/>
          </a:bodyPr>
          <a:lstStyle/>
          <a:p>
            <a:pPr algn="ctr">
              <a:lnSpc>
                <a:spcPts val="13022"/>
              </a:lnSpc>
            </a:pPr>
            <a:r>
              <a:rPr lang="en-US" sz="9301">
                <a:solidFill>
                  <a:srgbClr val="FCFCFC"/>
                </a:solidFill>
                <a:latin typeface="Mina Bold"/>
                <a:ea typeface="Mina Bold"/>
                <a:cs typeface="Mina Bold"/>
                <a:sym typeface="Mina Bold"/>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37C8">
                <a:alpha val="100000"/>
              </a:srgbClr>
            </a:gs>
            <a:gs pos="100000">
              <a:srgbClr val="8700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966386" y="1118436"/>
            <a:ext cx="10102221" cy="8722951"/>
          </a:xfrm>
          <a:custGeom>
            <a:avLst/>
            <a:gdLst/>
            <a:ahLst/>
            <a:cxnLst/>
            <a:rect l="l" t="t" r="r" b="b"/>
            <a:pathLst>
              <a:path w="10102221" h="8722951">
                <a:moveTo>
                  <a:pt x="0" y="0"/>
                </a:moveTo>
                <a:lnTo>
                  <a:pt x="10102221" y="0"/>
                </a:lnTo>
                <a:lnTo>
                  <a:pt x="10102221" y="8722951"/>
                </a:lnTo>
                <a:lnTo>
                  <a:pt x="0" y="8722951"/>
                </a:lnTo>
                <a:lnTo>
                  <a:pt x="0" y="0"/>
                </a:lnTo>
                <a:close/>
              </a:path>
            </a:pathLst>
          </a:custGeom>
          <a:blipFill>
            <a:blip r:embed="rId2"/>
            <a:stretch>
              <a:fillRect l="-1141" t="-68888" r="-78258" b="-2478"/>
            </a:stretch>
          </a:blipFill>
        </p:spPr>
      </p:sp>
      <p:sp>
        <p:nvSpPr>
          <p:cNvPr id="3" name="Freeform 3"/>
          <p:cNvSpPr/>
          <p:nvPr/>
        </p:nvSpPr>
        <p:spPr>
          <a:xfrm>
            <a:off x="156484" y="850615"/>
            <a:ext cx="1809903" cy="1099105"/>
          </a:xfrm>
          <a:custGeom>
            <a:avLst/>
            <a:gdLst/>
            <a:ahLst/>
            <a:cxnLst/>
            <a:rect l="l" t="t" r="r" b="b"/>
            <a:pathLst>
              <a:path w="1809903" h="1099105">
                <a:moveTo>
                  <a:pt x="0" y="0"/>
                </a:moveTo>
                <a:lnTo>
                  <a:pt x="1809902" y="0"/>
                </a:lnTo>
                <a:lnTo>
                  <a:pt x="1809902" y="1099105"/>
                </a:lnTo>
                <a:lnTo>
                  <a:pt x="0" y="10991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271660">
            <a:off x="10775068" y="2416433"/>
            <a:ext cx="8020476" cy="4651876"/>
          </a:xfrm>
          <a:custGeom>
            <a:avLst/>
            <a:gdLst/>
            <a:ahLst/>
            <a:cxnLst/>
            <a:rect l="l" t="t" r="r" b="b"/>
            <a:pathLst>
              <a:path w="8020476" h="4651876">
                <a:moveTo>
                  <a:pt x="0" y="0"/>
                </a:moveTo>
                <a:lnTo>
                  <a:pt x="8020475" y="0"/>
                </a:lnTo>
                <a:lnTo>
                  <a:pt x="8020475" y="4651876"/>
                </a:lnTo>
                <a:lnTo>
                  <a:pt x="0" y="46518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472297" y="388463"/>
            <a:ext cx="3935071" cy="462152"/>
          </a:xfrm>
          <a:prstGeom prst="rect">
            <a:avLst/>
          </a:prstGeom>
        </p:spPr>
        <p:txBody>
          <a:bodyPr lIns="0" tIns="0" rIns="0" bIns="0" rtlCol="0" anchor="t">
            <a:spAutoFit/>
          </a:bodyPr>
          <a:lstStyle/>
          <a:p>
            <a:pPr algn="ctr">
              <a:lnSpc>
                <a:spcPts val="3723"/>
              </a:lnSpc>
            </a:pPr>
            <a:r>
              <a:rPr lang="en-US" sz="2659">
                <a:solidFill>
                  <a:srgbClr val="FCFCFC"/>
                </a:solidFill>
                <a:latin typeface="Open Sans Bold"/>
                <a:ea typeface="Open Sans Bold"/>
                <a:cs typeface="Open Sans Bold"/>
                <a:sym typeface="Open Sans Bold"/>
              </a:rPr>
              <a:t>Diagrama de sequência</a:t>
            </a:r>
          </a:p>
        </p:txBody>
      </p:sp>
      <p:sp>
        <p:nvSpPr>
          <p:cNvPr id="6" name="TextBox 6"/>
          <p:cNvSpPr txBox="1"/>
          <p:nvPr/>
        </p:nvSpPr>
        <p:spPr>
          <a:xfrm>
            <a:off x="12547317" y="2144927"/>
            <a:ext cx="5062197" cy="6006672"/>
          </a:xfrm>
          <a:prstGeom prst="rect">
            <a:avLst/>
          </a:prstGeom>
        </p:spPr>
        <p:txBody>
          <a:bodyPr lIns="0" tIns="0" rIns="0" bIns="0" rtlCol="0" anchor="t">
            <a:spAutoFit/>
          </a:bodyPr>
          <a:lstStyle/>
          <a:p>
            <a:pPr algn="l">
              <a:lnSpc>
                <a:spcPts val="4743"/>
              </a:lnSpc>
            </a:pPr>
            <a:r>
              <a:rPr lang="en-US" sz="4054">
                <a:solidFill>
                  <a:srgbClr val="FCFCFC"/>
                </a:solidFill>
                <a:latin typeface="Open Sans"/>
                <a:ea typeface="Open Sans"/>
                <a:cs typeface="Open Sans"/>
                <a:sym typeface="Open Sans"/>
              </a:rPr>
              <a:t>Modele seu diagrama de visão geral de interação a partir do diagrama ao lado, ou seja complemente seu “esquema” com uso de referências como citado anteriormente.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08015" y="0"/>
            <a:ext cx="12471970" cy="10287000"/>
          </a:xfrm>
          <a:custGeom>
            <a:avLst/>
            <a:gdLst/>
            <a:ahLst/>
            <a:cxnLst/>
            <a:rect l="l" t="t" r="r" b="b"/>
            <a:pathLst>
              <a:path w="12471970" h="10287000">
                <a:moveTo>
                  <a:pt x="0" y="0"/>
                </a:moveTo>
                <a:lnTo>
                  <a:pt x="12471970" y="0"/>
                </a:lnTo>
                <a:lnTo>
                  <a:pt x="12471970" y="10287000"/>
                </a:lnTo>
                <a:lnTo>
                  <a:pt x="0" y="10287000"/>
                </a:lnTo>
                <a:lnTo>
                  <a:pt x="0" y="0"/>
                </a:lnTo>
                <a:close/>
              </a:path>
            </a:pathLst>
          </a:custGeom>
          <a:blipFill>
            <a:blip r:embed="rId2"/>
            <a:stretch>
              <a:fillRect/>
            </a:stretch>
          </a:blipFill>
        </p:spPr>
      </p:sp>
      <p:sp>
        <p:nvSpPr>
          <p:cNvPr id="3" name="Freeform 3"/>
          <p:cNvSpPr/>
          <p:nvPr/>
        </p:nvSpPr>
        <p:spPr>
          <a:xfrm>
            <a:off x="135878" y="3767096"/>
            <a:ext cx="2592424" cy="1574309"/>
          </a:xfrm>
          <a:custGeom>
            <a:avLst/>
            <a:gdLst/>
            <a:ahLst/>
            <a:cxnLst/>
            <a:rect l="l" t="t" r="r" b="b"/>
            <a:pathLst>
              <a:path w="2592424" h="1574309">
                <a:moveTo>
                  <a:pt x="0" y="0"/>
                </a:moveTo>
                <a:lnTo>
                  <a:pt x="2592425" y="0"/>
                </a:lnTo>
                <a:lnTo>
                  <a:pt x="2592425" y="1574309"/>
                </a:lnTo>
                <a:lnTo>
                  <a:pt x="0" y="15743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028700" y="3510999"/>
            <a:ext cx="3866151" cy="455045"/>
          </a:xfrm>
          <a:prstGeom prst="rect">
            <a:avLst/>
          </a:prstGeom>
        </p:spPr>
        <p:txBody>
          <a:bodyPr lIns="0" tIns="0" rIns="0" bIns="0" rtlCol="0" anchor="t">
            <a:spAutoFit/>
          </a:bodyPr>
          <a:lstStyle/>
          <a:p>
            <a:pPr algn="ctr">
              <a:lnSpc>
                <a:spcPts val="3658"/>
              </a:lnSpc>
            </a:pPr>
            <a:r>
              <a:rPr lang="en-US" sz="2612">
                <a:solidFill>
                  <a:srgbClr val="000000"/>
                </a:solidFill>
                <a:latin typeface="Open Sans Bold"/>
                <a:ea typeface="Open Sans Bold"/>
                <a:cs typeface="Open Sans Bold"/>
                <a:sym typeface="Open Sans Bold"/>
              </a:rPr>
              <a:t>Diagrama de sequência</a:t>
            </a:r>
          </a:p>
        </p:txBody>
      </p:sp>
      <p:sp>
        <p:nvSpPr>
          <p:cNvPr id="5" name="TextBox 5"/>
          <p:cNvSpPr txBox="1"/>
          <p:nvPr/>
        </p:nvSpPr>
        <p:spPr>
          <a:xfrm>
            <a:off x="0" y="-37148"/>
            <a:ext cx="3052158" cy="669925"/>
          </a:xfrm>
          <a:prstGeom prst="rect">
            <a:avLst/>
          </a:prstGeom>
        </p:spPr>
        <p:txBody>
          <a:bodyPr lIns="0" tIns="0" rIns="0" bIns="0" rtlCol="0" anchor="t">
            <a:spAutoFit/>
          </a:bodyPr>
          <a:lstStyle/>
          <a:p>
            <a:pPr algn="ctr">
              <a:lnSpc>
                <a:spcPts val="5599"/>
              </a:lnSpc>
            </a:pPr>
            <a:r>
              <a:rPr lang="en-US" sz="3999">
                <a:solidFill>
                  <a:srgbClr val="000000"/>
                </a:solidFill>
                <a:latin typeface="Garet Bold"/>
                <a:ea typeface="Garet Bold"/>
                <a:cs typeface="Garet Bold"/>
                <a:sym typeface="Garet Bold"/>
              </a:rPr>
              <a:t>Resolução: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3604FF">
                <a:alpha val="100000"/>
              </a:srgbClr>
            </a:gs>
            <a:gs pos="33333">
              <a:srgbClr val="4A14AD">
                <a:alpha val="100000"/>
              </a:srgbClr>
            </a:gs>
            <a:gs pos="66667">
              <a:srgbClr val="1B0489">
                <a:alpha val="100000"/>
              </a:srgbClr>
            </a:gs>
            <a:gs pos="100000">
              <a:srgbClr val="CD1BEB">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1444978" cy="812800"/>
          </a:xfrm>
        </p:grpSpPr>
        <p:sp>
          <p:nvSpPr>
            <p:cNvPr id="3" name="Freeform 3"/>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2"/>
              <a:stretch>
                <a:fillRect t="-9333" b="-9333"/>
              </a:stretch>
            </a:blipFill>
          </p:spPr>
        </p:sp>
      </p:grpSp>
      <p:grpSp>
        <p:nvGrpSpPr>
          <p:cNvPr id="4" name="Group 4"/>
          <p:cNvGrpSpPr/>
          <p:nvPr/>
        </p:nvGrpSpPr>
        <p:grpSpPr>
          <a:xfrm>
            <a:off x="-279571" y="-253429"/>
            <a:ext cx="18847142" cy="10793858"/>
            <a:chOff x="0" y="0"/>
            <a:chExt cx="4963856" cy="2842827"/>
          </a:xfrm>
        </p:grpSpPr>
        <p:sp>
          <p:nvSpPr>
            <p:cNvPr id="5" name="Freeform 5"/>
            <p:cNvSpPr/>
            <p:nvPr/>
          </p:nvSpPr>
          <p:spPr>
            <a:xfrm>
              <a:off x="0" y="0"/>
              <a:ext cx="4963856" cy="2842827"/>
            </a:xfrm>
            <a:custGeom>
              <a:avLst/>
              <a:gdLst/>
              <a:ahLst/>
              <a:cxnLst/>
              <a:rect l="l" t="t" r="r" b="b"/>
              <a:pathLst>
                <a:path w="4963856" h="2842827">
                  <a:moveTo>
                    <a:pt x="0" y="0"/>
                  </a:moveTo>
                  <a:lnTo>
                    <a:pt x="4963856" y="0"/>
                  </a:lnTo>
                  <a:lnTo>
                    <a:pt x="4963856" y="2842827"/>
                  </a:lnTo>
                  <a:lnTo>
                    <a:pt x="0" y="2842827"/>
                  </a:lnTo>
                  <a:close/>
                </a:path>
              </a:pathLst>
            </a:custGeom>
            <a:gradFill rotWithShape="1">
              <a:gsLst>
                <a:gs pos="0">
                  <a:srgbClr val="5C3BFF">
                    <a:alpha val="90000"/>
                  </a:srgbClr>
                </a:gs>
                <a:gs pos="100000">
                  <a:srgbClr val="B664FF">
                    <a:alpha val="90000"/>
                  </a:srgbClr>
                </a:gs>
              </a:gsLst>
              <a:path path="circle">
                <a:fillToRect r="100000" b="100000"/>
              </a:path>
              <a:tileRect l="-100000" t="-100000"/>
            </a:gradFill>
          </p:spPr>
        </p:sp>
        <p:sp>
          <p:nvSpPr>
            <p:cNvPr id="6" name="TextBox 6"/>
            <p:cNvSpPr txBox="1"/>
            <p:nvPr/>
          </p:nvSpPr>
          <p:spPr>
            <a:xfrm>
              <a:off x="0" y="-38100"/>
              <a:ext cx="4963856" cy="2880927"/>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sp>
        <p:nvSpPr>
          <p:cNvPr id="7" name="Freeform 7"/>
          <p:cNvSpPr/>
          <p:nvPr/>
        </p:nvSpPr>
        <p:spPr>
          <a:xfrm rot="-5400000">
            <a:off x="826449" y="-701314"/>
            <a:ext cx="10161865" cy="11814763"/>
          </a:xfrm>
          <a:custGeom>
            <a:avLst/>
            <a:gdLst/>
            <a:ahLst/>
            <a:cxnLst/>
            <a:rect l="l" t="t" r="r" b="b"/>
            <a:pathLst>
              <a:path w="10161865" h="11814763">
                <a:moveTo>
                  <a:pt x="0" y="0"/>
                </a:moveTo>
                <a:lnTo>
                  <a:pt x="10161865" y="0"/>
                </a:lnTo>
                <a:lnTo>
                  <a:pt x="10161865" y="11814763"/>
                </a:lnTo>
                <a:lnTo>
                  <a:pt x="0" y="11814763"/>
                </a:lnTo>
                <a:lnTo>
                  <a:pt x="0" y="0"/>
                </a:lnTo>
                <a:close/>
              </a:path>
            </a:pathLst>
          </a:custGeom>
          <a:blipFill>
            <a:blip r:embed="rId3">
              <a:alphaModFix amt="31000"/>
            </a:blip>
            <a:stretch>
              <a:fillRect t="-7435" b="-7435"/>
            </a:stretch>
          </a:blipFill>
        </p:spPr>
      </p:sp>
      <p:grpSp>
        <p:nvGrpSpPr>
          <p:cNvPr id="8" name="Group 8"/>
          <p:cNvGrpSpPr/>
          <p:nvPr/>
        </p:nvGrpSpPr>
        <p:grpSpPr>
          <a:xfrm rot="10800000">
            <a:off x="-259184" y="-336273"/>
            <a:ext cx="8386869" cy="788095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604FF">
                    <a:alpha val="67000"/>
                  </a:srgbClr>
                </a:gs>
                <a:gs pos="33333">
                  <a:srgbClr val="4A14AD">
                    <a:alpha val="67000"/>
                  </a:srgbClr>
                </a:gs>
                <a:gs pos="66667">
                  <a:srgbClr val="1B0489">
                    <a:alpha val="67000"/>
                  </a:srgbClr>
                </a:gs>
                <a:gs pos="100000">
                  <a:srgbClr val="CD1BEB">
                    <a:alpha val="67000"/>
                  </a:srgbClr>
                </a:gs>
              </a:gsLst>
              <a:path path="circle">
                <a:fillToRect r="100000" b="100000"/>
              </a:path>
              <a:tileRect l="-100000" t="-100000"/>
            </a:gra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3104564" y="913544"/>
            <a:ext cx="4154736" cy="577658"/>
            <a:chOff x="0" y="0"/>
            <a:chExt cx="1094252" cy="152140"/>
          </a:xfrm>
        </p:grpSpPr>
        <p:sp>
          <p:nvSpPr>
            <p:cNvPr id="12" name="Freeform 12"/>
            <p:cNvSpPr/>
            <p:nvPr/>
          </p:nvSpPr>
          <p:spPr>
            <a:xfrm>
              <a:off x="0" y="0"/>
              <a:ext cx="1094252" cy="152140"/>
            </a:xfrm>
            <a:custGeom>
              <a:avLst/>
              <a:gdLst/>
              <a:ahLst/>
              <a:cxnLst/>
              <a:rect l="l" t="t" r="r" b="b"/>
              <a:pathLst>
                <a:path w="1094252" h="152140">
                  <a:moveTo>
                    <a:pt x="76070" y="0"/>
                  </a:moveTo>
                  <a:lnTo>
                    <a:pt x="1018181" y="0"/>
                  </a:lnTo>
                  <a:cubicBezTo>
                    <a:pt x="1060194" y="0"/>
                    <a:pt x="1094252" y="34058"/>
                    <a:pt x="1094252" y="76070"/>
                  </a:cubicBezTo>
                  <a:lnTo>
                    <a:pt x="1094252" y="76070"/>
                  </a:lnTo>
                  <a:cubicBezTo>
                    <a:pt x="1094252" y="96245"/>
                    <a:pt x="1086237" y="115594"/>
                    <a:pt x="1071971" y="129860"/>
                  </a:cubicBezTo>
                  <a:cubicBezTo>
                    <a:pt x="1057705" y="144126"/>
                    <a:pt x="1038356" y="152140"/>
                    <a:pt x="1018181" y="152140"/>
                  </a:cubicBezTo>
                  <a:lnTo>
                    <a:pt x="76070" y="152140"/>
                  </a:lnTo>
                  <a:cubicBezTo>
                    <a:pt x="55895" y="152140"/>
                    <a:pt x="36546" y="144126"/>
                    <a:pt x="22280" y="129860"/>
                  </a:cubicBezTo>
                  <a:cubicBezTo>
                    <a:pt x="8015" y="115594"/>
                    <a:pt x="0" y="96245"/>
                    <a:pt x="0" y="76070"/>
                  </a:cubicBezTo>
                  <a:lnTo>
                    <a:pt x="0" y="76070"/>
                  </a:lnTo>
                  <a:cubicBezTo>
                    <a:pt x="0" y="55895"/>
                    <a:pt x="8015" y="36546"/>
                    <a:pt x="22280" y="22280"/>
                  </a:cubicBezTo>
                  <a:cubicBezTo>
                    <a:pt x="36546" y="8015"/>
                    <a:pt x="55895" y="0"/>
                    <a:pt x="76070" y="0"/>
                  </a:cubicBezTo>
                  <a:close/>
                </a:path>
              </a:pathLst>
            </a:custGeom>
            <a:solidFill>
              <a:srgbClr val="FFFFFF">
                <a:alpha val="31765"/>
              </a:srgbClr>
            </a:solidFill>
          </p:spPr>
        </p:sp>
        <p:sp>
          <p:nvSpPr>
            <p:cNvPr id="13" name="TextBox 13"/>
            <p:cNvSpPr txBox="1"/>
            <p:nvPr/>
          </p:nvSpPr>
          <p:spPr>
            <a:xfrm>
              <a:off x="0" y="-38100"/>
              <a:ext cx="1094252" cy="19024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6745233" y="992290"/>
            <a:ext cx="406446" cy="409039"/>
            <a:chOff x="0" y="0"/>
            <a:chExt cx="107047" cy="107731"/>
          </a:xfrm>
        </p:grpSpPr>
        <p:sp>
          <p:nvSpPr>
            <p:cNvPr id="15" name="Freeform 15"/>
            <p:cNvSpPr/>
            <p:nvPr/>
          </p:nvSpPr>
          <p:spPr>
            <a:xfrm>
              <a:off x="0" y="0"/>
              <a:ext cx="107047" cy="107731"/>
            </a:xfrm>
            <a:custGeom>
              <a:avLst/>
              <a:gdLst/>
              <a:ahLst/>
              <a:cxnLst/>
              <a:rect l="l" t="t" r="r" b="b"/>
              <a:pathLst>
                <a:path w="107047" h="107731">
                  <a:moveTo>
                    <a:pt x="53524" y="0"/>
                  </a:moveTo>
                  <a:lnTo>
                    <a:pt x="53524" y="0"/>
                  </a:lnTo>
                  <a:cubicBezTo>
                    <a:pt x="67719" y="0"/>
                    <a:pt x="81333" y="5639"/>
                    <a:pt x="91371" y="15677"/>
                  </a:cubicBezTo>
                  <a:cubicBezTo>
                    <a:pt x="101408" y="25714"/>
                    <a:pt x="107047" y="39328"/>
                    <a:pt x="107047" y="53524"/>
                  </a:cubicBezTo>
                  <a:lnTo>
                    <a:pt x="107047" y="54207"/>
                  </a:lnTo>
                  <a:cubicBezTo>
                    <a:pt x="107047" y="68402"/>
                    <a:pt x="101408" y="82016"/>
                    <a:pt x="91371" y="92054"/>
                  </a:cubicBezTo>
                  <a:cubicBezTo>
                    <a:pt x="81333" y="102091"/>
                    <a:pt x="67719" y="107731"/>
                    <a:pt x="53524" y="107731"/>
                  </a:cubicBezTo>
                  <a:lnTo>
                    <a:pt x="53524" y="107731"/>
                  </a:lnTo>
                  <a:cubicBezTo>
                    <a:pt x="39328" y="107731"/>
                    <a:pt x="25714" y="102091"/>
                    <a:pt x="15677" y="92054"/>
                  </a:cubicBezTo>
                  <a:cubicBezTo>
                    <a:pt x="5639" y="82016"/>
                    <a:pt x="0" y="68402"/>
                    <a:pt x="0" y="54207"/>
                  </a:cubicBezTo>
                  <a:lnTo>
                    <a:pt x="0" y="53524"/>
                  </a:lnTo>
                  <a:cubicBezTo>
                    <a:pt x="0" y="39328"/>
                    <a:pt x="5639" y="25714"/>
                    <a:pt x="15677" y="15677"/>
                  </a:cubicBezTo>
                  <a:cubicBezTo>
                    <a:pt x="25714" y="5639"/>
                    <a:pt x="39328" y="0"/>
                    <a:pt x="53524" y="0"/>
                  </a:cubicBezTo>
                  <a:close/>
                </a:path>
              </a:pathLst>
            </a:custGeom>
            <a:solidFill>
              <a:srgbClr val="FFFFFF"/>
            </a:solidFill>
          </p:spPr>
        </p:sp>
        <p:sp>
          <p:nvSpPr>
            <p:cNvPr id="16" name="TextBox 16"/>
            <p:cNvSpPr txBox="1"/>
            <p:nvPr/>
          </p:nvSpPr>
          <p:spPr>
            <a:xfrm>
              <a:off x="0" y="-38100"/>
              <a:ext cx="107047" cy="145831"/>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6860375" y="1100115"/>
            <a:ext cx="176161" cy="193390"/>
          </a:xfrm>
          <a:custGeom>
            <a:avLst/>
            <a:gdLst/>
            <a:ahLst/>
            <a:cxnLst/>
            <a:rect l="l" t="t" r="r" b="b"/>
            <a:pathLst>
              <a:path w="176161" h="193390">
                <a:moveTo>
                  <a:pt x="0" y="0"/>
                </a:moveTo>
                <a:lnTo>
                  <a:pt x="176161" y="0"/>
                </a:lnTo>
                <a:lnTo>
                  <a:pt x="176161" y="193390"/>
                </a:lnTo>
                <a:lnTo>
                  <a:pt x="0" y="1933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8" name="Group 18"/>
          <p:cNvGrpSpPr/>
          <p:nvPr/>
        </p:nvGrpSpPr>
        <p:grpSpPr>
          <a:xfrm rot="10800000">
            <a:off x="14637689" y="7503731"/>
            <a:ext cx="3785858" cy="3092563"/>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604FF">
                    <a:alpha val="67000"/>
                  </a:srgbClr>
                </a:gs>
                <a:gs pos="33333">
                  <a:srgbClr val="4A14AD">
                    <a:alpha val="67000"/>
                  </a:srgbClr>
                </a:gs>
                <a:gs pos="66667">
                  <a:srgbClr val="1B0489">
                    <a:alpha val="67000"/>
                  </a:srgbClr>
                </a:gs>
                <a:gs pos="100000">
                  <a:srgbClr val="CD1BEB">
                    <a:alpha val="67000"/>
                  </a:srgbClr>
                </a:gs>
              </a:gsLst>
              <a:path path="circle">
                <a:fillToRect r="100000" b="100000"/>
              </a:path>
              <a:tileRect l="-100000" t="-100000"/>
            </a:gra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6463639" y="8692852"/>
            <a:ext cx="793472" cy="787812"/>
            <a:chOff x="0" y="0"/>
            <a:chExt cx="289003" cy="286941"/>
          </a:xfrm>
        </p:grpSpPr>
        <p:sp>
          <p:nvSpPr>
            <p:cNvPr id="22" name="Freeform 22"/>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sp>
        <p:sp>
          <p:nvSpPr>
            <p:cNvPr id="23" name="TextBox 23"/>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24" name="Freeform 24"/>
          <p:cNvSpPr/>
          <p:nvPr/>
        </p:nvSpPr>
        <p:spPr>
          <a:xfrm rot="5400000" flipH="1">
            <a:off x="16735331" y="8904285"/>
            <a:ext cx="270061" cy="364947"/>
          </a:xfrm>
          <a:custGeom>
            <a:avLst/>
            <a:gdLst/>
            <a:ahLst/>
            <a:cxnLst/>
            <a:rect l="l" t="t" r="r" b="b"/>
            <a:pathLst>
              <a:path w="270061" h="364947">
                <a:moveTo>
                  <a:pt x="270061" y="0"/>
                </a:moveTo>
                <a:lnTo>
                  <a:pt x="0" y="0"/>
                </a:lnTo>
                <a:lnTo>
                  <a:pt x="0" y="364947"/>
                </a:lnTo>
                <a:lnTo>
                  <a:pt x="270061" y="364947"/>
                </a:lnTo>
                <a:lnTo>
                  <a:pt x="270061"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5" name="TextBox 25"/>
          <p:cNvSpPr txBox="1"/>
          <p:nvPr/>
        </p:nvSpPr>
        <p:spPr>
          <a:xfrm>
            <a:off x="2472427" y="1393471"/>
            <a:ext cx="13126003" cy="7233357"/>
          </a:xfrm>
          <a:prstGeom prst="rect">
            <a:avLst/>
          </a:prstGeom>
        </p:spPr>
        <p:txBody>
          <a:bodyPr lIns="0" tIns="0" rIns="0" bIns="0" rtlCol="0" anchor="t">
            <a:spAutoFit/>
          </a:bodyPr>
          <a:lstStyle/>
          <a:p>
            <a:pPr algn="ctr">
              <a:lnSpc>
                <a:spcPts val="19211"/>
              </a:lnSpc>
              <a:spcBef>
                <a:spcPct val="0"/>
              </a:spcBef>
            </a:pPr>
            <a:r>
              <a:rPr lang="en-US" sz="13722" spc="-260">
                <a:solidFill>
                  <a:srgbClr val="FFFFFF"/>
                </a:solidFill>
                <a:latin typeface="Pattanakarn Bold"/>
                <a:ea typeface="Pattanakarn Bold"/>
                <a:cs typeface="Pattanakarn Bold"/>
                <a:sym typeface="Pattanakarn Bold"/>
              </a:rPr>
              <a:t>OBRIGADO PELA ATENÇÃO</a:t>
            </a:r>
          </a:p>
        </p:txBody>
      </p:sp>
      <p:sp>
        <p:nvSpPr>
          <p:cNvPr id="26" name="TextBox 26"/>
          <p:cNvSpPr txBox="1"/>
          <p:nvPr/>
        </p:nvSpPr>
        <p:spPr>
          <a:xfrm>
            <a:off x="13333503" y="1002666"/>
            <a:ext cx="3130136" cy="342265"/>
          </a:xfrm>
          <a:prstGeom prst="rect">
            <a:avLst/>
          </a:prstGeom>
        </p:spPr>
        <p:txBody>
          <a:bodyPr lIns="0" tIns="0" rIns="0" bIns="0" rtlCol="0" anchor="t">
            <a:spAutoFit/>
          </a:bodyPr>
          <a:lstStyle/>
          <a:p>
            <a:pPr algn="l">
              <a:lnSpc>
                <a:spcPts val="2659"/>
              </a:lnSpc>
              <a:spcBef>
                <a:spcPct val="0"/>
              </a:spcBef>
            </a:pPr>
            <a:r>
              <a:rPr lang="en-US" sz="1899">
                <a:solidFill>
                  <a:srgbClr val="FFFFFF"/>
                </a:solidFill>
                <a:latin typeface="Poppins"/>
                <a:ea typeface="Poppins"/>
                <a:cs typeface="Poppins"/>
                <a:sym typeface="Poppins"/>
              </a:rPr>
              <a:t>Alguma pergunta?</a:t>
            </a:r>
          </a:p>
        </p:txBody>
      </p:sp>
      <p:grpSp>
        <p:nvGrpSpPr>
          <p:cNvPr id="27" name="Group 27"/>
          <p:cNvGrpSpPr/>
          <p:nvPr/>
        </p:nvGrpSpPr>
        <p:grpSpPr>
          <a:xfrm>
            <a:off x="-105440" y="8692852"/>
            <a:ext cx="10046453" cy="797377"/>
            <a:chOff x="0" y="0"/>
            <a:chExt cx="2247956" cy="178418"/>
          </a:xfrm>
        </p:grpSpPr>
        <p:sp>
          <p:nvSpPr>
            <p:cNvPr id="28" name="Freeform 28"/>
            <p:cNvSpPr/>
            <p:nvPr/>
          </p:nvSpPr>
          <p:spPr>
            <a:xfrm>
              <a:off x="0" y="0"/>
              <a:ext cx="2247956" cy="178418"/>
            </a:xfrm>
            <a:custGeom>
              <a:avLst/>
              <a:gdLst/>
              <a:ahLst/>
              <a:cxnLst/>
              <a:rect l="l" t="t" r="r" b="b"/>
              <a:pathLst>
                <a:path w="2247956" h="178418">
                  <a:moveTo>
                    <a:pt x="0" y="0"/>
                  </a:moveTo>
                  <a:lnTo>
                    <a:pt x="2247956" y="0"/>
                  </a:lnTo>
                  <a:lnTo>
                    <a:pt x="2247956" y="178418"/>
                  </a:lnTo>
                  <a:lnTo>
                    <a:pt x="0" y="178418"/>
                  </a:lnTo>
                  <a:close/>
                </a:path>
              </a:pathLst>
            </a:custGeom>
            <a:solidFill>
              <a:srgbClr val="00A3FF"/>
            </a:solidFill>
          </p:spPr>
        </p:sp>
        <p:sp>
          <p:nvSpPr>
            <p:cNvPr id="29" name="TextBox 29"/>
            <p:cNvSpPr txBox="1"/>
            <p:nvPr/>
          </p:nvSpPr>
          <p:spPr>
            <a:xfrm>
              <a:off x="0" y="-38100"/>
              <a:ext cx="2247956" cy="216518"/>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E0440"/>
        </a:solidFill>
        <a:effectLst/>
      </p:bgPr>
    </p:bg>
    <p:spTree>
      <p:nvGrpSpPr>
        <p:cNvPr id="1" name=""/>
        <p:cNvGrpSpPr/>
        <p:nvPr/>
      </p:nvGrpSpPr>
      <p:grpSpPr>
        <a:xfrm>
          <a:off x="0" y="0"/>
          <a:ext cx="0" cy="0"/>
          <a:chOff x="0" y="0"/>
          <a:chExt cx="0" cy="0"/>
        </a:xfrm>
      </p:grpSpPr>
      <p:sp>
        <p:nvSpPr>
          <p:cNvPr id="2" name="Freeform 2"/>
          <p:cNvSpPr/>
          <p:nvPr/>
        </p:nvSpPr>
        <p:spPr>
          <a:xfrm>
            <a:off x="5026341" y="513975"/>
            <a:ext cx="9259050" cy="9259050"/>
          </a:xfrm>
          <a:custGeom>
            <a:avLst/>
            <a:gdLst/>
            <a:ahLst/>
            <a:cxnLst/>
            <a:rect l="l" t="t" r="r" b="b"/>
            <a:pathLst>
              <a:path w="9259050" h="9259050">
                <a:moveTo>
                  <a:pt x="0" y="0"/>
                </a:moveTo>
                <a:lnTo>
                  <a:pt x="9259050" y="0"/>
                </a:lnTo>
                <a:lnTo>
                  <a:pt x="9259050" y="9259050"/>
                </a:lnTo>
                <a:lnTo>
                  <a:pt x="0" y="9259050"/>
                </a:lnTo>
                <a:lnTo>
                  <a:pt x="0" y="0"/>
                </a:lnTo>
                <a:close/>
              </a:path>
            </a:pathLst>
          </a:custGeom>
          <a:blipFill>
            <a:blip r:embed="rId2">
              <a:alphaModFix amt="29000"/>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660345" y="-57150"/>
            <a:ext cx="16627655" cy="10648950"/>
          </a:xfrm>
          <a:prstGeom prst="rect">
            <a:avLst/>
          </a:prstGeom>
        </p:spPr>
        <p:txBody>
          <a:bodyPr lIns="0" tIns="0" rIns="0" bIns="0" rtlCol="0" anchor="t">
            <a:spAutoFit/>
          </a:bodyPr>
          <a:lstStyle/>
          <a:p>
            <a:pPr algn="l">
              <a:lnSpc>
                <a:spcPts val="4200"/>
              </a:lnSpc>
            </a:pPr>
            <a:r>
              <a:rPr lang="en-US" sz="3000" u="sng">
                <a:solidFill>
                  <a:srgbClr val="00A3FF"/>
                </a:solidFill>
                <a:latin typeface="Mina"/>
                <a:ea typeface="Mina"/>
                <a:cs typeface="Mina"/>
                <a:sym typeface="Mina"/>
                <a:hlinkClick r:id="rId4" tooltip="https://www.lucidchart.com/pages/pt/diagrama-de-interacao-uml"/>
              </a:rPr>
              <a:t>https://www.lucidchart.com/pages/pt/diagrama-de-interacao-uml</a:t>
            </a:r>
          </a:p>
          <a:p>
            <a:pPr algn="l">
              <a:lnSpc>
                <a:spcPts val="4200"/>
              </a:lnSpc>
            </a:pPr>
            <a:endParaRPr lang="en-US" sz="3000" u="sng">
              <a:solidFill>
                <a:srgbClr val="00A3FF"/>
              </a:solidFill>
              <a:latin typeface="Mina"/>
              <a:ea typeface="Mina"/>
              <a:cs typeface="Mina"/>
              <a:sym typeface="Mina"/>
              <a:hlinkClick r:id="rId4" tooltip="https://www.lucidchart.com/pages/pt/diagrama-de-interacao-uml"/>
            </a:endParaRPr>
          </a:p>
          <a:p>
            <a:pPr algn="l">
              <a:lnSpc>
                <a:spcPts val="4200"/>
              </a:lnSpc>
            </a:pPr>
            <a:r>
              <a:rPr lang="en-US" sz="3000" u="sng">
                <a:solidFill>
                  <a:srgbClr val="00A3FF"/>
                </a:solidFill>
                <a:latin typeface="Mina"/>
                <a:ea typeface="Mina"/>
                <a:cs typeface="Mina"/>
                <a:sym typeface="Mina"/>
                <a:hlinkClick r:id="rId5" tooltip="https://www.ibm.com/docs/pt-br/dmrt/9.5?topic=diagrams-interaction-overview"/>
              </a:rPr>
              <a:t>https://www.ibm.com/docs/pt-br/dmrt/9.5?topic=diagrams-interaction-overview</a:t>
            </a:r>
          </a:p>
          <a:p>
            <a:pPr algn="l">
              <a:lnSpc>
                <a:spcPts val="4200"/>
              </a:lnSpc>
            </a:pPr>
            <a:endParaRPr lang="en-US" sz="3000" u="sng">
              <a:solidFill>
                <a:srgbClr val="00A3FF"/>
              </a:solidFill>
              <a:latin typeface="Mina"/>
              <a:ea typeface="Mina"/>
              <a:cs typeface="Mina"/>
              <a:sym typeface="Mina"/>
              <a:hlinkClick r:id="rId5" tooltip="https://www.ibm.com/docs/pt-br/dmrt/9.5?topic=diagrams-interaction-overview"/>
            </a:endParaRPr>
          </a:p>
          <a:p>
            <a:pPr algn="l">
              <a:lnSpc>
                <a:spcPts val="4200"/>
              </a:lnSpc>
            </a:pPr>
            <a:r>
              <a:rPr lang="en-US" sz="3000" u="sng">
                <a:solidFill>
                  <a:srgbClr val="00A3FF"/>
                </a:solidFill>
                <a:latin typeface="Mina"/>
                <a:ea typeface="Mina"/>
                <a:cs typeface="Mina"/>
                <a:sym typeface="Mina"/>
                <a:hlinkClick r:id="rId6" tooltip="https://miro.com/pt/diagrama/diagrama-visao-geral-interacao/#relacionamento-com-diagramas-de-sequência-e-comunicação"/>
              </a:rPr>
              <a:t>https://miro.com/pt/diagrama/diagrama-visao-geral-interacao/#relacionamento-com-diagramas-de-sequência-e-comunicação</a:t>
            </a:r>
          </a:p>
          <a:p>
            <a:pPr algn="l">
              <a:lnSpc>
                <a:spcPts val="4200"/>
              </a:lnSpc>
            </a:pPr>
            <a:r>
              <a:rPr lang="en-US" sz="3000">
                <a:solidFill>
                  <a:srgbClr val="00A3FF"/>
                </a:solidFill>
                <a:latin typeface="Mina"/>
                <a:ea typeface="Mina"/>
                <a:cs typeface="Mina"/>
                <a:sym typeface="Mina"/>
              </a:rPr>
              <a:t> </a:t>
            </a:r>
          </a:p>
          <a:p>
            <a:pPr algn="l">
              <a:lnSpc>
                <a:spcPts val="4200"/>
              </a:lnSpc>
            </a:pPr>
            <a:r>
              <a:rPr lang="en-US" sz="3000" u="sng">
                <a:solidFill>
                  <a:srgbClr val="00A3FF"/>
                </a:solidFill>
                <a:latin typeface="Mina"/>
                <a:ea typeface="Mina"/>
                <a:cs typeface="Mina"/>
                <a:sym typeface="Mina"/>
                <a:hlinkClick r:id="rId7" tooltip="https://www.lucidchart.com/pages/pt/diagrama-de-interacao-uml#:~:text=Os%20diagramas%20de%20intera%C3%A7%C3%A3o%20podem%20ser%20implementados%20em%20diversos%20cen%C3%A1rios,de%20um%20sistema%20ou%20processo"/>
              </a:rPr>
              <a:t>https://www.lucidchart.com/pages/pt/diagrama-de-interacao-uml#:~:text=Os%20diagramas%20de%20intera%C3%A7%C3%A3o%20podem%20ser%20implementados%20em%20diversos%20cen%C3%A1rios,de%20um%20sistema%20ou%20processo</a:t>
            </a:r>
            <a:r>
              <a:rPr lang="en-US" sz="3000">
                <a:solidFill>
                  <a:srgbClr val="00A3FF"/>
                </a:solidFill>
                <a:latin typeface="Mina"/>
                <a:ea typeface="Mina"/>
                <a:cs typeface="Mina"/>
                <a:sym typeface="Mina"/>
              </a:rPr>
              <a:t>.</a:t>
            </a:r>
          </a:p>
          <a:p>
            <a:pPr algn="l">
              <a:lnSpc>
                <a:spcPts val="4200"/>
              </a:lnSpc>
            </a:pPr>
            <a:endParaRPr lang="en-US" sz="3000">
              <a:solidFill>
                <a:srgbClr val="00A3FF"/>
              </a:solidFill>
              <a:latin typeface="Mina"/>
              <a:ea typeface="Mina"/>
              <a:cs typeface="Mina"/>
              <a:sym typeface="Mina"/>
            </a:endParaRPr>
          </a:p>
          <a:p>
            <a:pPr algn="l">
              <a:lnSpc>
                <a:spcPts val="4200"/>
              </a:lnSpc>
            </a:pPr>
            <a:r>
              <a:rPr lang="en-US" sz="3000" u="sng">
                <a:solidFill>
                  <a:srgbClr val="00A3FF"/>
                </a:solidFill>
                <a:latin typeface="Mina"/>
                <a:ea typeface="Mina"/>
                <a:cs typeface="Mina"/>
                <a:sym typeface="Mina"/>
                <a:hlinkClick r:id="rId8" tooltip="https://edrawmax.wondershare.com/uml-diagram/examples.html"/>
              </a:rPr>
              <a:t>https://edrawmax.wondershare.com/uml-diagram/examples.html</a:t>
            </a:r>
          </a:p>
          <a:p>
            <a:pPr algn="l">
              <a:lnSpc>
                <a:spcPts val="4200"/>
              </a:lnSpc>
            </a:pPr>
            <a:endParaRPr lang="en-US" sz="3000" u="sng">
              <a:solidFill>
                <a:srgbClr val="00A3FF"/>
              </a:solidFill>
              <a:latin typeface="Mina"/>
              <a:ea typeface="Mina"/>
              <a:cs typeface="Mina"/>
              <a:sym typeface="Mina"/>
              <a:hlinkClick r:id="rId8" tooltip="https://edrawmax.wondershare.com/uml-diagram/examples.html"/>
            </a:endParaRPr>
          </a:p>
          <a:p>
            <a:pPr algn="l">
              <a:lnSpc>
                <a:spcPts val="4200"/>
              </a:lnSpc>
            </a:pPr>
            <a:r>
              <a:rPr lang="en-US" sz="3000" u="sng">
                <a:solidFill>
                  <a:srgbClr val="00A3FF"/>
                </a:solidFill>
                <a:latin typeface="Mina"/>
                <a:ea typeface="Mina"/>
                <a:cs typeface="Mina"/>
                <a:sym typeface="Mina"/>
                <a:hlinkClick r:id="rId9" tooltip="https://youtu.be/2aE9NYZQHYk"/>
              </a:rPr>
              <a:t>https://youtu.be/2aE9NYZQHYk</a:t>
            </a:r>
          </a:p>
          <a:p>
            <a:pPr algn="l">
              <a:lnSpc>
                <a:spcPts val="4200"/>
              </a:lnSpc>
            </a:pPr>
            <a:endParaRPr lang="en-US" sz="3000" u="sng">
              <a:solidFill>
                <a:srgbClr val="00A3FF"/>
              </a:solidFill>
              <a:latin typeface="Mina"/>
              <a:ea typeface="Mina"/>
              <a:cs typeface="Mina"/>
              <a:sym typeface="Mina"/>
              <a:hlinkClick r:id="rId9" tooltip="https://youtu.be/2aE9NYZQHYk"/>
            </a:endParaRPr>
          </a:p>
          <a:p>
            <a:pPr algn="l">
              <a:lnSpc>
                <a:spcPts val="4200"/>
              </a:lnSpc>
            </a:pPr>
            <a:r>
              <a:rPr lang="en-US" sz="3000" u="sng">
                <a:solidFill>
                  <a:srgbClr val="00A3FF"/>
                </a:solidFill>
                <a:latin typeface="Mina"/>
                <a:ea typeface="Mina"/>
                <a:cs typeface="Mina"/>
                <a:sym typeface="Mina"/>
                <a:hlinkClick r:id="rId10" tooltip="https://www.youtube.com/watch?v=zzAQHa_PyPw&amp;t=1s"/>
              </a:rPr>
              <a:t>https://www.youtube.com/watch?v=zzAQHa_PyPw&amp;t=1s</a:t>
            </a:r>
          </a:p>
          <a:p>
            <a:pPr algn="l">
              <a:lnSpc>
                <a:spcPts val="4200"/>
              </a:lnSpc>
            </a:pPr>
            <a:endParaRPr lang="en-US" sz="3000" u="sng">
              <a:solidFill>
                <a:srgbClr val="00A3FF"/>
              </a:solidFill>
              <a:latin typeface="Mina"/>
              <a:ea typeface="Mina"/>
              <a:cs typeface="Mina"/>
              <a:sym typeface="Mina"/>
              <a:hlinkClick r:id="rId10" tooltip="https://www.youtube.com/watch?v=zzAQHa_PyPw&amp;t=1s"/>
            </a:endParaRPr>
          </a:p>
          <a:p>
            <a:pPr algn="l">
              <a:lnSpc>
                <a:spcPts val="4200"/>
              </a:lnSpc>
            </a:pPr>
            <a:r>
              <a:rPr lang="en-US" sz="3000" u="sng">
                <a:solidFill>
                  <a:srgbClr val="00A3FF"/>
                </a:solidFill>
                <a:latin typeface="Mina"/>
                <a:ea typeface="Mina"/>
                <a:cs typeface="Mina"/>
                <a:sym typeface="Mina"/>
              </a:rPr>
              <a:t>https://www.lucidchart.com/pages/pt/diagrama-de-caso-de-uso-uml</a:t>
            </a:r>
          </a:p>
          <a:p>
            <a:pPr algn="l">
              <a:lnSpc>
                <a:spcPts val="4200"/>
              </a:lnSpc>
              <a:spcBef>
                <a:spcPct val="0"/>
              </a:spcBef>
            </a:pPr>
            <a:endParaRPr lang="en-US" sz="3000" u="sng">
              <a:solidFill>
                <a:srgbClr val="00A3FF"/>
              </a:solidFill>
              <a:latin typeface="Mina"/>
              <a:ea typeface="Mina"/>
              <a:cs typeface="Mina"/>
              <a:sym typeface="Mina"/>
            </a:endParaRPr>
          </a:p>
        </p:txBody>
      </p:sp>
      <p:sp>
        <p:nvSpPr>
          <p:cNvPr id="4" name="TextBox 4"/>
          <p:cNvSpPr txBox="1"/>
          <p:nvPr/>
        </p:nvSpPr>
        <p:spPr>
          <a:xfrm>
            <a:off x="0" y="-42169"/>
            <a:ext cx="1519348" cy="9815194"/>
          </a:xfrm>
          <a:prstGeom prst="rect">
            <a:avLst/>
          </a:prstGeom>
        </p:spPr>
        <p:txBody>
          <a:bodyPr lIns="0" tIns="0" rIns="0" bIns="0" rtlCol="0" anchor="t">
            <a:spAutoFit/>
          </a:bodyPr>
          <a:lstStyle/>
          <a:p>
            <a:pPr algn="ctr">
              <a:lnSpc>
                <a:spcPts val="12880"/>
              </a:lnSpc>
            </a:pPr>
            <a:r>
              <a:rPr lang="en-US" sz="9200">
                <a:solidFill>
                  <a:srgbClr val="FFFFFF"/>
                </a:solidFill>
                <a:latin typeface="Horizon"/>
                <a:ea typeface="Horizon"/>
                <a:cs typeface="Horizon"/>
                <a:sym typeface="Horizon"/>
              </a:rPr>
              <a:t>FONTES</a:t>
            </a:r>
          </a:p>
        </p:txBody>
      </p:sp>
      <p:grpSp>
        <p:nvGrpSpPr>
          <p:cNvPr id="5" name="Group 5"/>
          <p:cNvGrpSpPr/>
          <p:nvPr/>
        </p:nvGrpSpPr>
        <p:grpSpPr>
          <a:xfrm rot="-10800000">
            <a:off x="1471402" y="0"/>
            <a:ext cx="47946" cy="10287000"/>
            <a:chOff x="0" y="0"/>
            <a:chExt cx="12628" cy="2709333"/>
          </a:xfrm>
        </p:grpSpPr>
        <p:sp>
          <p:nvSpPr>
            <p:cNvPr id="6" name="Freeform 6"/>
            <p:cNvSpPr/>
            <p:nvPr/>
          </p:nvSpPr>
          <p:spPr>
            <a:xfrm>
              <a:off x="0" y="0"/>
              <a:ext cx="12628" cy="2709333"/>
            </a:xfrm>
            <a:custGeom>
              <a:avLst/>
              <a:gdLst/>
              <a:ahLst/>
              <a:cxnLst/>
              <a:rect l="l" t="t" r="r" b="b"/>
              <a:pathLst>
                <a:path w="12628" h="2709333">
                  <a:moveTo>
                    <a:pt x="6314" y="0"/>
                  </a:moveTo>
                  <a:lnTo>
                    <a:pt x="6314" y="0"/>
                  </a:lnTo>
                  <a:cubicBezTo>
                    <a:pt x="9801" y="0"/>
                    <a:pt x="12628" y="2827"/>
                    <a:pt x="12628" y="6314"/>
                  </a:cubicBezTo>
                  <a:lnTo>
                    <a:pt x="12628" y="2703020"/>
                  </a:lnTo>
                  <a:cubicBezTo>
                    <a:pt x="12628" y="2706507"/>
                    <a:pt x="9801" y="2709333"/>
                    <a:pt x="6314" y="2709333"/>
                  </a:cubicBezTo>
                  <a:lnTo>
                    <a:pt x="6314" y="2709333"/>
                  </a:lnTo>
                  <a:cubicBezTo>
                    <a:pt x="2827" y="2709333"/>
                    <a:pt x="0" y="2706507"/>
                    <a:pt x="0" y="2703020"/>
                  </a:cubicBezTo>
                  <a:lnTo>
                    <a:pt x="0" y="6314"/>
                  </a:lnTo>
                  <a:cubicBezTo>
                    <a:pt x="0" y="2827"/>
                    <a:pt x="2827" y="0"/>
                    <a:pt x="6314" y="0"/>
                  </a:cubicBezTo>
                  <a:close/>
                </a:path>
              </a:pathLst>
            </a:custGeom>
            <a:solidFill>
              <a:srgbClr val="FFFFFF"/>
            </a:solidFill>
          </p:spPr>
        </p:sp>
        <p:sp>
          <p:nvSpPr>
            <p:cNvPr id="7" name="TextBox 7"/>
            <p:cNvSpPr txBox="1"/>
            <p:nvPr/>
          </p:nvSpPr>
          <p:spPr>
            <a:xfrm>
              <a:off x="0" y="-38100"/>
              <a:ext cx="12628" cy="2747433"/>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3D534C94BE7ACC4B82DB0C57D8B917FB" ma:contentTypeVersion="5" ma:contentTypeDescription="Crie um novo documento." ma:contentTypeScope="" ma:versionID="62a2c0150b63379dfc6dc29281e4e6f5">
  <xsd:schema xmlns:xsd="http://www.w3.org/2001/XMLSchema" xmlns:xs="http://www.w3.org/2001/XMLSchema" xmlns:p="http://schemas.microsoft.com/office/2006/metadata/properties" xmlns:ns2="c71b2e08-5f48-4826-b3b9-729c518ea3db" targetNamespace="http://schemas.microsoft.com/office/2006/metadata/properties" ma:root="true" ma:fieldsID="e31b8c47eae556db8a51ed9dd6ca2eeb" ns2:_="">
    <xsd:import namespace="c71b2e08-5f48-4826-b3b9-729c518ea3db"/>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1b2e08-5f48-4826-b3b9-729c518ea3db"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E3ABC5-5D78-459D-94E6-2EBBC98B93B4}">
  <ds:schemaRefs>
    <ds:schemaRef ds:uri="http://schemas.microsoft.com/sharepoint/v3/contenttype/forms"/>
  </ds:schemaRefs>
</ds:datastoreItem>
</file>

<file path=customXml/itemProps2.xml><?xml version="1.0" encoding="utf-8"?>
<ds:datastoreItem xmlns:ds="http://schemas.openxmlformats.org/officeDocument/2006/customXml" ds:itemID="{1CA64721-BFFA-4F67-8C82-61B49CDFBE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1b2e08-5f48-4826-b3b9-729c518ea3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Personalizados</PresentationFormat>
  <Paragraphs>0</Paragraphs>
  <Slides>29</Slides>
  <Notes>0</Notes>
  <HiddenSlides>0</HiddenSlides>
  <MMClips>0</MMClips>
  <ScaleCrop>false</ScaleCrop>
  <HeadingPairs>
    <vt:vector size="4" baseType="variant">
      <vt:variant>
        <vt:lpstr>Tema</vt:lpstr>
      </vt:variant>
      <vt:variant>
        <vt:i4>1</vt:i4>
      </vt:variant>
      <vt:variant>
        <vt:lpstr>Títulos dos diapositivos</vt:lpstr>
      </vt:variant>
      <vt:variant>
        <vt:i4>29</vt:i4>
      </vt:variant>
    </vt:vector>
  </HeadingPairs>
  <TitlesOfParts>
    <vt:vector size="30" baseType="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Diagramas de</dc:title>
  <cp:revision>99</cp:revision>
  <dcterms:created xsi:type="dcterms:W3CDTF">2006-08-16T00:00:00Z</dcterms:created>
  <dcterms:modified xsi:type="dcterms:W3CDTF">2024-08-14T00:10:05Z</dcterms:modified>
  <dc:identifier>DAGM56buE5M</dc:identifier>
</cp:coreProperties>
</file>