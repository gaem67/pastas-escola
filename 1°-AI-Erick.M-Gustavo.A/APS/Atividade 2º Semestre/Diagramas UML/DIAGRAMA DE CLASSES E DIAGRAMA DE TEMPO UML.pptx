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Antonio Bold" charset="1" panose="02000803000000000000"/>
      <p:regular r:id="rId30"/>
    </p:embeddedFont>
    <p:embeddedFont>
      <p:font typeface="Open Sauce Bold" charset="1" panose="00000800000000000000"/>
      <p:regular r:id="rId31"/>
    </p:embeddedFont>
    <p:embeddedFont>
      <p:font typeface="Gagalin" charset="1" panose="00000500000000000000"/>
      <p:regular r:id="rId32"/>
    </p:embeddedFont>
    <p:embeddedFont>
      <p:font typeface="Antonio" charset="1" panose="02000503000000000000"/>
      <p:regular r:id="rId33"/>
    </p:embeddedFont>
    <p:embeddedFont>
      <p:font typeface="Open Sans" charset="1" panose="020B0606030504020204"/>
      <p:regular r:id="rId34"/>
    </p:embeddedFont>
    <p:embeddedFont>
      <p:font typeface="Libre Baskerville Bold" charset="1" panose="02000000000000000000"/>
      <p:regular r:id="rId35"/>
    </p:embeddedFont>
    <p:embeddedFont>
      <p:font typeface="League Spartan" charset="1" panose="00000800000000000000"/>
      <p:regular r:id="rId36"/>
    </p:embeddedFont>
    <p:embeddedFont>
      <p:font typeface="Open Sans Bold" charset="1" panose="020B0806030504020204"/>
      <p:regular r:id="rId37"/>
    </p:embeddedFont>
    <p:embeddedFont>
      <p:font typeface="HK Grotesk Bold" charset="1" panose="00000800000000000000"/>
      <p:regular r:id="rId38"/>
    </p:embeddedFont>
    <p:embeddedFont>
      <p:font typeface="Arimo" charset="1" panose="020B0604020202020204"/>
      <p:regular r:id="rId39"/>
    </p:embeddedFont>
    <p:embeddedFont>
      <p:font typeface="Libre Baskerville" charset="1" panose="02000000000000000000"/>
      <p:regular r:id="rId40"/>
    </p:embeddedFont>
    <p:embeddedFont>
      <p:font typeface="HK Grotesk" charset="1" panose="000005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39.fntdata"/><Relationship Id="rId21" Type="http://schemas.openxmlformats.org/officeDocument/2006/relationships/slide" Target="slides/slide16.xml"/><Relationship Id="rId34" Type="http://schemas.openxmlformats.org/officeDocument/2006/relationships/font" Target="fonts/font34.fntdata"/><Relationship Id="rId42" Type="http://schemas.openxmlformats.org/officeDocument/2006/relationships/customXml" Target="../customXml/item1.xml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font" Target="fonts/font41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32.fntdata"/><Relationship Id="rId37" Type="http://schemas.openxmlformats.org/officeDocument/2006/relationships/font" Target="fonts/font37.fntdata"/><Relationship Id="rId40" Type="http://schemas.openxmlformats.org/officeDocument/2006/relationships/font" Target="fonts/font40.fntdata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36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31.fntdata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font" Target="fonts/font30.fntdata"/><Relationship Id="rId35" Type="http://schemas.openxmlformats.org/officeDocument/2006/relationships/font" Target="fonts/font35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43" Type="http://schemas.openxmlformats.org/officeDocument/2006/relationships/customXml" Target="../customXml/item2.xml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33.fntdata"/><Relationship Id="rId38" Type="http://schemas.openxmlformats.org/officeDocument/2006/relationships/font" Target="fonts/font38.fntdata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28.png" Type="http://schemas.openxmlformats.org/officeDocument/2006/relationships/image"/><Relationship Id="rId19" Target="../media/image29.png" Type="http://schemas.openxmlformats.org/officeDocument/2006/relationships/image"/><Relationship Id="rId2" Target="../media/image12.png" Type="http://schemas.openxmlformats.org/officeDocument/2006/relationships/image"/><Relationship Id="rId20" Target="../media/image30.sv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43.png" Type="http://schemas.openxmlformats.org/officeDocument/2006/relationships/image"/><Relationship Id="rId17" Target="../media/image44.svg" Type="http://schemas.openxmlformats.org/officeDocument/2006/relationships/image"/><Relationship Id="rId18" Target="../media/image45.png" Type="http://schemas.openxmlformats.org/officeDocument/2006/relationships/image"/><Relationship Id="rId19" Target="../media/image46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12" Target="../media/image57.svg" Type="http://schemas.openxmlformats.org/officeDocument/2006/relationships/image"/><Relationship Id="rId13" Target="../media/image58.png" Type="http://schemas.openxmlformats.org/officeDocument/2006/relationships/image"/><Relationship Id="rId14" Target="../media/image59.svg" Type="http://schemas.openxmlformats.org/officeDocument/2006/relationships/image"/><Relationship Id="rId15" Target="../media/image60.png" Type="http://schemas.openxmlformats.org/officeDocument/2006/relationships/image"/><Relationship Id="rId16" Target="../media/image61.svg" Type="http://schemas.openxmlformats.org/officeDocument/2006/relationships/image"/><Relationship Id="rId17" Target="../media/image62.png" Type="http://schemas.openxmlformats.org/officeDocument/2006/relationships/image"/><Relationship Id="rId18" Target="../media/image63.svg" Type="http://schemas.openxmlformats.org/officeDocument/2006/relationships/image"/><Relationship Id="rId19" Target="../media/image5.png" Type="http://schemas.openxmlformats.org/officeDocument/2006/relationships/image"/><Relationship Id="rId2" Target="../media/image47.png" Type="http://schemas.openxmlformats.org/officeDocument/2006/relationships/image"/><Relationship Id="rId20" Target="../media/image6.sv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svg" Type="http://schemas.openxmlformats.org/officeDocument/2006/relationships/image"/><Relationship Id="rId12" Target="../media/image70.png" Type="http://schemas.openxmlformats.org/officeDocument/2006/relationships/image"/><Relationship Id="rId13" Target="../media/image71.svg" Type="http://schemas.openxmlformats.org/officeDocument/2006/relationships/image"/><Relationship Id="rId14" Target="../media/image72.png" Type="http://schemas.openxmlformats.org/officeDocument/2006/relationships/image"/><Relationship Id="rId15" Target="../media/image73.svg" Type="http://schemas.openxmlformats.org/officeDocument/2006/relationships/image"/><Relationship Id="rId16" Target="../media/image74.png" Type="http://schemas.openxmlformats.org/officeDocument/2006/relationships/image"/><Relationship Id="rId17" Target="../media/image75.svg" Type="http://schemas.openxmlformats.org/officeDocument/2006/relationships/image"/><Relationship Id="rId18" Target="../media/image76.png" Type="http://schemas.openxmlformats.org/officeDocument/2006/relationships/image"/><Relationship Id="rId19" Target="../media/image77.svg" Type="http://schemas.openxmlformats.org/officeDocument/2006/relationships/image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svg" Type="http://schemas.openxmlformats.org/officeDocument/2006/relationships/image"/><Relationship Id="rId2" Target="../media/image78.png" Type="http://schemas.openxmlformats.org/officeDocument/2006/relationships/image"/><Relationship Id="rId3" Target="../media/image79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80.jpe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3.pn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88.png" Type="http://schemas.openxmlformats.org/officeDocument/2006/relationships/image"/><Relationship Id="rId8" Target="../media/image8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0.png" Type="http://schemas.openxmlformats.org/officeDocument/2006/relationships/image"/><Relationship Id="rId3" Target="../media/image91.png" Type="http://schemas.openxmlformats.org/officeDocument/2006/relationships/image"/><Relationship Id="rId4" Target="../media/image9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3.png" Type="http://schemas.openxmlformats.org/officeDocument/2006/relationships/image"/><Relationship Id="rId3" Target="../media/image9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png" Type="http://schemas.openxmlformats.org/officeDocument/2006/relationships/image"/><Relationship Id="rId4" Target="../media/image9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svg" Type="http://schemas.openxmlformats.org/officeDocument/2006/relationships/image"/><Relationship Id="rId2" Target="../media/image98.jpeg" Type="http://schemas.openxmlformats.org/officeDocument/2006/relationships/image"/><Relationship Id="rId3" Target="../media/image99.png" Type="http://schemas.openxmlformats.org/officeDocument/2006/relationships/image"/><Relationship Id="rId4" Target="../media/image100.svg" Type="http://schemas.openxmlformats.org/officeDocument/2006/relationships/image"/><Relationship Id="rId5" Target="../media/image101.png" Type="http://schemas.openxmlformats.org/officeDocument/2006/relationships/image"/><Relationship Id="rId6" Target="../media/image102.svg" Type="http://schemas.openxmlformats.org/officeDocument/2006/relationships/image"/><Relationship Id="rId7" Target="../media/image103.png" Type="http://schemas.openxmlformats.org/officeDocument/2006/relationships/image"/><Relationship Id="rId8" Target="../media/image104.sv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7.jpeg" Type="http://schemas.openxmlformats.org/officeDocument/2006/relationships/image"/><Relationship Id="rId3" Target="../media/image108.png" Type="http://schemas.openxmlformats.org/officeDocument/2006/relationships/image"/><Relationship Id="rId4" Target="../media/image109.svg" Type="http://schemas.openxmlformats.org/officeDocument/2006/relationships/image"/><Relationship Id="rId5" Target="../media/image110.png" Type="http://schemas.openxmlformats.org/officeDocument/2006/relationships/image"/><Relationship Id="rId6" Target="../media/image111.svg" Type="http://schemas.openxmlformats.org/officeDocument/2006/relationships/image"/><Relationship Id="rId7" Target="../media/image112.png" Type="http://schemas.openxmlformats.org/officeDocument/2006/relationships/image"/><Relationship Id="rId8" Target="../media/image1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4.png" Type="http://schemas.openxmlformats.org/officeDocument/2006/relationships/image"/><Relationship Id="rId3" Target="../media/image115.svg" Type="http://schemas.openxmlformats.org/officeDocument/2006/relationships/image"/><Relationship Id="rId4" Target="../media/image116.jpeg" Type="http://schemas.openxmlformats.org/officeDocument/2006/relationships/image"/><Relationship Id="rId5" Target="../media/image117.png" Type="http://schemas.openxmlformats.org/officeDocument/2006/relationships/image"/><Relationship Id="rId6" Target="../media/image11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1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124.png" Type="http://schemas.openxmlformats.org/officeDocument/2006/relationships/image"/><Relationship Id="rId13" Target="../media/image20.png" Type="http://schemas.openxmlformats.org/officeDocument/2006/relationships/image"/><Relationship Id="rId14" Target="../media/image21.svg" Type="http://schemas.openxmlformats.org/officeDocument/2006/relationships/image"/><Relationship Id="rId15" Target="../media/image5.png" Type="http://schemas.openxmlformats.org/officeDocument/2006/relationships/image"/><Relationship Id="rId16" Target="../media/image6.svg" Type="http://schemas.openxmlformats.org/officeDocument/2006/relationships/image"/><Relationship Id="rId2" Target="../media/image120.png" Type="http://schemas.openxmlformats.org/officeDocument/2006/relationships/image"/><Relationship Id="rId3" Target="../media/image121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122.png" Type="http://schemas.openxmlformats.org/officeDocument/2006/relationships/image"/><Relationship Id="rId7" Target="../media/image123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2.png" Type="http://schemas.openxmlformats.org/officeDocument/2006/relationships/image"/><Relationship Id="rId3" Target="../media/image123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127.jpeg" Type="http://schemas.openxmlformats.org/officeDocument/2006/relationships/image"/><Relationship Id="rId7" Target="../media/image128.png" Type="http://schemas.openxmlformats.org/officeDocument/2006/relationships/image"/><Relationship Id="rId8" Target="../media/image12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130.png" Type="http://schemas.openxmlformats.org/officeDocument/2006/relationships/image"/><Relationship Id="rId7" Target="../media/image13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4.png" Type="http://schemas.openxmlformats.org/officeDocument/2006/relationships/image"/><Relationship Id="rId11" Target="../media/image135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136.png" Type="http://schemas.openxmlformats.org/officeDocument/2006/relationships/image"/><Relationship Id="rId15" Target="../media/image137.svg" Type="http://schemas.openxmlformats.org/officeDocument/2006/relationships/image"/><Relationship Id="rId16" Target="../media/image138.png" Type="http://schemas.openxmlformats.org/officeDocument/2006/relationships/image"/><Relationship Id="rId17" Target="../media/image139.svg" Type="http://schemas.openxmlformats.org/officeDocument/2006/relationships/image"/><Relationship Id="rId18" Target="../media/image140.png" Type="http://schemas.openxmlformats.org/officeDocument/2006/relationships/image"/><Relationship Id="rId19" Target="../media/image141.svg" Type="http://schemas.openxmlformats.org/officeDocument/2006/relationships/image"/><Relationship Id="rId2" Target="../media/image49.png" Type="http://schemas.openxmlformats.org/officeDocument/2006/relationships/image"/><Relationship Id="rId20" Target="../media/image142.png" Type="http://schemas.openxmlformats.org/officeDocument/2006/relationships/image"/><Relationship Id="rId21" Target="../media/image143.svg" Type="http://schemas.openxmlformats.org/officeDocument/2006/relationships/image"/><Relationship Id="rId22" Target="../media/image144.png" Type="http://schemas.openxmlformats.org/officeDocument/2006/relationships/image"/><Relationship Id="rId23" Target="../media/image145.svg" Type="http://schemas.openxmlformats.org/officeDocument/2006/relationships/image"/><Relationship Id="rId24" Target="../media/image146.png" Type="http://schemas.openxmlformats.org/officeDocument/2006/relationships/image"/><Relationship Id="rId25" Target="../media/image147.svg" Type="http://schemas.openxmlformats.org/officeDocument/2006/relationships/image"/><Relationship Id="rId26" Target="../media/image35.png" Type="http://schemas.openxmlformats.org/officeDocument/2006/relationships/image"/><Relationship Id="rId27" Target="../media/image36.svg" Type="http://schemas.openxmlformats.org/officeDocument/2006/relationships/image"/><Relationship Id="rId3" Target="../media/image50.svg" Type="http://schemas.openxmlformats.org/officeDocument/2006/relationships/image"/><Relationship Id="rId4" Target="../media/image132.png" Type="http://schemas.openxmlformats.org/officeDocument/2006/relationships/image"/><Relationship Id="rId5" Target="../media/image133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8.png" Type="http://schemas.openxmlformats.org/officeDocument/2006/relationships/image"/><Relationship Id="rId3" Target="../media/image149.png" Type="http://schemas.openxmlformats.org/officeDocument/2006/relationships/image"/><Relationship Id="rId4" Target="../media/image150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1.png" Type="http://schemas.openxmlformats.org/officeDocument/2006/relationships/image"/><Relationship Id="rId3" Target="../media/image152.svg" Type="http://schemas.openxmlformats.org/officeDocument/2006/relationships/image"/><Relationship Id="rId4" Target="../media/image153.png" Type="http://schemas.openxmlformats.org/officeDocument/2006/relationships/image"/><Relationship Id="rId5" Target="../media/image15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9.png" Type="http://schemas.openxmlformats.org/officeDocument/2006/relationships/image"/><Relationship Id="rId11" Target="../media/image160.svg" Type="http://schemas.openxmlformats.org/officeDocument/2006/relationships/image"/><Relationship Id="rId12" Target="../media/image161.png" Type="http://schemas.openxmlformats.org/officeDocument/2006/relationships/image"/><Relationship Id="rId13" Target="../media/image162.svg" Type="http://schemas.openxmlformats.org/officeDocument/2006/relationships/image"/><Relationship Id="rId2" Target="../media/image155.png" Type="http://schemas.openxmlformats.org/officeDocument/2006/relationships/image"/><Relationship Id="rId3" Target="../media/image156.svg" Type="http://schemas.openxmlformats.org/officeDocument/2006/relationships/image"/><Relationship Id="rId4" Target="../media/image146.png" Type="http://schemas.openxmlformats.org/officeDocument/2006/relationships/image"/><Relationship Id="rId5" Target="../media/image147.svg" Type="http://schemas.openxmlformats.org/officeDocument/2006/relationships/image"/><Relationship Id="rId6" Target="../media/image157.png" Type="http://schemas.openxmlformats.org/officeDocument/2006/relationships/image"/><Relationship Id="rId7" Target="../media/image158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3.jpeg" Type="http://schemas.openxmlformats.org/officeDocument/2006/relationships/image"/><Relationship Id="rId3" Target="../media/image164.gif" Type="http://schemas.openxmlformats.org/officeDocument/2006/relationships/image"/><Relationship Id="rId4" Target="../media/image165.gif" Type="http://schemas.openxmlformats.org/officeDocument/2006/relationships/image"/><Relationship Id="rId5" Target="../media/image166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88304" y="-1513365"/>
            <a:ext cx="13313729" cy="1331372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-3270436">
            <a:off x="9315878" y="102642"/>
            <a:ext cx="12098771" cy="6654453"/>
            <a:chOff x="0" y="0"/>
            <a:chExt cx="4060919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4022947" cy="2195449"/>
            </a:xfrm>
            <a:custGeom>
              <a:avLst/>
              <a:gdLst/>
              <a:ahLst/>
              <a:cxnLst/>
              <a:rect r="r" b="b" t="t" l="l"/>
              <a:pathLst>
                <a:path h="2195449" w="4022947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F1EEE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0920" cy="2233549"/>
            </a:xfrm>
            <a:custGeom>
              <a:avLst/>
              <a:gdLst/>
              <a:ahLst/>
              <a:cxnLst/>
              <a:rect r="r" b="b" t="t" l="l"/>
              <a:pathLst>
                <a:path h="2233549" w="406092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F1EEEE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668685" y="2890626"/>
            <a:ext cx="8590615" cy="2470752"/>
          </a:xfrm>
          <a:custGeom>
            <a:avLst/>
            <a:gdLst/>
            <a:ahLst/>
            <a:cxnLst/>
            <a:rect r="r" b="b" t="t" l="l"/>
            <a:pathLst>
              <a:path h="2470752" w="8590615">
                <a:moveTo>
                  <a:pt x="0" y="0"/>
                </a:moveTo>
                <a:lnTo>
                  <a:pt x="8590615" y="0"/>
                </a:lnTo>
                <a:lnTo>
                  <a:pt x="8590615" y="2470752"/>
                </a:lnTo>
                <a:lnTo>
                  <a:pt x="0" y="247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008715" y="5708836"/>
            <a:ext cx="3086100" cy="1163067"/>
            <a:chOff x="0" y="0"/>
            <a:chExt cx="812800" cy="3063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06322"/>
            </a:xfrm>
            <a:custGeom>
              <a:avLst/>
              <a:gdLst/>
              <a:ahLst/>
              <a:cxnLst/>
              <a:rect r="r" b="b" t="t" l="l"/>
              <a:pathLst>
                <a:path h="3063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78381"/>
                  </a:lnTo>
                  <a:cubicBezTo>
                    <a:pt x="812800" y="212313"/>
                    <a:pt x="799321" y="244856"/>
                    <a:pt x="775327" y="268849"/>
                  </a:cubicBezTo>
                  <a:cubicBezTo>
                    <a:pt x="751333" y="292843"/>
                    <a:pt x="718791" y="306322"/>
                    <a:pt x="684859" y="306322"/>
                  </a:cubicBezTo>
                  <a:lnTo>
                    <a:pt x="127941" y="306322"/>
                  </a:lnTo>
                  <a:cubicBezTo>
                    <a:pt x="94009" y="306322"/>
                    <a:pt x="61467" y="292843"/>
                    <a:pt x="37473" y="268849"/>
                  </a:cubicBezTo>
                  <a:cubicBezTo>
                    <a:pt x="13479" y="244856"/>
                    <a:pt x="0" y="212313"/>
                    <a:pt x="0" y="178381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334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09049" y="5708836"/>
            <a:ext cx="3086100" cy="1163067"/>
            <a:chOff x="0" y="0"/>
            <a:chExt cx="812800" cy="306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306322"/>
            </a:xfrm>
            <a:custGeom>
              <a:avLst/>
              <a:gdLst/>
              <a:ahLst/>
              <a:cxnLst/>
              <a:rect r="r" b="b" t="t" l="l"/>
              <a:pathLst>
                <a:path h="3063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78381"/>
                  </a:lnTo>
                  <a:cubicBezTo>
                    <a:pt x="812800" y="212313"/>
                    <a:pt x="799321" y="244856"/>
                    <a:pt x="775327" y="268849"/>
                  </a:cubicBezTo>
                  <a:cubicBezTo>
                    <a:pt x="751333" y="292843"/>
                    <a:pt x="718791" y="306322"/>
                    <a:pt x="684859" y="306322"/>
                  </a:cubicBezTo>
                  <a:lnTo>
                    <a:pt x="127941" y="306322"/>
                  </a:lnTo>
                  <a:cubicBezTo>
                    <a:pt x="94009" y="306322"/>
                    <a:pt x="61467" y="292843"/>
                    <a:pt x="37473" y="268849"/>
                  </a:cubicBezTo>
                  <a:cubicBezTo>
                    <a:pt x="13479" y="244856"/>
                    <a:pt x="0" y="212313"/>
                    <a:pt x="0" y="178381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12800" cy="334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09383" y="5704278"/>
            <a:ext cx="3086100" cy="1163067"/>
            <a:chOff x="0" y="0"/>
            <a:chExt cx="812800" cy="3063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306322"/>
            </a:xfrm>
            <a:custGeom>
              <a:avLst/>
              <a:gdLst/>
              <a:ahLst/>
              <a:cxnLst/>
              <a:rect r="r" b="b" t="t" l="l"/>
              <a:pathLst>
                <a:path h="30632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78381"/>
                  </a:lnTo>
                  <a:cubicBezTo>
                    <a:pt x="812800" y="212313"/>
                    <a:pt x="799321" y="244856"/>
                    <a:pt x="775327" y="268849"/>
                  </a:cubicBezTo>
                  <a:cubicBezTo>
                    <a:pt x="751333" y="292843"/>
                    <a:pt x="718791" y="306322"/>
                    <a:pt x="684859" y="306322"/>
                  </a:cubicBezTo>
                  <a:lnTo>
                    <a:pt x="127941" y="306322"/>
                  </a:lnTo>
                  <a:cubicBezTo>
                    <a:pt x="94009" y="306322"/>
                    <a:pt x="61467" y="292843"/>
                    <a:pt x="37473" y="268849"/>
                  </a:cubicBezTo>
                  <a:cubicBezTo>
                    <a:pt x="13479" y="244856"/>
                    <a:pt x="0" y="212313"/>
                    <a:pt x="0" y="178381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12800" cy="334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304193" y="420815"/>
            <a:ext cx="5713473" cy="2126911"/>
            <a:chOff x="0" y="0"/>
            <a:chExt cx="1091703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1703" cy="406400"/>
            </a:xfrm>
            <a:custGeom>
              <a:avLst/>
              <a:gdLst/>
              <a:ahLst/>
              <a:cxnLst/>
              <a:rect r="r" b="b" t="t" l="l"/>
              <a:pathLst>
                <a:path h="406400" w="1091703">
                  <a:moveTo>
                    <a:pt x="888503" y="0"/>
                  </a:moveTo>
                  <a:cubicBezTo>
                    <a:pt x="1000728" y="0"/>
                    <a:pt x="1091703" y="90976"/>
                    <a:pt x="1091703" y="203200"/>
                  </a:cubicBezTo>
                  <a:cubicBezTo>
                    <a:pt x="1091703" y="315424"/>
                    <a:pt x="1000728" y="406400"/>
                    <a:pt x="88850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9170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93515" y="7948640"/>
            <a:ext cx="3963595" cy="881900"/>
          </a:xfrm>
          <a:custGeom>
            <a:avLst/>
            <a:gdLst/>
            <a:ahLst/>
            <a:cxnLst/>
            <a:rect r="r" b="b" t="t" l="l"/>
            <a:pathLst>
              <a:path h="881900" w="3963595">
                <a:moveTo>
                  <a:pt x="0" y="0"/>
                </a:moveTo>
                <a:lnTo>
                  <a:pt x="3963596" y="0"/>
                </a:lnTo>
                <a:lnTo>
                  <a:pt x="3963596" y="881900"/>
                </a:lnTo>
                <a:lnTo>
                  <a:pt x="0" y="881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8700" y="4490016"/>
            <a:ext cx="7231092" cy="479060"/>
          </a:xfrm>
          <a:custGeom>
            <a:avLst/>
            <a:gdLst/>
            <a:ahLst/>
            <a:cxnLst/>
            <a:rect r="r" b="b" t="t" l="l"/>
            <a:pathLst>
              <a:path h="479060" w="7231092">
                <a:moveTo>
                  <a:pt x="0" y="0"/>
                </a:moveTo>
                <a:lnTo>
                  <a:pt x="7231092" y="0"/>
                </a:lnTo>
                <a:lnTo>
                  <a:pt x="7231092" y="479060"/>
                </a:lnTo>
                <a:lnTo>
                  <a:pt x="0" y="4790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28700" y="2495575"/>
            <a:ext cx="8295772" cy="5295851"/>
            <a:chOff x="0" y="0"/>
            <a:chExt cx="11061030" cy="7061134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133350"/>
              <a:ext cx="11061030" cy="570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00"/>
                </a:lnSpc>
              </a:pPr>
              <a:r>
                <a:rPr lang="en-US" sz="15000" spc="-675">
                  <a:solidFill>
                    <a:srgbClr val="000000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DIAGRAMAS UML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5968967"/>
              <a:ext cx="11061030" cy="1092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diagrama de classe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diagrama de tempo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008715" y="0"/>
            <a:ext cx="10457494" cy="10379062"/>
          </a:xfrm>
          <a:custGeom>
            <a:avLst/>
            <a:gdLst/>
            <a:ahLst/>
            <a:cxnLst/>
            <a:rect r="r" b="b" t="t" l="l"/>
            <a:pathLst>
              <a:path h="10379062" w="10457494">
                <a:moveTo>
                  <a:pt x="0" y="0"/>
                </a:moveTo>
                <a:lnTo>
                  <a:pt x="10457494" y="0"/>
                </a:lnTo>
                <a:lnTo>
                  <a:pt x="10457494" y="10379062"/>
                </a:lnTo>
                <a:lnTo>
                  <a:pt x="0" y="10379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0304193" y="9047472"/>
            <a:ext cx="6249979" cy="421657"/>
            <a:chOff x="0" y="0"/>
            <a:chExt cx="1646085" cy="1110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46085" cy="111054"/>
            </a:xfrm>
            <a:custGeom>
              <a:avLst/>
              <a:gdLst/>
              <a:ahLst/>
              <a:cxnLst/>
              <a:rect r="r" b="b" t="t" l="l"/>
              <a:pathLst>
                <a:path h="111054" w="1646085">
                  <a:moveTo>
                    <a:pt x="55527" y="0"/>
                  </a:moveTo>
                  <a:lnTo>
                    <a:pt x="1590558" y="0"/>
                  </a:lnTo>
                  <a:cubicBezTo>
                    <a:pt x="1621225" y="0"/>
                    <a:pt x="1646085" y="24860"/>
                    <a:pt x="1646085" y="55527"/>
                  </a:cubicBezTo>
                  <a:lnTo>
                    <a:pt x="1646085" y="55527"/>
                  </a:lnTo>
                  <a:cubicBezTo>
                    <a:pt x="1646085" y="70253"/>
                    <a:pt x="1640235" y="84377"/>
                    <a:pt x="1629822" y="94790"/>
                  </a:cubicBezTo>
                  <a:cubicBezTo>
                    <a:pt x="1619409" y="105203"/>
                    <a:pt x="1605285" y="111054"/>
                    <a:pt x="1590558" y="111054"/>
                  </a:cubicBezTo>
                  <a:lnTo>
                    <a:pt x="55527" y="111054"/>
                  </a:lnTo>
                  <a:cubicBezTo>
                    <a:pt x="24860" y="111054"/>
                    <a:pt x="0" y="86193"/>
                    <a:pt x="0" y="55527"/>
                  </a:cubicBezTo>
                  <a:lnTo>
                    <a:pt x="0" y="55527"/>
                  </a:lnTo>
                  <a:cubicBezTo>
                    <a:pt x="0" y="24860"/>
                    <a:pt x="24860" y="0"/>
                    <a:pt x="55527" y="0"/>
                  </a:cubicBezTo>
                  <a:close/>
                </a:path>
              </a:pathLst>
            </a:custGeom>
            <a:solidFill>
              <a:srgbClr val="B6D99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646085" cy="139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1101956">
            <a:off x="345591" y="6310891"/>
            <a:ext cx="4747205" cy="2961069"/>
          </a:xfrm>
          <a:custGeom>
            <a:avLst/>
            <a:gdLst/>
            <a:ahLst/>
            <a:cxnLst/>
            <a:rect r="r" b="b" t="t" l="l"/>
            <a:pathLst>
              <a:path h="2961069" w="4747205">
                <a:moveTo>
                  <a:pt x="0" y="0"/>
                </a:moveTo>
                <a:lnTo>
                  <a:pt x="4747205" y="0"/>
                </a:lnTo>
                <a:lnTo>
                  <a:pt x="4747205" y="2961069"/>
                </a:lnTo>
                <a:lnTo>
                  <a:pt x="0" y="29610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93515" y="1467487"/>
            <a:ext cx="7315200" cy="1423139"/>
          </a:xfrm>
          <a:custGeom>
            <a:avLst/>
            <a:gdLst/>
            <a:ahLst/>
            <a:cxnLst/>
            <a:rect r="r" b="b" t="t" l="l"/>
            <a:pathLst>
              <a:path h="1423139" w="7315200">
                <a:moveTo>
                  <a:pt x="0" y="0"/>
                </a:moveTo>
                <a:lnTo>
                  <a:pt x="7315200" y="0"/>
                </a:lnTo>
                <a:lnTo>
                  <a:pt x="7315200" y="1423139"/>
                </a:lnTo>
                <a:lnTo>
                  <a:pt x="0" y="14231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781356" y="5919003"/>
            <a:ext cx="3817784" cy="742733"/>
          </a:xfrm>
          <a:custGeom>
            <a:avLst/>
            <a:gdLst/>
            <a:ahLst/>
            <a:cxnLst/>
            <a:rect r="r" b="b" t="t" l="l"/>
            <a:pathLst>
              <a:path h="742733" w="3817784">
                <a:moveTo>
                  <a:pt x="0" y="0"/>
                </a:moveTo>
                <a:lnTo>
                  <a:pt x="3817784" y="0"/>
                </a:lnTo>
                <a:lnTo>
                  <a:pt x="3817784" y="742732"/>
                </a:lnTo>
                <a:lnTo>
                  <a:pt x="0" y="7427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-307542" y="-265208"/>
            <a:ext cx="8463631" cy="1694595"/>
            <a:chOff x="0" y="0"/>
            <a:chExt cx="2229105" cy="4463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29105" cy="446313"/>
            </a:xfrm>
            <a:custGeom>
              <a:avLst/>
              <a:gdLst/>
              <a:ahLst/>
              <a:cxnLst/>
              <a:rect r="r" b="b" t="t" l="l"/>
              <a:pathLst>
                <a:path h="446313" w="2229105">
                  <a:moveTo>
                    <a:pt x="0" y="0"/>
                  </a:moveTo>
                  <a:lnTo>
                    <a:pt x="2229105" y="0"/>
                  </a:lnTo>
                  <a:lnTo>
                    <a:pt x="2229105" y="446313"/>
                  </a:lnTo>
                  <a:lnTo>
                    <a:pt x="0" y="446313"/>
                  </a:lnTo>
                  <a:close/>
                </a:path>
              </a:pathLst>
            </a:custGeom>
            <a:solidFill>
              <a:srgbClr val="2E6B4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229105" cy="474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512020" y="7830960"/>
            <a:ext cx="2348908" cy="1929956"/>
            <a:chOff x="0" y="0"/>
            <a:chExt cx="618642" cy="50830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8642" cy="508301"/>
            </a:xfrm>
            <a:custGeom>
              <a:avLst/>
              <a:gdLst/>
              <a:ahLst/>
              <a:cxnLst/>
              <a:rect r="r" b="b" t="t" l="l"/>
              <a:pathLst>
                <a:path h="508301" w="618642">
                  <a:moveTo>
                    <a:pt x="0" y="0"/>
                  </a:moveTo>
                  <a:lnTo>
                    <a:pt x="618642" y="0"/>
                  </a:lnTo>
                  <a:lnTo>
                    <a:pt x="618642" y="508301"/>
                  </a:lnTo>
                  <a:lnTo>
                    <a:pt x="0" y="508301"/>
                  </a:lnTo>
                  <a:close/>
                </a:path>
              </a:pathLst>
            </a:custGeom>
            <a:solidFill>
              <a:srgbClr val="28A06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618642" cy="536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5879522" y="7988985"/>
            <a:ext cx="1613904" cy="1613904"/>
          </a:xfrm>
          <a:custGeom>
            <a:avLst/>
            <a:gdLst/>
            <a:ahLst/>
            <a:cxnLst/>
            <a:rect r="r" b="b" t="t" l="l"/>
            <a:pathLst>
              <a:path h="1613904" w="1613904">
                <a:moveTo>
                  <a:pt x="0" y="0"/>
                </a:moveTo>
                <a:lnTo>
                  <a:pt x="1613904" y="0"/>
                </a:lnTo>
                <a:lnTo>
                  <a:pt x="1613904" y="1613904"/>
                </a:lnTo>
                <a:lnTo>
                  <a:pt x="0" y="16139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1617879" y="7574960"/>
            <a:ext cx="3086100" cy="1199052"/>
            <a:chOff x="0" y="0"/>
            <a:chExt cx="812800" cy="315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315800"/>
            </a:xfrm>
            <a:custGeom>
              <a:avLst/>
              <a:gdLst/>
              <a:ahLst/>
              <a:cxnLst/>
              <a:rect r="r" b="b" t="t" l="l"/>
              <a:pathLst>
                <a:path h="315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7859"/>
                  </a:lnTo>
                  <a:cubicBezTo>
                    <a:pt x="812800" y="221791"/>
                    <a:pt x="799321" y="254333"/>
                    <a:pt x="775327" y="278327"/>
                  </a:cubicBezTo>
                  <a:cubicBezTo>
                    <a:pt x="751333" y="302320"/>
                    <a:pt x="718791" y="315800"/>
                    <a:pt x="684859" y="315800"/>
                  </a:cubicBezTo>
                  <a:lnTo>
                    <a:pt x="127941" y="315800"/>
                  </a:lnTo>
                  <a:cubicBezTo>
                    <a:pt x="94009" y="315800"/>
                    <a:pt x="61467" y="302320"/>
                    <a:pt x="37473" y="278327"/>
                  </a:cubicBezTo>
                  <a:cubicBezTo>
                    <a:pt x="13479" y="254333"/>
                    <a:pt x="0" y="221791"/>
                    <a:pt x="0" y="187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812800" cy="344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5505931" y="5833278"/>
            <a:ext cx="8091669" cy="7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6"/>
              </a:lnSpc>
            </a:pPr>
            <a:r>
              <a:rPr lang="en-US" sz="469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dAPHNE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549565" y="596242"/>
            <a:ext cx="3375794" cy="170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ALUNOS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39238" y="4274521"/>
            <a:ext cx="9525" cy="156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grpSp>
        <p:nvGrpSpPr>
          <p:cNvPr name="Group 45" id="45"/>
          <p:cNvGrpSpPr/>
          <p:nvPr/>
        </p:nvGrpSpPr>
        <p:grpSpPr>
          <a:xfrm rot="0">
            <a:off x="14780179" y="7574960"/>
            <a:ext cx="3086100" cy="1199052"/>
            <a:chOff x="0" y="0"/>
            <a:chExt cx="812800" cy="315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315800"/>
            </a:xfrm>
            <a:custGeom>
              <a:avLst/>
              <a:gdLst/>
              <a:ahLst/>
              <a:cxnLst/>
              <a:rect r="r" b="b" t="t" l="l"/>
              <a:pathLst>
                <a:path h="315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7859"/>
                  </a:lnTo>
                  <a:cubicBezTo>
                    <a:pt x="812800" y="221791"/>
                    <a:pt x="799321" y="254333"/>
                    <a:pt x="775327" y="278327"/>
                  </a:cubicBezTo>
                  <a:cubicBezTo>
                    <a:pt x="751333" y="302320"/>
                    <a:pt x="718791" y="315800"/>
                    <a:pt x="684859" y="315800"/>
                  </a:cubicBezTo>
                  <a:lnTo>
                    <a:pt x="127941" y="315800"/>
                  </a:lnTo>
                  <a:cubicBezTo>
                    <a:pt x="94009" y="315800"/>
                    <a:pt x="61467" y="302320"/>
                    <a:pt x="37473" y="278327"/>
                  </a:cubicBezTo>
                  <a:cubicBezTo>
                    <a:pt x="13479" y="254333"/>
                    <a:pt x="0" y="221791"/>
                    <a:pt x="0" y="187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812800" cy="344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99078" y="7537824"/>
            <a:ext cx="3086100" cy="1199052"/>
            <a:chOff x="0" y="0"/>
            <a:chExt cx="812800" cy="315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315800"/>
            </a:xfrm>
            <a:custGeom>
              <a:avLst/>
              <a:gdLst/>
              <a:ahLst/>
              <a:cxnLst/>
              <a:rect r="r" b="b" t="t" l="l"/>
              <a:pathLst>
                <a:path h="315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87859"/>
                  </a:lnTo>
                  <a:cubicBezTo>
                    <a:pt x="812800" y="221791"/>
                    <a:pt x="799321" y="254333"/>
                    <a:pt x="775327" y="278327"/>
                  </a:cubicBezTo>
                  <a:cubicBezTo>
                    <a:pt x="751333" y="302320"/>
                    <a:pt x="718791" y="315800"/>
                    <a:pt x="684859" y="315800"/>
                  </a:cubicBezTo>
                  <a:lnTo>
                    <a:pt x="127941" y="315800"/>
                  </a:lnTo>
                  <a:cubicBezTo>
                    <a:pt x="94009" y="315800"/>
                    <a:pt x="61467" y="302320"/>
                    <a:pt x="37473" y="278327"/>
                  </a:cubicBezTo>
                  <a:cubicBezTo>
                    <a:pt x="13479" y="254333"/>
                    <a:pt x="0" y="221791"/>
                    <a:pt x="0" y="187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812800" cy="344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056904" y="5774715"/>
            <a:ext cx="1990390" cy="88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KAMILA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453598" y="5745779"/>
            <a:ext cx="2302557" cy="88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RICARDO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232954" y="7646214"/>
            <a:ext cx="5218348" cy="88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MATHEUS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208987" y="7696175"/>
            <a:ext cx="1903884" cy="88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HEITOR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365263" y="7646214"/>
            <a:ext cx="2230748" cy="88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GABRIEL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-3104011" y="9097135"/>
            <a:ext cx="8463631" cy="1694595"/>
            <a:chOff x="0" y="0"/>
            <a:chExt cx="2229105" cy="44631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29105" cy="446313"/>
            </a:xfrm>
            <a:custGeom>
              <a:avLst/>
              <a:gdLst/>
              <a:ahLst/>
              <a:cxnLst/>
              <a:rect r="r" b="b" t="t" l="l"/>
              <a:pathLst>
                <a:path h="446313" w="2229105">
                  <a:moveTo>
                    <a:pt x="0" y="0"/>
                  </a:moveTo>
                  <a:lnTo>
                    <a:pt x="2229105" y="0"/>
                  </a:lnTo>
                  <a:lnTo>
                    <a:pt x="2229105" y="446313"/>
                  </a:lnTo>
                  <a:lnTo>
                    <a:pt x="0" y="446313"/>
                  </a:lnTo>
                  <a:close/>
                </a:path>
              </a:pathLst>
            </a:custGeom>
            <a:solidFill>
              <a:srgbClr val="2E6B44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2229105" cy="474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2266" y="4097836"/>
            <a:ext cx="6573893" cy="2395619"/>
            <a:chOff x="0" y="0"/>
            <a:chExt cx="1731396" cy="630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1396" cy="630945"/>
            </a:xfrm>
            <a:custGeom>
              <a:avLst/>
              <a:gdLst/>
              <a:ahLst/>
              <a:cxnLst/>
              <a:rect r="r" b="b" t="t" l="l"/>
              <a:pathLst>
                <a:path h="630945" w="1731396">
                  <a:moveTo>
                    <a:pt x="60062" y="0"/>
                  </a:moveTo>
                  <a:lnTo>
                    <a:pt x="1671334" y="0"/>
                  </a:lnTo>
                  <a:cubicBezTo>
                    <a:pt x="1704505" y="0"/>
                    <a:pt x="1731396" y="26890"/>
                    <a:pt x="1731396" y="60062"/>
                  </a:cubicBezTo>
                  <a:lnTo>
                    <a:pt x="1731396" y="570884"/>
                  </a:lnTo>
                  <a:cubicBezTo>
                    <a:pt x="1731396" y="604055"/>
                    <a:pt x="1704505" y="630945"/>
                    <a:pt x="1671334" y="630945"/>
                  </a:cubicBezTo>
                  <a:lnTo>
                    <a:pt x="60062" y="630945"/>
                  </a:lnTo>
                  <a:cubicBezTo>
                    <a:pt x="44132" y="630945"/>
                    <a:pt x="28855" y="624617"/>
                    <a:pt x="17592" y="613353"/>
                  </a:cubicBezTo>
                  <a:cubicBezTo>
                    <a:pt x="6328" y="602090"/>
                    <a:pt x="0" y="586813"/>
                    <a:pt x="0" y="570884"/>
                  </a:cubicBezTo>
                  <a:lnTo>
                    <a:pt x="0" y="60062"/>
                  </a:lnTo>
                  <a:cubicBezTo>
                    <a:pt x="0" y="44132"/>
                    <a:pt x="6328" y="28855"/>
                    <a:pt x="17592" y="17592"/>
                  </a:cubicBezTo>
                  <a:cubicBezTo>
                    <a:pt x="28855" y="6328"/>
                    <a:pt x="44132" y="0"/>
                    <a:pt x="60062" y="0"/>
                  </a:cubicBezTo>
                  <a:close/>
                </a:path>
              </a:pathLst>
            </a:custGeom>
            <a:solidFill>
              <a:srgbClr val="48B281">
                <a:alpha val="6470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731396" cy="659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65682" y="7026546"/>
            <a:ext cx="6873846" cy="2999483"/>
            <a:chOff x="0" y="0"/>
            <a:chExt cx="1810396" cy="7899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0396" cy="789987"/>
            </a:xfrm>
            <a:custGeom>
              <a:avLst/>
              <a:gdLst/>
              <a:ahLst/>
              <a:cxnLst/>
              <a:rect r="r" b="b" t="t" l="l"/>
              <a:pathLst>
                <a:path h="789987" w="1810396">
                  <a:moveTo>
                    <a:pt x="57441" y="0"/>
                  </a:moveTo>
                  <a:lnTo>
                    <a:pt x="1752955" y="0"/>
                  </a:lnTo>
                  <a:cubicBezTo>
                    <a:pt x="1768189" y="0"/>
                    <a:pt x="1782800" y="6052"/>
                    <a:pt x="1793572" y="16824"/>
                  </a:cubicBezTo>
                  <a:cubicBezTo>
                    <a:pt x="1804344" y="27596"/>
                    <a:pt x="1810396" y="42206"/>
                    <a:pt x="1810396" y="57441"/>
                  </a:cubicBezTo>
                  <a:lnTo>
                    <a:pt x="1810396" y="732547"/>
                  </a:lnTo>
                  <a:cubicBezTo>
                    <a:pt x="1810396" y="764270"/>
                    <a:pt x="1784679" y="789987"/>
                    <a:pt x="1752955" y="789987"/>
                  </a:cubicBezTo>
                  <a:lnTo>
                    <a:pt x="57441" y="789987"/>
                  </a:lnTo>
                  <a:cubicBezTo>
                    <a:pt x="42206" y="789987"/>
                    <a:pt x="27596" y="783936"/>
                    <a:pt x="16824" y="773163"/>
                  </a:cubicBezTo>
                  <a:cubicBezTo>
                    <a:pt x="6052" y="762391"/>
                    <a:pt x="0" y="747781"/>
                    <a:pt x="0" y="732547"/>
                  </a:cubicBezTo>
                  <a:lnTo>
                    <a:pt x="0" y="57441"/>
                  </a:lnTo>
                  <a:cubicBezTo>
                    <a:pt x="0" y="25717"/>
                    <a:pt x="25717" y="0"/>
                    <a:pt x="57441" y="0"/>
                  </a:cubicBezTo>
                  <a:close/>
                </a:path>
              </a:pathLst>
            </a:custGeom>
            <a:solidFill>
              <a:srgbClr val="82D45E">
                <a:alpha val="61961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810396" cy="818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0064" y="95250"/>
            <a:ext cx="8518092" cy="3469186"/>
          </a:xfrm>
          <a:custGeom>
            <a:avLst/>
            <a:gdLst/>
            <a:ahLst/>
            <a:cxnLst/>
            <a:rect r="r" b="b" t="t" l="l"/>
            <a:pathLst>
              <a:path h="3469186" w="8518092">
                <a:moveTo>
                  <a:pt x="0" y="0"/>
                </a:moveTo>
                <a:lnTo>
                  <a:pt x="8518092" y="0"/>
                </a:lnTo>
                <a:lnTo>
                  <a:pt x="8518092" y="3469186"/>
                </a:lnTo>
                <a:lnTo>
                  <a:pt x="0" y="3469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2605" y="6735341"/>
            <a:ext cx="2571004" cy="1902543"/>
          </a:xfrm>
          <a:custGeom>
            <a:avLst/>
            <a:gdLst/>
            <a:ahLst/>
            <a:cxnLst/>
            <a:rect r="r" b="b" t="t" l="l"/>
            <a:pathLst>
              <a:path h="1902543" w="2571004">
                <a:moveTo>
                  <a:pt x="0" y="0"/>
                </a:moveTo>
                <a:lnTo>
                  <a:pt x="2571004" y="0"/>
                </a:lnTo>
                <a:lnTo>
                  <a:pt x="2571004" y="1902543"/>
                </a:lnTo>
                <a:lnTo>
                  <a:pt x="0" y="19025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708787" y="7835589"/>
            <a:ext cx="7077056" cy="1671826"/>
          </a:xfrm>
          <a:custGeom>
            <a:avLst/>
            <a:gdLst/>
            <a:ahLst/>
            <a:cxnLst/>
            <a:rect r="r" b="b" t="t" l="l"/>
            <a:pathLst>
              <a:path h="1671826" w="7077056">
                <a:moveTo>
                  <a:pt x="0" y="0"/>
                </a:moveTo>
                <a:lnTo>
                  <a:pt x="7077057" y="0"/>
                </a:lnTo>
                <a:lnTo>
                  <a:pt x="7077057" y="1671827"/>
                </a:lnTo>
                <a:lnTo>
                  <a:pt x="0" y="1671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6073021"/>
            <a:ext cx="4151051" cy="420435"/>
          </a:xfrm>
          <a:custGeom>
            <a:avLst/>
            <a:gdLst/>
            <a:ahLst/>
            <a:cxnLst/>
            <a:rect r="r" b="b" t="t" l="l"/>
            <a:pathLst>
              <a:path h="420435" w="4151051">
                <a:moveTo>
                  <a:pt x="0" y="0"/>
                </a:moveTo>
                <a:lnTo>
                  <a:pt x="4151051" y="0"/>
                </a:lnTo>
                <a:lnTo>
                  <a:pt x="4151051" y="420435"/>
                </a:lnTo>
                <a:lnTo>
                  <a:pt x="0" y="4204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91694" y="751238"/>
            <a:ext cx="6394567" cy="325542"/>
          </a:xfrm>
          <a:custGeom>
            <a:avLst/>
            <a:gdLst/>
            <a:ahLst/>
            <a:cxnLst/>
            <a:rect r="r" b="b" t="t" l="l"/>
            <a:pathLst>
              <a:path h="325542" w="6394567">
                <a:moveTo>
                  <a:pt x="0" y="0"/>
                </a:moveTo>
                <a:lnTo>
                  <a:pt x="6394567" y="0"/>
                </a:lnTo>
                <a:lnTo>
                  <a:pt x="6394567" y="325542"/>
                </a:lnTo>
                <a:lnTo>
                  <a:pt x="0" y="3255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64733" y="6493456"/>
            <a:ext cx="6394567" cy="325542"/>
          </a:xfrm>
          <a:custGeom>
            <a:avLst/>
            <a:gdLst/>
            <a:ahLst/>
            <a:cxnLst/>
            <a:rect r="r" b="b" t="t" l="l"/>
            <a:pathLst>
              <a:path h="325542" w="6394567">
                <a:moveTo>
                  <a:pt x="0" y="0"/>
                </a:moveTo>
                <a:lnTo>
                  <a:pt x="6394567" y="0"/>
                </a:lnTo>
                <a:lnTo>
                  <a:pt x="6394567" y="325541"/>
                </a:lnTo>
                <a:lnTo>
                  <a:pt x="0" y="3255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37703" y="3934036"/>
            <a:ext cx="1597798" cy="1945568"/>
          </a:xfrm>
          <a:custGeom>
            <a:avLst/>
            <a:gdLst/>
            <a:ahLst/>
            <a:cxnLst/>
            <a:rect r="r" b="b" t="t" l="l"/>
            <a:pathLst>
              <a:path h="1945568" w="1597798">
                <a:moveTo>
                  <a:pt x="0" y="0"/>
                </a:moveTo>
                <a:lnTo>
                  <a:pt x="1597798" y="0"/>
                </a:lnTo>
                <a:lnTo>
                  <a:pt x="1597798" y="1945569"/>
                </a:lnTo>
                <a:lnTo>
                  <a:pt x="0" y="1945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06444" y="7536760"/>
            <a:ext cx="5697000" cy="223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21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Serve para modelar a estrutura de um sistema de software, mostrando as classes, seus atributos, métodos e os relacionamentos entre elas, dessa forma facilita o desing, a comunicação e a documentação do sistema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993896" y="7026546"/>
            <a:ext cx="1597798" cy="1945568"/>
          </a:xfrm>
          <a:custGeom>
            <a:avLst/>
            <a:gdLst/>
            <a:ahLst/>
            <a:cxnLst/>
            <a:rect r="r" b="b" t="t" l="l"/>
            <a:pathLst>
              <a:path h="1945568" w="1597798">
                <a:moveTo>
                  <a:pt x="0" y="0"/>
                </a:moveTo>
                <a:lnTo>
                  <a:pt x="1597798" y="0"/>
                </a:lnTo>
                <a:lnTo>
                  <a:pt x="1597798" y="1945568"/>
                </a:lnTo>
                <a:lnTo>
                  <a:pt x="0" y="19455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2399379" y="8108260"/>
            <a:ext cx="1597798" cy="1945568"/>
          </a:xfrm>
          <a:custGeom>
            <a:avLst/>
            <a:gdLst/>
            <a:ahLst/>
            <a:cxnLst/>
            <a:rect r="r" b="b" t="t" l="l"/>
            <a:pathLst>
              <a:path h="1945568" w="1597798">
                <a:moveTo>
                  <a:pt x="0" y="0"/>
                </a:moveTo>
                <a:lnTo>
                  <a:pt x="1597798" y="0"/>
                </a:lnTo>
                <a:lnTo>
                  <a:pt x="1597798" y="1945568"/>
                </a:lnTo>
                <a:lnTo>
                  <a:pt x="0" y="19455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01510" y="2257549"/>
            <a:ext cx="7315200" cy="917725"/>
          </a:xfrm>
          <a:custGeom>
            <a:avLst/>
            <a:gdLst/>
            <a:ahLst/>
            <a:cxnLst/>
            <a:rect r="r" b="b" t="t" l="l"/>
            <a:pathLst>
              <a:path h="917725" w="7315200">
                <a:moveTo>
                  <a:pt x="0" y="0"/>
                </a:moveTo>
                <a:lnTo>
                  <a:pt x="7315200" y="0"/>
                </a:lnTo>
                <a:lnTo>
                  <a:pt x="7315200" y="917725"/>
                </a:lnTo>
                <a:lnTo>
                  <a:pt x="0" y="9177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6689978" y="3534328"/>
            <a:ext cx="5838813" cy="339713"/>
          </a:xfrm>
          <a:custGeom>
            <a:avLst/>
            <a:gdLst/>
            <a:ahLst/>
            <a:cxnLst/>
            <a:rect r="r" b="b" t="t" l="l"/>
            <a:pathLst>
              <a:path h="339713" w="5838813">
                <a:moveTo>
                  <a:pt x="0" y="0"/>
                </a:moveTo>
                <a:lnTo>
                  <a:pt x="5838813" y="0"/>
                </a:lnTo>
                <a:lnTo>
                  <a:pt x="5838813" y="339713"/>
                </a:lnTo>
                <a:lnTo>
                  <a:pt x="0" y="3397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400000">
            <a:off x="15137524" y="3571015"/>
            <a:ext cx="5296639" cy="308168"/>
          </a:xfrm>
          <a:custGeom>
            <a:avLst/>
            <a:gdLst/>
            <a:ahLst/>
            <a:cxnLst/>
            <a:rect r="r" b="b" t="t" l="l"/>
            <a:pathLst>
              <a:path h="308168" w="5296639">
                <a:moveTo>
                  <a:pt x="0" y="0"/>
                </a:moveTo>
                <a:lnTo>
                  <a:pt x="5296639" y="0"/>
                </a:lnTo>
                <a:lnTo>
                  <a:pt x="5296639" y="308168"/>
                </a:lnTo>
                <a:lnTo>
                  <a:pt x="0" y="30816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758030" y="1166960"/>
            <a:ext cx="7761627" cy="5116278"/>
          </a:xfrm>
          <a:custGeom>
            <a:avLst/>
            <a:gdLst/>
            <a:ahLst/>
            <a:cxnLst/>
            <a:rect r="r" b="b" t="t" l="l"/>
            <a:pathLst>
              <a:path h="5116278" w="7761627">
                <a:moveTo>
                  <a:pt x="0" y="0"/>
                </a:moveTo>
                <a:lnTo>
                  <a:pt x="7761627" y="0"/>
                </a:lnTo>
                <a:lnTo>
                  <a:pt x="7761627" y="5116279"/>
                </a:lnTo>
                <a:lnTo>
                  <a:pt x="0" y="5116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13922676" y="7229362"/>
            <a:ext cx="930867" cy="281587"/>
          </a:xfrm>
          <a:custGeom>
            <a:avLst/>
            <a:gdLst/>
            <a:ahLst/>
            <a:cxnLst/>
            <a:rect r="r" b="b" t="t" l="l"/>
            <a:pathLst>
              <a:path h="281587" w="930867">
                <a:moveTo>
                  <a:pt x="0" y="0"/>
                </a:moveTo>
                <a:lnTo>
                  <a:pt x="930867" y="0"/>
                </a:lnTo>
                <a:lnTo>
                  <a:pt x="930867" y="281588"/>
                </a:lnTo>
                <a:lnTo>
                  <a:pt x="0" y="28158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00129" y="737606"/>
            <a:ext cx="8317963" cy="100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70"/>
              </a:lnSpc>
            </a:pPr>
            <a:r>
              <a:rPr lang="en-US" sz="5836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Diagrama de Classes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4081" y="1944121"/>
            <a:ext cx="5645114" cy="31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4"/>
              </a:lnSpc>
            </a:pPr>
            <a:r>
              <a:rPr lang="en-US" sz="191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UML ( Unfield Modeling Language)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2266" y="4139865"/>
            <a:ext cx="2974226" cy="530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 que é?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2668" y="4613574"/>
            <a:ext cx="5473934" cy="141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4"/>
              </a:lnSpc>
            </a:pPr>
            <a:r>
              <a:rPr lang="en-US" sz="27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 um tipo diagrama UML que descreve a estrutura de um sistema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55696" y="7093531"/>
            <a:ext cx="5274780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Para que serve?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30347" y="8041585"/>
            <a:ext cx="5833938" cy="131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1"/>
              </a:lnSpc>
            </a:pPr>
            <a:r>
              <a:rPr lang="en-US" sz="377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de classe exemplo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91694" y="-9525"/>
            <a:ext cx="547449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Sistema de adoção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5780" y="2143015"/>
            <a:ext cx="4708453" cy="4169121"/>
          </a:xfrm>
          <a:custGeom>
            <a:avLst/>
            <a:gdLst/>
            <a:ahLst/>
            <a:cxnLst/>
            <a:rect r="r" b="b" t="t" l="l"/>
            <a:pathLst>
              <a:path h="4169121" w="4708453">
                <a:moveTo>
                  <a:pt x="0" y="0"/>
                </a:moveTo>
                <a:lnTo>
                  <a:pt x="4708453" y="0"/>
                </a:lnTo>
                <a:lnTo>
                  <a:pt x="4708453" y="4169121"/>
                </a:lnTo>
                <a:lnTo>
                  <a:pt x="0" y="4169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87253" y="1936413"/>
            <a:ext cx="6368699" cy="1522493"/>
            <a:chOff x="0" y="0"/>
            <a:chExt cx="1677353" cy="4009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77353" cy="400986"/>
            </a:xfrm>
            <a:custGeom>
              <a:avLst/>
              <a:gdLst/>
              <a:ahLst/>
              <a:cxnLst/>
              <a:rect r="r" b="b" t="t" l="l"/>
              <a:pathLst>
                <a:path h="400986" w="1677353">
                  <a:moveTo>
                    <a:pt x="0" y="0"/>
                  </a:moveTo>
                  <a:lnTo>
                    <a:pt x="1677353" y="0"/>
                  </a:lnTo>
                  <a:lnTo>
                    <a:pt x="1677353" y="400986"/>
                  </a:lnTo>
                  <a:lnTo>
                    <a:pt x="0" y="400986"/>
                  </a:lnTo>
                  <a:close/>
                </a:path>
              </a:pathLst>
            </a:custGeom>
            <a:solidFill>
              <a:srgbClr val="96CF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677353" cy="429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87253" y="4067092"/>
            <a:ext cx="6538292" cy="2152816"/>
            <a:chOff x="0" y="0"/>
            <a:chExt cx="1722019" cy="566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2019" cy="566997"/>
            </a:xfrm>
            <a:custGeom>
              <a:avLst/>
              <a:gdLst/>
              <a:ahLst/>
              <a:cxnLst/>
              <a:rect r="r" b="b" t="t" l="l"/>
              <a:pathLst>
                <a:path h="566997" w="1722019">
                  <a:moveTo>
                    <a:pt x="0" y="0"/>
                  </a:moveTo>
                  <a:lnTo>
                    <a:pt x="1722019" y="0"/>
                  </a:lnTo>
                  <a:lnTo>
                    <a:pt x="1722019" y="566997"/>
                  </a:lnTo>
                  <a:lnTo>
                    <a:pt x="0" y="566997"/>
                  </a:lnTo>
                  <a:close/>
                </a:path>
              </a:pathLst>
            </a:custGeom>
            <a:solidFill>
              <a:srgbClr val="96CFB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722019" cy="595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387253" y="6870164"/>
            <a:ext cx="6538292" cy="2388136"/>
            <a:chOff x="0" y="0"/>
            <a:chExt cx="1722019" cy="6289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22019" cy="628974"/>
            </a:xfrm>
            <a:custGeom>
              <a:avLst/>
              <a:gdLst/>
              <a:ahLst/>
              <a:cxnLst/>
              <a:rect r="r" b="b" t="t" l="l"/>
              <a:pathLst>
                <a:path h="628974" w="1722019">
                  <a:moveTo>
                    <a:pt x="0" y="0"/>
                  </a:moveTo>
                  <a:lnTo>
                    <a:pt x="1722019" y="0"/>
                  </a:lnTo>
                  <a:lnTo>
                    <a:pt x="1722019" y="628974"/>
                  </a:lnTo>
                  <a:lnTo>
                    <a:pt x="0" y="628974"/>
                  </a:lnTo>
                  <a:close/>
                </a:path>
              </a:pathLst>
            </a:custGeom>
            <a:solidFill>
              <a:srgbClr val="96CFB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722019" cy="657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673845" y="2254028"/>
            <a:ext cx="3875078" cy="1172211"/>
          </a:xfrm>
          <a:custGeom>
            <a:avLst/>
            <a:gdLst/>
            <a:ahLst/>
            <a:cxnLst/>
            <a:rect r="r" b="b" t="t" l="l"/>
            <a:pathLst>
              <a:path h="1172211" w="3875078">
                <a:moveTo>
                  <a:pt x="0" y="0"/>
                </a:moveTo>
                <a:lnTo>
                  <a:pt x="3875078" y="0"/>
                </a:lnTo>
                <a:lnTo>
                  <a:pt x="3875078" y="1172211"/>
                </a:lnTo>
                <a:lnTo>
                  <a:pt x="0" y="11722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32289">
            <a:off x="5701929" y="4176937"/>
            <a:ext cx="4348109" cy="592924"/>
          </a:xfrm>
          <a:custGeom>
            <a:avLst/>
            <a:gdLst/>
            <a:ahLst/>
            <a:cxnLst/>
            <a:rect r="r" b="b" t="t" l="l"/>
            <a:pathLst>
              <a:path h="592924" w="4348109">
                <a:moveTo>
                  <a:pt x="0" y="0"/>
                </a:moveTo>
                <a:lnTo>
                  <a:pt x="4348109" y="0"/>
                </a:lnTo>
                <a:lnTo>
                  <a:pt x="4348109" y="592924"/>
                </a:lnTo>
                <a:lnTo>
                  <a:pt x="0" y="592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587998" y="2070652"/>
            <a:ext cx="1041944" cy="104194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6B4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42936" y="4227576"/>
            <a:ext cx="1006180" cy="100618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6B4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42936" y="7074136"/>
            <a:ext cx="1037126" cy="103712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6B4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2261265">
            <a:off x="7040453" y="27916"/>
            <a:ext cx="1283689" cy="1344817"/>
          </a:xfrm>
          <a:custGeom>
            <a:avLst/>
            <a:gdLst/>
            <a:ahLst/>
            <a:cxnLst/>
            <a:rect r="r" b="b" t="t" l="l"/>
            <a:pathLst>
              <a:path h="1344817" w="1283689">
                <a:moveTo>
                  <a:pt x="0" y="0"/>
                </a:moveTo>
                <a:lnTo>
                  <a:pt x="1283689" y="0"/>
                </a:lnTo>
                <a:lnTo>
                  <a:pt x="1283689" y="1344816"/>
                </a:lnTo>
                <a:lnTo>
                  <a:pt x="0" y="13448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998799" y="1176168"/>
            <a:ext cx="3657600" cy="611817"/>
          </a:xfrm>
          <a:custGeom>
            <a:avLst/>
            <a:gdLst/>
            <a:ahLst/>
            <a:cxnLst/>
            <a:rect r="r" b="b" t="t" l="l"/>
            <a:pathLst>
              <a:path h="611817" w="3657600">
                <a:moveTo>
                  <a:pt x="0" y="0"/>
                </a:moveTo>
                <a:lnTo>
                  <a:pt x="3657600" y="0"/>
                </a:lnTo>
                <a:lnTo>
                  <a:pt x="3657600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358813" y="9435526"/>
            <a:ext cx="3657600" cy="611817"/>
          </a:xfrm>
          <a:custGeom>
            <a:avLst/>
            <a:gdLst/>
            <a:ahLst/>
            <a:cxnLst/>
            <a:rect r="r" b="b" t="t" l="l"/>
            <a:pathLst>
              <a:path h="611817" w="3657600">
                <a:moveTo>
                  <a:pt x="0" y="0"/>
                </a:moveTo>
                <a:lnTo>
                  <a:pt x="3657600" y="0"/>
                </a:lnTo>
                <a:lnTo>
                  <a:pt x="3657600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13515" y="6682693"/>
            <a:ext cx="6873947" cy="374943"/>
          </a:xfrm>
          <a:custGeom>
            <a:avLst/>
            <a:gdLst/>
            <a:ahLst/>
            <a:cxnLst/>
            <a:rect r="r" b="b" t="t" l="l"/>
            <a:pathLst>
              <a:path h="374943" w="6873947">
                <a:moveTo>
                  <a:pt x="0" y="0"/>
                </a:moveTo>
                <a:lnTo>
                  <a:pt x="6873947" y="0"/>
                </a:lnTo>
                <a:lnTo>
                  <a:pt x="6873947" y="374942"/>
                </a:lnTo>
                <a:lnTo>
                  <a:pt x="0" y="3749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6129335" y="8134252"/>
            <a:ext cx="3640830" cy="185351"/>
          </a:xfrm>
          <a:custGeom>
            <a:avLst/>
            <a:gdLst/>
            <a:ahLst/>
            <a:cxnLst/>
            <a:rect r="r" b="b" t="t" l="l"/>
            <a:pathLst>
              <a:path h="185351" w="3640830">
                <a:moveTo>
                  <a:pt x="0" y="0"/>
                </a:moveTo>
                <a:lnTo>
                  <a:pt x="3640830" y="0"/>
                </a:lnTo>
                <a:lnTo>
                  <a:pt x="3640830" y="185351"/>
                </a:lnTo>
                <a:lnTo>
                  <a:pt x="0" y="1853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0" y="280166"/>
            <a:ext cx="6325926" cy="134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7"/>
              </a:lnSpc>
            </a:pPr>
            <a:r>
              <a:rPr lang="en-US" sz="786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Estrutura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-118741" y="363630"/>
            <a:ext cx="7111658" cy="1357680"/>
          </a:xfrm>
          <a:custGeom>
            <a:avLst/>
            <a:gdLst/>
            <a:ahLst/>
            <a:cxnLst/>
            <a:rect r="r" b="b" t="t" l="l"/>
            <a:pathLst>
              <a:path h="1357680" w="7111658">
                <a:moveTo>
                  <a:pt x="0" y="0"/>
                </a:moveTo>
                <a:lnTo>
                  <a:pt x="7111659" y="0"/>
                </a:lnTo>
                <a:lnTo>
                  <a:pt x="7111659" y="1357680"/>
                </a:lnTo>
                <a:lnTo>
                  <a:pt x="0" y="13576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7341199" y="5166104"/>
            <a:ext cx="7315200" cy="425612"/>
          </a:xfrm>
          <a:custGeom>
            <a:avLst/>
            <a:gdLst/>
            <a:ahLst/>
            <a:cxnLst/>
            <a:rect r="r" b="b" t="t" l="l"/>
            <a:pathLst>
              <a:path h="425612" w="7315200">
                <a:moveTo>
                  <a:pt x="0" y="0"/>
                </a:moveTo>
                <a:lnTo>
                  <a:pt x="7315200" y="0"/>
                </a:lnTo>
                <a:lnTo>
                  <a:pt x="7315200" y="425612"/>
                </a:lnTo>
                <a:lnTo>
                  <a:pt x="0" y="4256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148169" y="3823820"/>
            <a:ext cx="2669789" cy="613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4"/>
              </a:lnSpc>
            </a:pPr>
            <a:r>
              <a:rPr lang="en-US" sz="359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Atributos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80580" y="2298736"/>
            <a:ext cx="1838916" cy="81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5"/>
              </a:lnSpc>
            </a:pPr>
            <a:r>
              <a:rPr lang="en-US" sz="481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05844" y="5281635"/>
            <a:ext cx="3988390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Métodos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06192" y="2128410"/>
            <a:ext cx="3027968" cy="929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543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53966" y="4673362"/>
            <a:ext cx="31194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Atributos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53966" y="7573060"/>
            <a:ext cx="286345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Métodos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68400" y="2129798"/>
            <a:ext cx="355253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68400" y="4265930"/>
            <a:ext cx="34796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968400" y="7086683"/>
            <a:ext cx="355253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99239" y="7099496"/>
            <a:ext cx="7112144" cy="81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</a:pPr>
            <a:r>
              <a:rPr lang="en-US" sz="240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NOME</a:t>
            </a:r>
            <a:r>
              <a:rPr lang="en-US" sz="240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=define o nome, define a estrutura e o comportamento dos objetos no sistema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0262" y="8015289"/>
            <a:ext cx="7730124" cy="85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9"/>
              </a:lnSpc>
            </a:pPr>
            <a:r>
              <a:rPr lang="en-US" sz="24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ATRIBUTOS= propiedades ou características da classe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5860" y="8833028"/>
            <a:ext cx="7730124" cy="75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14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MÉTODOS= FUNÇÕES OU OPERAÇÓES QUE A CLASSE PODE REALIZAR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72394" y="1882335"/>
            <a:ext cx="89328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09820" y="3277430"/>
            <a:ext cx="66689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5585" y="4707385"/>
            <a:ext cx="66689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-5400000">
            <a:off x="14425457" y="5069628"/>
            <a:ext cx="7315200" cy="425612"/>
          </a:xfrm>
          <a:custGeom>
            <a:avLst/>
            <a:gdLst/>
            <a:ahLst/>
            <a:cxnLst/>
            <a:rect r="r" b="b" t="t" l="l"/>
            <a:pathLst>
              <a:path h="425612" w="7315200">
                <a:moveTo>
                  <a:pt x="0" y="0"/>
                </a:moveTo>
                <a:lnTo>
                  <a:pt x="7315200" y="0"/>
                </a:lnTo>
                <a:lnTo>
                  <a:pt x="7315200" y="425612"/>
                </a:lnTo>
                <a:lnTo>
                  <a:pt x="0" y="4256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-5400000">
            <a:off x="-1444235" y="8226661"/>
            <a:ext cx="3725354" cy="189654"/>
          </a:xfrm>
          <a:custGeom>
            <a:avLst/>
            <a:gdLst/>
            <a:ahLst/>
            <a:cxnLst/>
            <a:rect r="r" b="b" t="t" l="l"/>
            <a:pathLst>
              <a:path h="189654" w="3725354">
                <a:moveTo>
                  <a:pt x="0" y="0"/>
                </a:moveTo>
                <a:lnTo>
                  <a:pt x="3725354" y="0"/>
                </a:lnTo>
                <a:lnTo>
                  <a:pt x="3725354" y="189654"/>
                </a:lnTo>
                <a:lnTo>
                  <a:pt x="0" y="1896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1269222">
            <a:off x="5266237" y="5885644"/>
            <a:ext cx="5725673" cy="780774"/>
          </a:xfrm>
          <a:custGeom>
            <a:avLst/>
            <a:gdLst/>
            <a:ahLst/>
            <a:cxnLst/>
            <a:rect r="r" b="b" t="t" l="l"/>
            <a:pathLst>
              <a:path h="780774" w="5725673">
                <a:moveTo>
                  <a:pt x="0" y="0"/>
                </a:moveTo>
                <a:lnTo>
                  <a:pt x="5725673" y="0"/>
                </a:lnTo>
                <a:lnTo>
                  <a:pt x="5725673" y="780774"/>
                </a:lnTo>
                <a:lnTo>
                  <a:pt x="0" y="7807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-10800000">
            <a:off x="808351" y="9587879"/>
            <a:ext cx="6873947" cy="374943"/>
          </a:xfrm>
          <a:custGeom>
            <a:avLst/>
            <a:gdLst/>
            <a:ahLst/>
            <a:cxnLst/>
            <a:rect r="r" b="b" t="t" l="l"/>
            <a:pathLst>
              <a:path h="374943" w="6873947">
                <a:moveTo>
                  <a:pt x="0" y="0"/>
                </a:moveTo>
                <a:lnTo>
                  <a:pt x="6873946" y="0"/>
                </a:lnTo>
                <a:lnTo>
                  <a:pt x="6873946" y="374943"/>
                </a:lnTo>
                <a:lnTo>
                  <a:pt x="0" y="3749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05675"/>
            <a:ext cx="7806111" cy="6514554"/>
          </a:xfrm>
          <a:custGeom>
            <a:avLst/>
            <a:gdLst/>
            <a:ahLst/>
            <a:cxnLst/>
            <a:rect r="r" b="b" t="t" l="l"/>
            <a:pathLst>
              <a:path h="6514554" w="7806111">
                <a:moveTo>
                  <a:pt x="0" y="0"/>
                </a:moveTo>
                <a:lnTo>
                  <a:pt x="7806111" y="0"/>
                </a:lnTo>
                <a:lnTo>
                  <a:pt x="7806111" y="6514555"/>
                </a:lnTo>
                <a:lnTo>
                  <a:pt x="0" y="6514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3329" y="2441996"/>
            <a:ext cx="885038" cy="931376"/>
            <a:chOff x="0" y="0"/>
            <a:chExt cx="233096" cy="2453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096" cy="245301"/>
            </a:xfrm>
            <a:custGeom>
              <a:avLst/>
              <a:gdLst/>
              <a:ahLst/>
              <a:cxnLst/>
              <a:rect r="r" b="b" t="t" l="l"/>
              <a:pathLst>
                <a:path h="245301" w="233096">
                  <a:moveTo>
                    <a:pt x="116548" y="0"/>
                  </a:moveTo>
                  <a:lnTo>
                    <a:pt x="116548" y="0"/>
                  </a:lnTo>
                  <a:cubicBezTo>
                    <a:pt x="147459" y="0"/>
                    <a:pt x="177103" y="12279"/>
                    <a:pt x="198960" y="34136"/>
                  </a:cubicBezTo>
                  <a:cubicBezTo>
                    <a:pt x="220817" y="55993"/>
                    <a:pt x="233096" y="85638"/>
                    <a:pt x="233096" y="116548"/>
                  </a:cubicBezTo>
                  <a:lnTo>
                    <a:pt x="233096" y="128753"/>
                  </a:lnTo>
                  <a:cubicBezTo>
                    <a:pt x="233096" y="193120"/>
                    <a:pt x="180916" y="245301"/>
                    <a:pt x="116548" y="245301"/>
                  </a:cubicBezTo>
                  <a:lnTo>
                    <a:pt x="116548" y="245301"/>
                  </a:lnTo>
                  <a:cubicBezTo>
                    <a:pt x="52180" y="245301"/>
                    <a:pt x="0" y="193120"/>
                    <a:pt x="0" y="128753"/>
                  </a:cubicBezTo>
                  <a:lnTo>
                    <a:pt x="0" y="116548"/>
                  </a:lnTo>
                  <a:cubicBezTo>
                    <a:pt x="0" y="52180"/>
                    <a:pt x="52180" y="0"/>
                    <a:pt x="116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3096" cy="273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23329" y="4054048"/>
            <a:ext cx="885038" cy="931376"/>
            <a:chOff x="0" y="0"/>
            <a:chExt cx="233096" cy="2453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096" cy="245301"/>
            </a:xfrm>
            <a:custGeom>
              <a:avLst/>
              <a:gdLst/>
              <a:ahLst/>
              <a:cxnLst/>
              <a:rect r="r" b="b" t="t" l="l"/>
              <a:pathLst>
                <a:path h="245301" w="233096">
                  <a:moveTo>
                    <a:pt x="116548" y="0"/>
                  </a:moveTo>
                  <a:lnTo>
                    <a:pt x="116548" y="0"/>
                  </a:lnTo>
                  <a:cubicBezTo>
                    <a:pt x="147459" y="0"/>
                    <a:pt x="177103" y="12279"/>
                    <a:pt x="198960" y="34136"/>
                  </a:cubicBezTo>
                  <a:cubicBezTo>
                    <a:pt x="220817" y="55993"/>
                    <a:pt x="233096" y="85638"/>
                    <a:pt x="233096" y="116548"/>
                  </a:cubicBezTo>
                  <a:lnTo>
                    <a:pt x="233096" y="128753"/>
                  </a:lnTo>
                  <a:cubicBezTo>
                    <a:pt x="233096" y="193120"/>
                    <a:pt x="180916" y="245301"/>
                    <a:pt x="116548" y="245301"/>
                  </a:cubicBezTo>
                  <a:lnTo>
                    <a:pt x="116548" y="245301"/>
                  </a:lnTo>
                  <a:cubicBezTo>
                    <a:pt x="52180" y="245301"/>
                    <a:pt x="0" y="193120"/>
                    <a:pt x="0" y="128753"/>
                  </a:cubicBezTo>
                  <a:lnTo>
                    <a:pt x="0" y="116548"/>
                  </a:lnTo>
                  <a:cubicBezTo>
                    <a:pt x="0" y="52180"/>
                    <a:pt x="52180" y="0"/>
                    <a:pt x="116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33096" cy="273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3329" y="5805114"/>
            <a:ext cx="885038" cy="931376"/>
            <a:chOff x="0" y="0"/>
            <a:chExt cx="233096" cy="2453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096" cy="245301"/>
            </a:xfrm>
            <a:custGeom>
              <a:avLst/>
              <a:gdLst/>
              <a:ahLst/>
              <a:cxnLst/>
              <a:rect r="r" b="b" t="t" l="l"/>
              <a:pathLst>
                <a:path h="245301" w="233096">
                  <a:moveTo>
                    <a:pt x="116548" y="0"/>
                  </a:moveTo>
                  <a:lnTo>
                    <a:pt x="116548" y="0"/>
                  </a:lnTo>
                  <a:cubicBezTo>
                    <a:pt x="147459" y="0"/>
                    <a:pt x="177103" y="12279"/>
                    <a:pt x="198960" y="34136"/>
                  </a:cubicBezTo>
                  <a:cubicBezTo>
                    <a:pt x="220817" y="55993"/>
                    <a:pt x="233096" y="85638"/>
                    <a:pt x="233096" y="116548"/>
                  </a:cubicBezTo>
                  <a:lnTo>
                    <a:pt x="233096" y="128753"/>
                  </a:lnTo>
                  <a:cubicBezTo>
                    <a:pt x="233096" y="193120"/>
                    <a:pt x="180916" y="245301"/>
                    <a:pt x="116548" y="245301"/>
                  </a:cubicBezTo>
                  <a:lnTo>
                    <a:pt x="116548" y="245301"/>
                  </a:lnTo>
                  <a:cubicBezTo>
                    <a:pt x="52180" y="245301"/>
                    <a:pt x="0" y="193120"/>
                    <a:pt x="0" y="128753"/>
                  </a:cubicBezTo>
                  <a:lnTo>
                    <a:pt x="0" y="116548"/>
                  </a:lnTo>
                  <a:cubicBezTo>
                    <a:pt x="0" y="52180"/>
                    <a:pt x="52180" y="0"/>
                    <a:pt x="116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33096" cy="273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3329" y="7412765"/>
            <a:ext cx="885038" cy="931376"/>
            <a:chOff x="0" y="0"/>
            <a:chExt cx="233096" cy="2453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096" cy="245301"/>
            </a:xfrm>
            <a:custGeom>
              <a:avLst/>
              <a:gdLst/>
              <a:ahLst/>
              <a:cxnLst/>
              <a:rect r="r" b="b" t="t" l="l"/>
              <a:pathLst>
                <a:path h="245301" w="233096">
                  <a:moveTo>
                    <a:pt x="116548" y="0"/>
                  </a:moveTo>
                  <a:lnTo>
                    <a:pt x="116548" y="0"/>
                  </a:lnTo>
                  <a:cubicBezTo>
                    <a:pt x="147459" y="0"/>
                    <a:pt x="177103" y="12279"/>
                    <a:pt x="198960" y="34136"/>
                  </a:cubicBezTo>
                  <a:cubicBezTo>
                    <a:pt x="220817" y="55993"/>
                    <a:pt x="233096" y="85638"/>
                    <a:pt x="233096" y="116548"/>
                  </a:cubicBezTo>
                  <a:lnTo>
                    <a:pt x="233096" y="128753"/>
                  </a:lnTo>
                  <a:cubicBezTo>
                    <a:pt x="233096" y="193120"/>
                    <a:pt x="180916" y="245301"/>
                    <a:pt x="116548" y="245301"/>
                  </a:cubicBezTo>
                  <a:lnTo>
                    <a:pt x="116548" y="245301"/>
                  </a:lnTo>
                  <a:cubicBezTo>
                    <a:pt x="52180" y="245301"/>
                    <a:pt x="0" y="193120"/>
                    <a:pt x="0" y="128753"/>
                  </a:cubicBezTo>
                  <a:lnTo>
                    <a:pt x="0" y="116548"/>
                  </a:lnTo>
                  <a:cubicBezTo>
                    <a:pt x="0" y="52180"/>
                    <a:pt x="52180" y="0"/>
                    <a:pt x="116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33096" cy="273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99552" y="1973063"/>
            <a:ext cx="8187839" cy="5302836"/>
            <a:chOff x="0" y="0"/>
            <a:chExt cx="2156468" cy="13966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56468" cy="1396632"/>
            </a:xfrm>
            <a:custGeom>
              <a:avLst/>
              <a:gdLst/>
              <a:ahLst/>
              <a:cxnLst/>
              <a:rect r="r" b="b" t="t" l="l"/>
              <a:pathLst>
                <a:path h="1396632" w="2156468">
                  <a:moveTo>
                    <a:pt x="48222" y="0"/>
                  </a:moveTo>
                  <a:lnTo>
                    <a:pt x="2108246" y="0"/>
                  </a:lnTo>
                  <a:cubicBezTo>
                    <a:pt x="2134878" y="0"/>
                    <a:pt x="2156468" y="21590"/>
                    <a:pt x="2156468" y="48222"/>
                  </a:cubicBezTo>
                  <a:lnTo>
                    <a:pt x="2156468" y="1348409"/>
                  </a:lnTo>
                  <a:cubicBezTo>
                    <a:pt x="2156468" y="1361199"/>
                    <a:pt x="2151387" y="1373464"/>
                    <a:pt x="2142344" y="1382508"/>
                  </a:cubicBezTo>
                  <a:cubicBezTo>
                    <a:pt x="2133300" y="1391551"/>
                    <a:pt x="2121035" y="1396632"/>
                    <a:pt x="2108246" y="1396632"/>
                  </a:cubicBezTo>
                  <a:lnTo>
                    <a:pt x="48222" y="1396632"/>
                  </a:lnTo>
                  <a:cubicBezTo>
                    <a:pt x="35433" y="1396632"/>
                    <a:pt x="23168" y="1391551"/>
                    <a:pt x="14124" y="1382508"/>
                  </a:cubicBezTo>
                  <a:cubicBezTo>
                    <a:pt x="5081" y="1373464"/>
                    <a:pt x="0" y="1361199"/>
                    <a:pt x="0" y="1348409"/>
                  </a:cubicBezTo>
                  <a:lnTo>
                    <a:pt x="0" y="48222"/>
                  </a:lnTo>
                  <a:cubicBezTo>
                    <a:pt x="0" y="21590"/>
                    <a:pt x="21590" y="0"/>
                    <a:pt x="48222" y="0"/>
                  </a:cubicBezTo>
                  <a:close/>
                </a:path>
              </a:pathLst>
            </a:custGeom>
            <a:solidFill>
              <a:srgbClr val="96CFB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56468" cy="1425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3105493">
            <a:off x="11422940" y="581320"/>
            <a:ext cx="1258323" cy="1396197"/>
          </a:xfrm>
          <a:custGeom>
            <a:avLst/>
            <a:gdLst/>
            <a:ahLst/>
            <a:cxnLst/>
            <a:rect r="r" b="b" t="t" l="l"/>
            <a:pathLst>
              <a:path h="1396197" w="1258323">
                <a:moveTo>
                  <a:pt x="0" y="0"/>
                </a:moveTo>
                <a:lnTo>
                  <a:pt x="1258323" y="0"/>
                </a:lnTo>
                <a:lnTo>
                  <a:pt x="1258323" y="1396197"/>
                </a:lnTo>
                <a:lnTo>
                  <a:pt x="0" y="1396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623519" y="-90789"/>
            <a:ext cx="5900142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Visibilidade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9131339">
            <a:off x="4302594" y="330601"/>
            <a:ext cx="1258323" cy="1396197"/>
          </a:xfrm>
          <a:custGeom>
            <a:avLst/>
            <a:gdLst/>
            <a:ahLst/>
            <a:cxnLst/>
            <a:rect r="r" b="b" t="t" l="l"/>
            <a:pathLst>
              <a:path h="1396197" w="1258323">
                <a:moveTo>
                  <a:pt x="0" y="0"/>
                </a:moveTo>
                <a:lnTo>
                  <a:pt x="1258323" y="0"/>
                </a:lnTo>
                <a:lnTo>
                  <a:pt x="1258323" y="1396198"/>
                </a:lnTo>
                <a:lnTo>
                  <a:pt x="0" y="139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288698" y="1279418"/>
            <a:ext cx="4350921" cy="332252"/>
          </a:xfrm>
          <a:custGeom>
            <a:avLst/>
            <a:gdLst/>
            <a:ahLst/>
            <a:cxnLst/>
            <a:rect r="r" b="b" t="t" l="l"/>
            <a:pathLst>
              <a:path h="332252" w="4350921">
                <a:moveTo>
                  <a:pt x="0" y="0"/>
                </a:moveTo>
                <a:lnTo>
                  <a:pt x="4350922" y="0"/>
                </a:lnTo>
                <a:lnTo>
                  <a:pt x="4350922" y="332253"/>
                </a:lnTo>
                <a:lnTo>
                  <a:pt x="0" y="332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018514" y="2377822"/>
            <a:ext cx="7620767" cy="4358669"/>
          </a:xfrm>
          <a:custGeom>
            <a:avLst/>
            <a:gdLst/>
            <a:ahLst/>
            <a:cxnLst/>
            <a:rect r="r" b="b" t="t" l="l"/>
            <a:pathLst>
              <a:path h="4358669" w="7620767">
                <a:moveTo>
                  <a:pt x="0" y="0"/>
                </a:moveTo>
                <a:lnTo>
                  <a:pt x="7620767" y="0"/>
                </a:lnTo>
                <a:lnTo>
                  <a:pt x="7620767" y="4358668"/>
                </a:lnTo>
                <a:lnTo>
                  <a:pt x="0" y="43586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96923" y="7878453"/>
            <a:ext cx="6784826" cy="1933676"/>
          </a:xfrm>
          <a:custGeom>
            <a:avLst/>
            <a:gdLst/>
            <a:ahLst/>
            <a:cxnLst/>
            <a:rect r="r" b="b" t="t" l="l"/>
            <a:pathLst>
              <a:path h="1933676" w="6784826">
                <a:moveTo>
                  <a:pt x="0" y="0"/>
                </a:moveTo>
                <a:lnTo>
                  <a:pt x="6784826" y="0"/>
                </a:lnTo>
                <a:lnTo>
                  <a:pt x="6784826" y="1933676"/>
                </a:lnTo>
                <a:lnTo>
                  <a:pt x="0" y="19336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291336" y="7403551"/>
            <a:ext cx="2416105" cy="2633357"/>
          </a:xfrm>
          <a:custGeom>
            <a:avLst/>
            <a:gdLst/>
            <a:ahLst/>
            <a:cxnLst/>
            <a:rect r="r" b="b" t="t" l="l"/>
            <a:pathLst>
              <a:path h="2633357" w="2416105">
                <a:moveTo>
                  <a:pt x="0" y="0"/>
                </a:moveTo>
                <a:lnTo>
                  <a:pt x="2416105" y="0"/>
                </a:lnTo>
                <a:lnTo>
                  <a:pt x="2416105" y="2633357"/>
                </a:lnTo>
                <a:lnTo>
                  <a:pt x="0" y="26333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114372" y="7995481"/>
            <a:ext cx="5149928" cy="1435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275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Visibilidade indica a acessibilidade dos atributos e métodos 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-10800000">
            <a:off x="14635607" y="7418775"/>
            <a:ext cx="2366992" cy="2579828"/>
          </a:xfrm>
          <a:custGeom>
            <a:avLst/>
            <a:gdLst/>
            <a:ahLst/>
            <a:cxnLst/>
            <a:rect r="r" b="b" t="t" l="l"/>
            <a:pathLst>
              <a:path h="2579828" w="2366992">
                <a:moveTo>
                  <a:pt x="0" y="0"/>
                </a:moveTo>
                <a:lnTo>
                  <a:pt x="2366992" y="0"/>
                </a:lnTo>
                <a:lnTo>
                  <a:pt x="2366992" y="2579827"/>
                </a:lnTo>
                <a:lnTo>
                  <a:pt x="0" y="25798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787839" y="9748243"/>
            <a:ext cx="4119586" cy="441919"/>
          </a:xfrm>
          <a:custGeom>
            <a:avLst/>
            <a:gdLst/>
            <a:ahLst/>
            <a:cxnLst/>
            <a:rect r="r" b="b" t="t" l="l"/>
            <a:pathLst>
              <a:path h="441919" w="4119586">
                <a:moveTo>
                  <a:pt x="0" y="0"/>
                </a:moveTo>
                <a:lnTo>
                  <a:pt x="4119586" y="0"/>
                </a:lnTo>
                <a:lnTo>
                  <a:pt x="4119586" y="441919"/>
                </a:lnTo>
                <a:lnTo>
                  <a:pt x="0" y="441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373146" y="7447350"/>
            <a:ext cx="4119586" cy="441919"/>
          </a:xfrm>
          <a:custGeom>
            <a:avLst/>
            <a:gdLst/>
            <a:ahLst/>
            <a:cxnLst/>
            <a:rect r="r" b="b" t="t" l="l"/>
            <a:pathLst>
              <a:path h="441919" w="4119586">
                <a:moveTo>
                  <a:pt x="0" y="0"/>
                </a:moveTo>
                <a:lnTo>
                  <a:pt x="4119586" y="0"/>
                </a:lnTo>
                <a:lnTo>
                  <a:pt x="4119586" y="441919"/>
                </a:lnTo>
                <a:lnTo>
                  <a:pt x="0" y="441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150978">
            <a:off x="6458730" y="9113025"/>
            <a:ext cx="3539541" cy="999920"/>
          </a:xfrm>
          <a:custGeom>
            <a:avLst/>
            <a:gdLst/>
            <a:ahLst/>
            <a:cxnLst/>
            <a:rect r="r" b="b" t="t" l="l"/>
            <a:pathLst>
              <a:path h="999920" w="3539541">
                <a:moveTo>
                  <a:pt x="0" y="0"/>
                </a:moveTo>
                <a:lnTo>
                  <a:pt x="3539540" y="0"/>
                </a:lnTo>
                <a:lnTo>
                  <a:pt x="3539540" y="999920"/>
                </a:lnTo>
                <a:lnTo>
                  <a:pt x="0" y="9999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1832147">
            <a:off x="8634261" y="6957741"/>
            <a:ext cx="1456189" cy="636318"/>
          </a:xfrm>
          <a:custGeom>
            <a:avLst/>
            <a:gdLst/>
            <a:ahLst/>
            <a:cxnLst/>
            <a:rect r="r" b="b" t="t" l="l"/>
            <a:pathLst>
              <a:path h="636318" w="1456189">
                <a:moveTo>
                  <a:pt x="0" y="0"/>
                </a:moveTo>
                <a:lnTo>
                  <a:pt x="1456189" y="0"/>
                </a:lnTo>
                <a:lnTo>
                  <a:pt x="1456189" y="636318"/>
                </a:lnTo>
                <a:lnTo>
                  <a:pt x="0" y="6363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28700" y="1445545"/>
            <a:ext cx="7806111" cy="7747565"/>
          </a:xfrm>
          <a:custGeom>
            <a:avLst/>
            <a:gdLst/>
            <a:ahLst/>
            <a:cxnLst/>
            <a:rect r="r" b="b" t="t" l="l"/>
            <a:pathLst>
              <a:path h="7747565" w="7806111">
                <a:moveTo>
                  <a:pt x="0" y="0"/>
                </a:moveTo>
                <a:lnTo>
                  <a:pt x="7806111" y="0"/>
                </a:lnTo>
                <a:lnTo>
                  <a:pt x="7806111" y="7747565"/>
                </a:lnTo>
                <a:lnTo>
                  <a:pt x="0" y="774756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767523" y="2066946"/>
            <a:ext cx="638026" cy="151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sz="88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77804" y="3562295"/>
            <a:ext cx="37608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83968" y="5554210"/>
            <a:ext cx="598884" cy="1243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#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15954" y="6950682"/>
            <a:ext cx="66689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~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510" y="2486278"/>
            <a:ext cx="780611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Pública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0" y="4141094"/>
            <a:ext cx="780611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Privada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622327" y="5709864"/>
            <a:ext cx="319161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Protegida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83645" y="7282759"/>
            <a:ext cx="223882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Pacote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18514" y="2548477"/>
            <a:ext cx="6199383" cy="81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</a:pPr>
            <a:r>
              <a:rPr lang="en-US" sz="231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(+) PÚBLICO= pode ter acesso por qualquer classe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52086" y="3538873"/>
            <a:ext cx="6012283" cy="75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2"/>
              </a:lnSpc>
            </a:pPr>
            <a:r>
              <a:rPr lang="en-US" sz="217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(-) PRIVADO= somente acessível dentro da própia classe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52086" y="4347606"/>
            <a:ext cx="5108482" cy="7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12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(#) PROTEGIDO= acessível dentro da própia classe e outras subclasses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605752" y="5281227"/>
            <a:ext cx="5612145" cy="107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(~) PACOTE= Classes no mesmo pacote podem acessar, mas classes fora do pacote não têm acesso.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161" y="3608866"/>
            <a:ext cx="8187839" cy="5302836"/>
            <a:chOff x="0" y="0"/>
            <a:chExt cx="2156468" cy="1396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6468" cy="1396632"/>
            </a:xfrm>
            <a:custGeom>
              <a:avLst/>
              <a:gdLst/>
              <a:ahLst/>
              <a:cxnLst/>
              <a:rect r="r" b="b" t="t" l="l"/>
              <a:pathLst>
                <a:path h="1396632" w="2156468">
                  <a:moveTo>
                    <a:pt x="48222" y="0"/>
                  </a:moveTo>
                  <a:lnTo>
                    <a:pt x="2108246" y="0"/>
                  </a:lnTo>
                  <a:cubicBezTo>
                    <a:pt x="2134878" y="0"/>
                    <a:pt x="2156468" y="21590"/>
                    <a:pt x="2156468" y="48222"/>
                  </a:cubicBezTo>
                  <a:lnTo>
                    <a:pt x="2156468" y="1348409"/>
                  </a:lnTo>
                  <a:cubicBezTo>
                    <a:pt x="2156468" y="1361199"/>
                    <a:pt x="2151387" y="1373464"/>
                    <a:pt x="2142344" y="1382508"/>
                  </a:cubicBezTo>
                  <a:cubicBezTo>
                    <a:pt x="2133300" y="1391551"/>
                    <a:pt x="2121035" y="1396632"/>
                    <a:pt x="2108246" y="1396632"/>
                  </a:cubicBezTo>
                  <a:lnTo>
                    <a:pt x="48222" y="1396632"/>
                  </a:lnTo>
                  <a:cubicBezTo>
                    <a:pt x="35433" y="1396632"/>
                    <a:pt x="23168" y="1391551"/>
                    <a:pt x="14124" y="1382508"/>
                  </a:cubicBezTo>
                  <a:cubicBezTo>
                    <a:pt x="5081" y="1373464"/>
                    <a:pt x="0" y="1361199"/>
                    <a:pt x="0" y="1348409"/>
                  </a:cubicBezTo>
                  <a:lnTo>
                    <a:pt x="0" y="48222"/>
                  </a:lnTo>
                  <a:cubicBezTo>
                    <a:pt x="0" y="21590"/>
                    <a:pt x="21590" y="0"/>
                    <a:pt x="48222" y="0"/>
                  </a:cubicBezTo>
                  <a:close/>
                </a:path>
              </a:pathLst>
            </a:custGeom>
            <a:solidFill>
              <a:srgbClr val="CCE29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6468" cy="1434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39697" y="3985534"/>
            <a:ext cx="7620767" cy="4358669"/>
          </a:xfrm>
          <a:custGeom>
            <a:avLst/>
            <a:gdLst/>
            <a:ahLst/>
            <a:cxnLst/>
            <a:rect r="r" b="b" t="t" l="l"/>
            <a:pathLst>
              <a:path h="4358669" w="7620767">
                <a:moveTo>
                  <a:pt x="0" y="0"/>
                </a:moveTo>
                <a:lnTo>
                  <a:pt x="7620767" y="0"/>
                </a:lnTo>
                <a:lnTo>
                  <a:pt x="7620767" y="4358669"/>
                </a:lnTo>
                <a:lnTo>
                  <a:pt x="0" y="4358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3039" y="3123199"/>
            <a:ext cx="8334083" cy="5609628"/>
          </a:xfrm>
          <a:custGeom>
            <a:avLst/>
            <a:gdLst/>
            <a:ahLst/>
            <a:cxnLst/>
            <a:rect r="r" b="b" t="t" l="l"/>
            <a:pathLst>
              <a:path h="5609628" w="8334083">
                <a:moveTo>
                  <a:pt x="0" y="0"/>
                </a:moveTo>
                <a:lnTo>
                  <a:pt x="8334083" y="0"/>
                </a:lnTo>
                <a:lnTo>
                  <a:pt x="8334083" y="5609629"/>
                </a:lnTo>
                <a:lnTo>
                  <a:pt x="0" y="5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745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7974" y="4534248"/>
            <a:ext cx="6044213" cy="398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• Ilustra modelos de dados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para sistemas de informação</a:t>
            </a:r>
          </a:p>
          <a:p>
            <a:pPr algn="ctr">
              <a:lnSpc>
                <a:spcPts val="3220"/>
              </a:lnSpc>
            </a:p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• Entender melhor a visão geral dos esquemas </a:t>
            </a:r>
          </a:p>
          <a:p>
            <a:pPr algn="ctr">
              <a:lnSpc>
                <a:spcPts val="3220"/>
              </a:lnSpc>
            </a:p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• Cria gráfico que destaca qualquer código específico e necessário a ser programado 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9865440" y="2859304"/>
            <a:ext cx="8187839" cy="5302836"/>
            <a:chOff x="0" y="0"/>
            <a:chExt cx="2156468" cy="13966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6468" cy="1396632"/>
            </a:xfrm>
            <a:custGeom>
              <a:avLst/>
              <a:gdLst/>
              <a:ahLst/>
              <a:cxnLst/>
              <a:rect r="r" b="b" t="t" l="l"/>
              <a:pathLst>
                <a:path h="1396632" w="2156468">
                  <a:moveTo>
                    <a:pt x="48222" y="0"/>
                  </a:moveTo>
                  <a:lnTo>
                    <a:pt x="2108246" y="0"/>
                  </a:lnTo>
                  <a:cubicBezTo>
                    <a:pt x="2134878" y="0"/>
                    <a:pt x="2156468" y="21590"/>
                    <a:pt x="2156468" y="48222"/>
                  </a:cubicBezTo>
                  <a:lnTo>
                    <a:pt x="2156468" y="1348409"/>
                  </a:lnTo>
                  <a:cubicBezTo>
                    <a:pt x="2156468" y="1361199"/>
                    <a:pt x="2151387" y="1373464"/>
                    <a:pt x="2142344" y="1382508"/>
                  </a:cubicBezTo>
                  <a:cubicBezTo>
                    <a:pt x="2133300" y="1391551"/>
                    <a:pt x="2121035" y="1396632"/>
                    <a:pt x="2108246" y="1396632"/>
                  </a:cubicBezTo>
                  <a:lnTo>
                    <a:pt x="48222" y="1396632"/>
                  </a:lnTo>
                  <a:cubicBezTo>
                    <a:pt x="35433" y="1396632"/>
                    <a:pt x="23168" y="1391551"/>
                    <a:pt x="14124" y="1382508"/>
                  </a:cubicBezTo>
                  <a:cubicBezTo>
                    <a:pt x="5081" y="1373464"/>
                    <a:pt x="0" y="1361199"/>
                    <a:pt x="0" y="1348409"/>
                  </a:cubicBezTo>
                  <a:lnTo>
                    <a:pt x="0" y="48222"/>
                  </a:lnTo>
                  <a:cubicBezTo>
                    <a:pt x="0" y="21590"/>
                    <a:pt x="21590" y="0"/>
                    <a:pt x="48222" y="0"/>
                  </a:cubicBezTo>
                  <a:close/>
                </a:path>
              </a:pathLst>
            </a:custGeom>
            <a:solidFill>
              <a:srgbClr val="2E6B4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56468" cy="1425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15671" y="3331388"/>
            <a:ext cx="7620767" cy="4358669"/>
          </a:xfrm>
          <a:custGeom>
            <a:avLst/>
            <a:gdLst/>
            <a:ahLst/>
            <a:cxnLst/>
            <a:rect r="r" b="b" t="t" l="l"/>
            <a:pathLst>
              <a:path h="4358669" w="7620767">
                <a:moveTo>
                  <a:pt x="0" y="0"/>
                </a:moveTo>
                <a:lnTo>
                  <a:pt x="7620767" y="0"/>
                </a:lnTo>
                <a:lnTo>
                  <a:pt x="7620767" y="4358669"/>
                </a:lnTo>
                <a:lnTo>
                  <a:pt x="0" y="4358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0087266" y="3123199"/>
            <a:ext cx="8074148" cy="5434668"/>
          </a:xfrm>
          <a:custGeom>
            <a:avLst/>
            <a:gdLst/>
            <a:ahLst/>
            <a:cxnLst/>
            <a:rect r="r" b="b" t="t" l="l"/>
            <a:pathLst>
              <a:path h="5434668" w="8074148">
                <a:moveTo>
                  <a:pt x="0" y="0"/>
                </a:moveTo>
                <a:lnTo>
                  <a:pt x="8074148" y="0"/>
                </a:lnTo>
                <a:lnTo>
                  <a:pt x="8074148" y="5434668"/>
                </a:lnTo>
                <a:lnTo>
                  <a:pt x="0" y="5434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745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9117">
            <a:off x="9789690" y="2453763"/>
            <a:ext cx="8339341" cy="5613167"/>
          </a:xfrm>
          <a:custGeom>
            <a:avLst/>
            <a:gdLst/>
            <a:ahLst/>
            <a:cxnLst/>
            <a:rect r="r" b="b" t="t" l="l"/>
            <a:pathLst>
              <a:path h="5613167" w="8339341">
                <a:moveTo>
                  <a:pt x="0" y="0"/>
                </a:moveTo>
                <a:lnTo>
                  <a:pt x="8339341" y="0"/>
                </a:lnTo>
                <a:lnTo>
                  <a:pt x="8339341" y="5613168"/>
                </a:lnTo>
                <a:lnTo>
                  <a:pt x="0" y="5613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7453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028700" y="3738573"/>
            <a:ext cx="8334083" cy="5609628"/>
          </a:xfrm>
          <a:custGeom>
            <a:avLst/>
            <a:gdLst/>
            <a:ahLst/>
            <a:cxnLst/>
            <a:rect r="r" b="b" t="t" l="l"/>
            <a:pathLst>
              <a:path h="5609628" w="8334083">
                <a:moveTo>
                  <a:pt x="0" y="0"/>
                </a:moveTo>
                <a:lnTo>
                  <a:pt x="8334083" y="0"/>
                </a:lnTo>
                <a:lnTo>
                  <a:pt x="8334083" y="5609629"/>
                </a:lnTo>
                <a:lnTo>
                  <a:pt x="0" y="56096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4745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498173">
            <a:off x="691812" y="294543"/>
            <a:ext cx="5739040" cy="3286905"/>
          </a:xfrm>
          <a:custGeom>
            <a:avLst/>
            <a:gdLst/>
            <a:ahLst/>
            <a:cxnLst/>
            <a:rect r="r" b="b" t="t" l="l"/>
            <a:pathLst>
              <a:path h="3286905" w="5739040">
                <a:moveTo>
                  <a:pt x="0" y="0"/>
                </a:moveTo>
                <a:lnTo>
                  <a:pt x="5739040" y="0"/>
                </a:lnTo>
                <a:lnTo>
                  <a:pt x="5739040" y="3286905"/>
                </a:lnTo>
                <a:lnTo>
                  <a:pt x="0" y="3286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274138">
            <a:off x="9592635" y="-10977"/>
            <a:ext cx="6506231" cy="2602492"/>
          </a:xfrm>
          <a:custGeom>
            <a:avLst/>
            <a:gdLst/>
            <a:ahLst/>
            <a:cxnLst/>
            <a:rect r="r" b="b" t="t" l="l"/>
            <a:pathLst>
              <a:path h="2602492" w="6506231">
                <a:moveTo>
                  <a:pt x="0" y="0"/>
                </a:moveTo>
                <a:lnTo>
                  <a:pt x="6506231" y="0"/>
                </a:lnTo>
                <a:lnTo>
                  <a:pt x="6506231" y="2602493"/>
                </a:lnTo>
                <a:lnTo>
                  <a:pt x="0" y="26024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5264" y="3794468"/>
            <a:ext cx="7315200" cy="545315"/>
          </a:xfrm>
          <a:custGeom>
            <a:avLst/>
            <a:gdLst/>
            <a:ahLst/>
            <a:cxnLst/>
            <a:rect r="r" b="b" t="t" l="l"/>
            <a:pathLst>
              <a:path h="545315" w="7315200">
                <a:moveTo>
                  <a:pt x="0" y="0"/>
                </a:moveTo>
                <a:lnTo>
                  <a:pt x="7315200" y="0"/>
                </a:lnTo>
                <a:lnTo>
                  <a:pt x="7315200" y="545315"/>
                </a:lnTo>
                <a:lnTo>
                  <a:pt x="0" y="5453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45264" y="8162141"/>
            <a:ext cx="7315200" cy="545315"/>
          </a:xfrm>
          <a:custGeom>
            <a:avLst/>
            <a:gdLst/>
            <a:ahLst/>
            <a:cxnLst/>
            <a:rect r="r" b="b" t="t" l="l"/>
            <a:pathLst>
              <a:path h="545315" w="7315200">
                <a:moveTo>
                  <a:pt x="0" y="0"/>
                </a:moveTo>
                <a:lnTo>
                  <a:pt x="7315200" y="0"/>
                </a:lnTo>
                <a:lnTo>
                  <a:pt x="7315200" y="545315"/>
                </a:lnTo>
                <a:lnTo>
                  <a:pt x="0" y="5453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629435">
            <a:off x="-614323" y="5862430"/>
            <a:ext cx="4334494" cy="323117"/>
          </a:xfrm>
          <a:custGeom>
            <a:avLst/>
            <a:gdLst/>
            <a:ahLst/>
            <a:cxnLst/>
            <a:rect r="r" b="b" t="t" l="l"/>
            <a:pathLst>
              <a:path h="323117" w="4334494">
                <a:moveTo>
                  <a:pt x="0" y="0"/>
                </a:moveTo>
                <a:lnTo>
                  <a:pt x="4334494" y="0"/>
                </a:lnTo>
                <a:lnTo>
                  <a:pt x="4334494" y="323117"/>
                </a:lnTo>
                <a:lnTo>
                  <a:pt x="0" y="3231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629435">
            <a:off x="6565460" y="6179672"/>
            <a:ext cx="4334494" cy="323117"/>
          </a:xfrm>
          <a:custGeom>
            <a:avLst/>
            <a:gdLst/>
            <a:ahLst/>
            <a:cxnLst/>
            <a:rect r="r" b="b" t="t" l="l"/>
            <a:pathLst>
              <a:path h="323117" w="4334494">
                <a:moveTo>
                  <a:pt x="0" y="0"/>
                </a:moveTo>
                <a:lnTo>
                  <a:pt x="4334494" y="0"/>
                </a:lnTo>
                <a:lnTo>
                  <a:pt x="4334494" y="323117"/>
                </a:lnTo>
                <a:lnTo>
                  <a:pt x="0" y="3231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521238" y="6824671"/>
            <a:ext cx="7315200" cy="761498"/>
          </a:xfrm>
          <a:custGeom>
            <a:avLst/>
            <a:gdLst/>
            <a:ahLst/>
            <a:cxnLst/>
            <a:rect r="r" b="b" t="t" l="l"/>
            <a:pathLst>
              <a:path h="761498" w="7315200">
                <a:moveTo>
                  <a:pt x="0" y="0"/>
                </a:moveTo>
                <a:lnTo>
                  <a:pt x="7315200" y="0"/>
                </a:lnTo>
                <a:lnTo>
                  <a:pt x="7315200" y="761497"/>
                </a:lnTo>
                <a:lnTo>
                  <a:pt x="0" y="7614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9138984" y="5233046"/>
            <a:ext cx="3085727" cy="321218"/>
          </a:xfrm>
          <a:custGeom>
            <a:avLst/>
            <a:gdLst/>
            <a:ahLst/>
            <a:cxnLst/>
            <a:rect r="r" b="b" t="t" l="l"/>
            <a:pathLst>
              <a:path h="321218" w="3085727">
                <a:moveTo>
                  <a:pt x="0" y="0"/>
                </a:moveTo>
                <a:lnTo>
                  <a:pt x="3085727" y="0"/>
                </a:lnTo>
                <a:lnTo>
                  <a:pt x="3085727" y="321218"/>
                </a:lnTo>
                <a:lnTo>
                  <a:pt x="0" y="3212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799356" y="3738573"/>
            <a:ext cx="6320007" cy="1735129"/>
          </a:xfrm>
          <a:custGeom>
            <a:avLst/>
            <a:gdLst/>
            <a:ahLst/>
            <a:cxnLst/>
            <a:rect r="r" b="b" t="t" l="l"/>
            <a:pathLst>
              <a:path h="1735129" w="6320007">
                <a:moveTo>
                  <a:pt x="0" y="0"/>
                </a:moveTo>
                <a:lnTo>
                  <a:pt x="6320008" y="0"/>
                </a:lnTo>
                <a:lnTo>
                  <a:pt x="6320008" y="1735130"/>
                </a:lnTo>
                <a:lnTo>
                  <a:pt x="0" y="173513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194881" y="4972969"/>
            <a:ext cx="6320007" cy="1735129"/>
          </a:xfrm>
          <a:custGeom>
            <a:avLst/>
            <a:gdLst/>
            <a:ahLst/>
            <a:cxnLst/>
            <a:rect r="r" b="b" t="t" l="l"/>
            <a:pathLst>
              <a:path h="1735129" w="6320007">
                <a:moveTo>
                  <a:pt x="0" y="0"/>
                </a:moveTo>
                <a:lnTo>
                  <a:pt x="6320008" y="0"/>
                </a:lnTo>
                <a:lnTo>
                  <a:pt x="6320008" y="1735129"/>
                </a:lnTo>
                <a:lnTo>
                  <a:pt x="0" y="17351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514605">
            <a:off x="6149392" y="4052521"/>
            <a:ext cx="6364384" cy="324005"/>
          </a:xfrm>
          <a:custGeom>
            <a:avLst/>
            <a:gdLst/>
            <a:ahLst/>
            <a:cxnLst/>
            <a:rect r="r" b="b" t="t" l="l"/>
            <a:pathLst>
              <a:path h="324005" w="6364384">
                <a:moveTo>
                  <a:pt x="0" y="0"/>
                </a:moveTo>
                <a:lnTo>
                  <a:pt x="6364385" y="0"/>
                </a:lnTo>
                <a:lnTo>
                  <a:pt x="6364385" y="324005"/>
                </a:lnTo>
                <a:lnTo>
                  <a:pt x="0" y="32400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032153" y="588227"/>
            <a:ext cx="10129261" cy="126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80"/>
              </a:lnSpc>
            </a:pPr>
            <a:r>
              <a:rPr lang="en-US" sz="7343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Desvantagens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-789334" y="1379620"/>
            <a:ext cx="10129261" cy="146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60"/>
              </a:lnSpc>
            </a:pPr>
            <a:r>
              <a:rPr lang="en-US" sz="8542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Vantagens 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-5514605">
            <a:off x="4531832" y="4574955"/>
            <a:ext cx="9845094" cy="501205"/>
          </a:xfrm>
          <a:custGeom>
            <a:avLst/>
            <a:gdLst/>
            <a:ahLst/>
            <a:cxnLst/>
            <a:rect r="r" b="b" t="t" l="l"/>
            <a:pathLst>
              <a:path h="501205" w="9845094">
                <a:moveTo>
                  <a:pt x="0" y="0"/>
                </a:moveTo>
                <a:lnTo>
                  <a:pt x="9845094" y="0"/>
                </a:lnTo>
                <a:lnTo>
                  <a:pt x="9845094" y="501205"/>
                </a:lnTo>
                <a:lnTo>
                  <a:pt x="0" y="50120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499317" y="9567517"/>
            <a:ext cx="7315200" cy="372410"/>
          </a:xfrm>
          <a:custGeom>
            <a:avLst/>
            <a:gdLst/>
            <a:ahLst/>
            <a:cxnLst/>
            <a:rect r="r" b="b" t="t" l="l"/>
            <a:pathLst>
              <a:path h="372410" w="7315200">
                <a:moveTo>
                  <a:pt x="0" y="0"/>
                </a:moveTo>
                <a:lnTo>
                  <a:pt x="7315200" y="0"/>
                </a:lnTo>
                <a:lnTo>
                  <a:pt x="7315200" y="372410"/>
                </a:lnTo>
                <a:lnTo>
                  <a:pt x="0" y="37241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10800000">
            <a:off x="1028700" y="8885890"/>
            <a:ext cx="7315200" cy="372410"/>
          </a:xfrm>
          <a:custGeom>
            <a:avLst/>
            <a:gdLst/>
            <a:ahLst/>
            <a:cxnLst/>
            <a:rect r="r" b="b" t="t" l="l"/>
            <a:pathLst>
              <a:path h="372410" w="7315200">
                <a:moveTo>
                  <a:pt x="0" y="0"/>
                </a:moveTo>
                <a:lnTo>
                  <a:pt x="7315200" y="0"/>
                </a:lnTo>
                <a:lnTo>
                  <a:pt x="7315200" y="372410"/>
                </a:lnTo>
                <a:lnTo>
                  <a:pt x="0" y="37241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013906" y="4051307"/>
            <a:ext cx="6467951" cy="237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• É necessário um tempo maior , oque 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pode prejudicar projetos com prazo curto</a:t>
            </a:r>
          </a:p>
          <a:p>
            <a:pPr algn="ctr">
              <a:lnSpc>
                <a:spcPts val="3220"/>
              </a:lnSpc>
            </a:p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• Pode dar trabalho na hora de ser 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colocado em prática, pois exige um tempo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maior de manutenção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2839" y="228381"/>
            <a:ext cx="9628466" cy="2237033"/>
          </a:xfrm>
          <a:custGeom>
            <a:avLst/>
            <a:gdLst/>
            <a:ahLst/>
            <a:cxnLst/>
            <a:rect r="r" b="b" t="t" l="l"/>
            <a:pathLst>
              <a:path h="2237033" w="9628466">
                <a:moveTo>
                  <a:pt x="0" y="0"/>
                </a:moveTo>
                <a:lnTo>
                  <a:pt x="9628466" y="0"/>
                </a:lnTo>
                <a:lnTo>
                  <a:pt x="9628466" y="2237033"/>
                </a:lnTo>
                <a:lnTo>
                  <a:pt x="0" y="223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3712" y="4203002"/>
            <a:ext cx="7479436" cy="3263739"/>
            <a:chOff x="0" y="0"/>
            <a:chExt cx="1810396" cy="7899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0396" cy="789987"/>
            </a:xfrm>
            <a:custGeom>
              <a:avLst/>
              <a:gdLst/>
              <a:ahLst/>
              <a:cxnLst/>
              <a:rect r="r" b="b" t="t" l="l"/>
              <a:pathLst>
                <a:path h="789987" w="1810396">
                  <a:moveTo>
                    <a:pt x="52790" y="0"/>
                  </a:moveTo>
                  <a:lnTo>
                    <a:pt x="1757606" y="0"/>
                  </a:lnTo>
                  <a:cubicBezTo>
                    <a:pt x="1771607" y="0"/>
                    <a:pt x="1785034" y="5562"/>
                    <a:pt x="1794934" y="15462"/>
                  </a:cubicBezTo>
                  <a:cubicBezTo>
                    <a:pt x="1804834" y="25362"/>
                    <a:pt x="1810396" y="38789"/>
                    <a:pt x="1810396" y="52790"/>
                  </a:cubicBezTo>
                  <a:lnTo>
                    <a:pt x="1810396" y="737198"/>
                  </a:lnTo>
                  <a:cubicBezTo>
                    <a:pt x="1810396" y="751198"/>
                    <a:pt x="1804834" y="764626"/>
                    <a:pt x="1794934" y="774526"/>
                  </a:cubicBezTo>
                  <a:cubicBezTo>
                    <a:pt x="1785034" y="784426"/>
                    <a:pt x="1771607" y="789987"/>
                    <a:pt x="1757606" y="789987"/>
                  </a:cubicBezTo>
                  <a:lnTo>
                    <a:pt x="52790" y="789987"/>
                  </a:lnTo>
                  <a:cubicBezTo>
                    <a:pt x="38789" y="789987"/>
                    <a:pt x="25362" y="784426"/>
                    <a:pt x="15462" y="774526"/>
                  </a:cubicBezTo>
                  <a:cubicBezTo>
                    <a:pt x="5562" y="764626"/>
                    <a:pt x="0" y="751198"/>
                    <a:pt x="0" y="737198"/>
                  </a:cubicBezTo>
                  <a:lnTo>
                    <a:pt x="0" y="52790"/>
                  </a:lnTo>
                  <a:cubicBezTo>
                    <a:pt x="0" y="38789"/>
                    <a:pt x="5562" y="25362"/>
                    <a:pt x="15462" y="15462"/>
                  </a:cubicBezTo>
                  <a:cubicBezTo>
                    <a:pt x="25362" y="5562"/>
                    <a:pt x="38789" y="0"/>
                    <a:pt x="52790" y="0"/>
                  </a:cubicBezTo>
                  <a:close/>
                </a:path>
              </a:pathLst>
            </a:custGeom>
            <a:solidFill>
              <a:srgbClr val="48B281">
                <a:alpha val="6196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10396" cy="818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274583" y="4203002"/>
            <a:ext cx="1738565" cy="2116974"/>
          </a:xfrm>
          <a:custGeom>
            <a:avLst/>
            <a:gdLst/>
            <a:ahLst/>
            <a:cxnLst/>
            <a:rect r="r" b="b" t="t" l="l"/>
            <a:pathLst>
              <a:path h="2116974" w="1738565">
                <a:moveTo>
                  <a:pt x="0" y="0"/>
                </a:moveTo>
                <a:lnTo>
                  <a:pt x="1738565" y="0"/>
                </a:lnTo>
                <a:lnTo>
                  <a:pt x="1738565" y="2116974"/>
                </a:lnTo>
                <a:lnTo>
                  <a:pt x="0" y="2116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02994" y="4407938"/>
            <a:ext cx="5740871" cy="2883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1"/>
              </a:lnSpc>
            </a:pPr>
            <a:r>
              <a:rPr lang="en-US" sz="32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Os relacionamentos são respectivamente: Associação, herança, realização/implementação, agregação e composição   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533712" y="5349767"/>
            <a:ext cx="1738565" cy="2116974"/>
          </a:xfrm>
          <a:custGeom>
            <a:avLst/>
            <a:gdLst/>
            <a:ahLst/>
            <a:cxnLst/>
            <a:rect r="r" b="b" t="t" l="l"/>
            <a:pathLst>
              <a:path h="2116974" w="1738565">
                <a:moveTo>
                  <a:pt x="0" y="0"/>
                </a:moveTo>
                <a:lnTo>
                  <a:pt x="1738565" y="0"/>
                </a:lnTo>
                <a:lnTo>
                  <a:pt x="1738565" y="2116974"/>
                </a:lnTo>
                <a:lnTo>
                  <a:pt x="0" y="2116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449093" y="2044445"/>
            <a:ext cx="7999832" cy="6662189"/>
            <a:chOff x="0" y="0"/>
            <a:chExt cx="688992" cy="5737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8992" cy="573787"/>
            </a:xfrm>
            <a:custGeom>
              <a:avLst/>
              <a:gdLst/>
              <a:ahLst/>
              <a:cxnLst/>
              <a:rect r="r" b="b" t="t" l="l"/>
              <a:pathLst>
                <a:path h="573787" w="688992">
                  <a:moveTo>
                    <a:pt x="149821" y="0"/>
                  </a:moveTo>
                  <a:lnTo>
                    <a:pt x="539171" y="0"/>
                  </a:lnTo>
                  <a:cubicBezTo>
                    <a:pt x="578906" y="0"/>
                    <a:pt x="617014" y="15785"/>
                    <a:pt x="645111" y="43882"/>
                  </a:cubicBezTo>
                  <a:cubicBezTo>
                    <a:pt x="673208" y="71979"/>
                    <a:pt x="688992" y="110086"/>
                    <a:pt x="688992" y="149821"/>
                  </a:cubicBezTo>
                  <a:lnTo>
                    <a:pt x="688992" y="423966"/>
                  </a:lnTo>
                  <a:cubicBezTo>
                    <a:pt x="688992" y="463701"/>
                    <a:pt x="673208" y="501808"/>
                    <a:pt x="645111" y="529905"/>
                  </a:cubicBezTo>
                  <a:cubicBezTo>
                    <a:pt x="617014" y="558002"/>
                    <a:pt x="578906" y="573787"/>
                    <a:pt x="539171" y="573787"/>
                  </a:cubicBezTo>
                  <a:lnTo>
                    <a:pt x="149821" y="573787"/>
                  </a:lnTo>
                  <a:cubicBezTo>
                    <a:pt x="110086" y="573787"/>
                    <a:pt x="71979" y="558002"/>
                    <a:pt x="43882" y="529905"/>
                  </a:cubicBezTo>
                  <a:cubicBezTo>
                    <a:pt x="15785" y="501808"/>
                    <a:pt x="0" y="463701"/>
                    <a:pt x="0" y="423966"/>
                  </a:cubicBezTo>
                  <a:lnTo>
                    <a:pt x="0" y="149821"/>
                  </a:lnTo>
                  <a:cubicBezTo>
                    <a:pt x="0" y="110086"/>
                    <a:pt x="15785" y="71979"/>
                    <a:pt x="43882" y="43882"/>
                  </a:cubicBezTo>
                  <a:cubicBezTo>
                    <a:pt x="71979" y="15785"/>
                    <a:pt x="110086" y="0"/>
                    <a:pt x="149821" y="0"/>
                  </a:cubicBezTo>
                  <a:close/>
                </a:path>
              </a:pathLst>
            </a:custGeom>
            <a:solidFill>
              <a:srgbClr val="2E6B4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88992" cy="602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12487460" y="2123261"/>
            <a:ext cx="181928" cy="1741170"/>
            <a:chOff x="0" y="0"/>
            <a:chExt cx="242570" cy="2321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4290" y="50800"/>
              <a:ext cx="176530" cy="2222500"/>
            </a:xfrm>
            <a:custGeom>
              <a:avLst/>
              <a:gdLst/>
              <a:ahLst/>
              <a:cxnLst/>
              <a:rect r="r" b="b" t="t" l="l"/>
              <a:pathLst>
                <a:path h="2222500" w="176530">
                  <a:moveTo>
                    <a:pt x="81280" y="107950"/>
                  </a:moveTo>
                  <a:cubicBezTo>
                    <a:pt x="76200" y="1295400"/>
                    <a:pt x="176530" y="2052320"/>
                    <a:pt x="156210" y="2178050"/>
                  </a:cubicBezTo>
                  <a:cubicBezTo>
                    <a:pt x="152400" y="2202180"/>
                    <a:pt x="148590" y="2213610"/>
                    <a:pt x="140970" y="2218690"/>
                  </a:cubicBezTo>
                  <a:cubicBezTo>
                    <a:pt x="134620" y="2222500"/>
                    <a:pt x="123190" y="2219960"/>
                    <a:pt x="116840" y="2216150"/>
                  </a:cubicBezTo>
                  <a:cubicBezTo>
                    <a:pt x="111760" y="2212340"/>
                    <a:pt x="109220" y="2208530"/>
                    <a:pt x="105410" y="2194560"/>
                  </a:cubicBezTo>
                  <a:cubicBezTo>
                    <a:pt x="81280" y="2096770"/>
                    <a:pt x="110490" y="1261110"/>
                    <a:pt x="106680" y="867410"/>
                  </a:cubicBezTo>
                  <a:cubicBezTo>
                    <a:pt x="101600" y="552450"/>
                    <a:pt x="48260" y="87630"/>
                    <a:pt x="85090" y="17780"/>
                  </a:cubicBezTo>
                  <a:cubicBezTo>
                    <a:pt x="91440" y="3810"/>
                    <a:pt x="102870" y="0"/>
                    <a:pt x="110490" y="0"/>
                  </a:cubicBezTo>
                  <a:cubicBezTo>
                    <a:pt x="116840" y="0"/>
                    <a:pt x="127000" y="6350"/>
                    <a:pt x="130810" y="12700"/>
                  </a:cubicBezTo>
                  <a:cubicBezTo>
                    <a:pt x="134620" y="17780"/>
                    <a:pt x="134620" y="29210"/>
                    <a:pt x="132080" y="35560"/>
                  </a:cubicBezTo>
                  <a:cubicBezTo>
                    <a:pt x="129540" y="41910"/>
                    <a:pt x="120650" y="49530"/>
                    <a:pt x="113030" y="50800"/>
                  </a:cubicBezTo>
                  <a:cubicBezTo>
                    <a:pt x="105410" y="50800"/>
                    <a:pt x="90170" y="43180"/>
                    <a:pt x="86360" y="35560"/>
                  </a:cubicBezTo>
                  <a:cubicBezTo>
                    <a:pt x="82550" y="30480"/>
                    <a:pt x="83820" y="17780"/>
                    <a:pt x="87630" y="12700"/>
                  </a:cubicBezTo>
                  <a:cubicBezTo>
                    <a:pt x="91440" y="6350"/>
                    <a:pt x="100330" y="0"/>
                    <a:pt x="107950" y="0"/>
                  </a:cubicBezTo>
                  <a:cubicBezTo>
                    <a:pt x="115570" y="0"/>
                    <a:pt x="127000" y="6350"/>
                    <a:pt x="133350" y="17780"/>
                  </a:cubicBezTo>
                  <a:cubicBezTo>
                    <a:pt x="148590" y="44450"/>
                    <a:pt x="139700" y="104140"/>
                    <a:pt x="142240" y="195580"/>
                  </a:cubicBezTo>
                  <a:cubicBezTo>
                    <a:pt x="149860" y="483870"/>
                    <a:pt x="156210" y="1722120"/>
                    <a:pt x="157480" y="2015490"/>
                  </a:cubicBezTo>
                  <a:cubicBezTo>
                    <a:pt x="157480" y="2109470"/>
                    <a:pt x="171450" y="2171700"/>
                    <a:pt x="156210" y="2200910"/>
                  </a:cubicBezTo>
                  <a:cubicBezTo>
                    <a:pt x="149860" y="2212340"/>
                    <a:pt x="137160" y="2221230"/>
                    <a:pt x="128270" y="2219960"/>
                  </a:cubicBezTo>
                  <a:cubicBezTo>
                    <a:pt x="120650" y="2218690"/>
                    <a:pt x="113030" y="2212340"/>
                    <a:pt x="105410" y="2194560"/>
                  </a:cubicBezTo>
                  <a:cubicBezTo>
                    <a:pt x="62230" y="2091690"/>
                    <a:pt x="25400" y="1299210"/>
                    <a:pt x="16510" y="922020"/>
                  </a:cubicBezTo>
                  <a:cubicBezTo>
                    <a:pt x="8890" y="621030"/>
                    <a:pt x="0" y="187960"/>
                    <a:pt x="30480" y="107950"/>
                  </a:cubicBezTo>
                  <a:cubicBezTo>
                    <a:pt x="36830" y="91440"/>
                    <a:pt x="45720" y="83820"/>
                    <a:pt x="53340" y="82550"/>
                  </a:cubicBezTo>
                  <a:cubicBezTo>
                    <a:pt x="62230" y="82550"/>
                    <a:pt x="81280" y="107950"/>
                    <a:pt x="81280" y="107950"/>
                  </a:cubicBezTo>
                </a:path>
              </a:pathLst>
            </a:custGeom>
            <a:solidFill>
              <a:srgbClr val="4EA96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-5400000">
            <a:off x="12336489" y="1881326"/>
            <a:ext cx="232410" cy="1992630"/>
            <a:chOff x="0" y="0"/>
            <a:chExt cx="309880" cy="2656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3020" y="50800"/>
              <a:ext cx="256540" cy="2555240"/>
            </a:xfrm>
            <a:custGeom>
              <a:avLst/>
              <a:gdLst/>
              <a:ahLst/>
              <a:cxnLst/>
              <a:rect r="r" b="b" t="t" l="l"/>
              <a:pathLst>
                <a:path h="2555240" w="256540">
                  <a:moveTo>
                    <a:pt x="68580" y="834390"/>
                  </a:moveTo>
                  <a:cubicBezTo>
                    <a:pt x="92710" y="1590040"/>
                    <a:pt x="125730" y="1899920"/>
                    <a:pt x="128270" y="2029460"/>
                  </a:cubicBezTo>
                  <a:cubicBezTo>
                    <a:pt x="129540" y="2086610"/>
                    <a:pt x="137160" y="2132330"/>
                    <a:pt x="125730" y="2152650"/>
                  </a:cubicBezTo>
                  <a:cubicBezTo>
                    <a:pt x="119380" y="2161540"/>
                    <a:pt x="107950" y="2166620"/>
                    <a:pt x="100330" y="2165350"/>
                  </a:cubicBezTo>
                  <a:cubicBezTo>
                    <a:pt x="92710" y="2164080"/>
                    <a:pt x="85090" y="2160270"/>
                    <a:pt x="78740" y="2146300"/>
                  </a:cubicBezTo>
                  <a:cubicBezTo>
                    <a:pt x="40640" y="2062480"/>
                    <a:pt x="81280" y="1426210"/>
                    <a:pt x="77470" y="1073150"/>
                  </a:cubicBezTo>
                  <a:cubicBezTo>
                    <a:pt x="73660" y="730250"/>
                    <a:pt x="15240" y="149860"/>
                    <a:pt x="55880" y="58420"/>
                  </a:cubicBezTo>
                  <a:cubicBezTo>
                    <a:pt x="63500" y="40640"/>
                    <a:pt x="74930" y="33020"/>
                    <a:pt x="83820" y="33020"/>
                  </a:cubicBezTo>
                  <a:cubicBezTo>
                    <a:pt x="91440" y="33020"/>
                    <a:pt x="104140" y="46990"/>
                    <a:pt x="106680" y="58420"/>
                  </a:cubicBezTo>
                  <a:cubicBezTo>
                    <a:pt x="110490" y="77470"/>
                    <a:pt x="85090" y="105410"/>
                    <a:pt x="78740" y="143510"/>
                  </a:cubicBezTo>
                  <a:cubicBezTo>
                    <a:pt x="66040" y="219710"/>
                    <a:pt x="62230" y="375920"/>
                    <a:pt x="68580" y="485140"/>
                  </a:cubicBezTo>
                  <a:cubicBezTo>
                    <a:pt x="74930" y="586740"/>
                    <a:pt x="104140" y="681990"/>
                    <a:pt x="111760" y="777240"/>
                  </a:cubicBezTo>
                  <a:cubicBezTo>
                    <a:pt x="118110" y="867410"/>
                    <a:pt x="92710" y="982980"/>
                    <a:pt x="113030" y="1043940"/>
                  </a:cubicBezTo>
                  <a:cubicBezTo>
                    <a:pt x="125730" y="1080770"/>
                    <a:pt x="163830" y="1101090"/>
                    <a:pt x="172720" y="1123950"/>
                  </a:cubicBezTo>
                  <a:cubicBezTo>
                    <a:pt x="179070" y="1137920"/>
                    <a:pt x="176530" y="1140460"/>
                    <a:pt x="177800" y="1160780"/>
                  </a:cubicBezTo>
                  <a:cubicBezTo>
                    <a:pt x="185420" y="1244600"/>
                    <a:pt x="198120" y="1593850"/>
                    <a:pt x="201930" y="1816100"/>
                  </a:cubicBezTo>
                  <a:cubicBezTo>
                    <a:pt x="207010" y="2048510"/>
                    <a:pt x="231140" y="2454910"/>
                    <a:pt x="203200" y="2529840"/>
                  </a:cubicBezTo>
                  <a:cubicBezTo>
                    <a:pt x="196850" y="2545080"/>
                    <a:pt x="189230" y="2553970"/>
                    <a:pt x="181610" y="2553970"/>
                  </a:cubicBezTo>
                  <a:cubicBezTo>
                    <a:pt x="172720" y="2555240"/>
                    <a:pt x="156210" y="2543810"/>
                    <a:pt x="153670" y="2534920"/>
                  </a:cubicBezTo>
                  <a:cubicBezTo>
                    <a:pt x="151130" y="2527300"/>
                    <a:pt x="163830" y="2522220"/>
                    <a:pt x="167640" y="2503170"/>
                  </a:cubicBezTo>
                  <a:cubicBezTo>
                    <a:pt x="189230" y="2410460"/>
                    <a:pt x="137160" y="1705610"/>
                    <a:pt x="175260" y="1620520"/>
                  </a:cubicBezTo>
                  <a:cubicBezTo>
                    <a:pt x="182880" y="1604010"/>
                    <a:pt x="195580" y="1595120"/>
                    <a:pt x="203200" y="1596390"/>
                  </a:cubicBezTo>
                  <a:cubicBezTo>
                    <a:pt x="212090" y="1596390"/>
                    <a:pt x="222250" y="1606550"/>
                    <a:pt x="226060" y="1620520"/>
                  </a:cubicBezTo>
                  <a:cubicBezTo>
                    <a:pt x="236220" y="1659890"/>
                    <a:pt x="184150" y="1789430"/>
                    <a:pt x="175260" y="1871980"/>
                  </a:cubicBezTo>
                  <a:cubicBezTo>
                    <a:pt x="165100" y="1951990"/>
                    <a:pt x="172720" y="2039620"/>
                    <a:pt x="166370" y="2112010"/>
                  </a:cubicBezTo>
                  <a:cubicBezTo>
                    <a:pt x="160020" y="2172970"/>
                    <a:pt x="152400" y="2242820"/>
                    <a:pt x="139700" y="2280920"/>
                  </a:cubicBezTo>
                  <a:cubicBezTo>
                    <a:pt x="134620" y="2299970"/>
                    <a:pt x="128270" y="2317750"/>
                    <a:pt x="119380" y="2324100"/>
                  </a:cubicBezTo>
                  <a:cubicBezTo>
                    <a:pt x="113030" y="2327910"/>
                    <a:pt x="101600" y="2326640"/>
                    <a:pt x="95250" y="2322830"/>
                  </a:cubicBezTo>
                  <a:cubicBezTo>
                    <a:pt x="88900" y="2319020"/>
                    <a:pt x="86360" y="2315210"/>
                    <a:pt x="82550" y="2302510"/>
                  </a:cubicBezTo>
                  <a:cubicBezTo>
                    <a:pt x="60960" y="2227580"/>
                    <a:pt x="83820" y="1614170"/>
                    <a:pt x="92710" y="1445260"/>
                  </a:cubicBezTo>
                  <a:cubicBezTo>
                    <a:pt x="96520" y="1374140"/>
                    <a:pt x="102870" y="1369060"/>
                    <a:pt x="106680" y="1292860"/>
                  </a:cubicBezTo>
                  <a:cubicBezTo>
                    <a:pt x="116840" y="1075690"/>
                    <a:pt x="63500" y="129540"/>
                    <a:pt x="107950" y="25400"/>
                  </a:cubicBezTo>
                  <a:cubicBezTo>
                    <a:pt x="115570" y="7620"/>
                    <a:pt x="125730" y="0"/>
                    <a:pt x="134620" y="0"/>
                  </a:cubicBezTo>
                  <a:cubicBezTo>
                    <a:pt x="143510" y="0"/>
                    <a:pt x="158750" y="20320"/>
                    <a:pt x="158750" y="27940"/>
                  </a:cubicBezTo>
                  <a:cubicBezTo>
                    <a:pt x="157480" y="36830"/>
                    <a:pt x="137160" y="52070"/>
                    <a:pt x="129540" y="50800"/>
                  </a:cubicBezTo>
                  <a:cubicBezTo>
                    <a:pt x="120650" y="49530"/>
                    <a:pt x="106680" y="29210"/>
                    <a:pt x="107950" y="20320"/>
                  </a:cubicBezTo>
                  <a:cubicBezTo>
                    <a:pt x="109220" y="11430"/>
                    <a:pt x="123190" y="0"/>
                    <a:pt x="132080" y="0"/>
                  </a:cubicBezTo>
                  <a:cubicBezTo>
                    <a:pt x="140970" y="0"/>
                    <a:pt x="151130" y="7620"/>
                    <a:pt x="158750" y="25400"/>
                  </a:cubicBezTo>
                  <a:cubicBezTo>
                    <a:pt x="203200" y="129540"/>
                    <a:pt x="167640" y="1078230"/>
                    <a:pt x="157480" y="1294130"/>
                  </a:cubicBezTo>
                  <a:cubicBezTo>
                    <a:pt x="153670" y="1369060"/>
                    <a:pt x="147320" y="1374140"/>
                    <a:pt x="143510" y="1445260"/>
                  </a:cubicBezTo>
                  <a:cubicBezTo>
                    <a:pt x="134620" y="1614170"/>
                    <a:pt x="170180" y="2227580"/>
                    <a:pt x="133350" y="2305050"/>
                  </a:cubicBezTo>
                  <a:cubicBezTo>
                    <a:pt x="125730" y="2320290"/>
                    <a:pt x="115570" y="2326640"/>
                    <a:pt x="106680" y="2326640"/>
                  </a:cubicBezTo>
                  <a:cubicBezTo>
                    <a:pt x="99060" y="2326640"/>
                    <a:pt x="87630" y="2316480"/>
                    <a:pt x="82550" y="2302510"/>
                  </a:cubicBezTo>
                  <a:cubicBezTo>
                    <a:pt x="72390" y="2270760"/>
                    <a:pt x="107950" y="2180590"/>
                    <a:pt x="115570" y="2112010"/>
                  </a:cubicBezTo>
                  <a:cubicBezTo>
                    <a:pt x="123190" y="2034540"/>
                    <a:pt x="114300" y="1944370"/>
                    <a:pt x="124460" y="1861820"/>
                  </a:cubicBezTo>
                  <a:cubicBezTo>
                    <a:pt x="134620" y="1779270"/>
                    <a:pt x="152400" y="1649730"/>
                    <a:pt x="176530" y="1615440"/>
                  </a:cubicBezTo>
                  <a:cubicBezTo>
                    <a:pt x="184150" y="1602740"/>
                    <a:pt x="195580" y="1595120"/>
                    <a:pt x="203200" y="1596390"/>
                  </a:cubicBezTo>
                  <a:cubicBezTo>
                    <a:pt x="212090" y="1596390"/>
                    <a:pt x="219710" y="1604010"/>
                    <a:pt x="226060" y="1620520"/>
                  </a:cubicBezTo>
                  <a:cubicBezTo>
                    <a:pt x="256540" y="1703070"/>
                    <a:pt x="236220" y="2353310"/>
                    <a:pt x="217170" y="2477770"/>
                  </a:cubicBezTo>
                  <a:cubicBezTo>
                    <a:pt x="212090" y="2514600"/>
                    <a:pt x="208280" y="2534920"/>
                    <a:pt x="196850" y="2546350"/>
                  </a:cubicBezTo>
                  <a:cubicBezTo>
                    <a:pt x="189230" y="2552700"/>
                    <a:pt x="176530" y="2555240"/>
                    <a:pt x="168910" y="2552700"/>
                  </a:cubicBezTo>
                  <a:cubicBezTo>
                    <a:pt x="162560" y="2551430"/>
                    <a:pt x="157480" y="2547620"/>
                    <a:pt x="153670" y="2534920"/>
                  </a:cubicBezTo>
                  <a:cubicBezTo>
                    <a:pt x="129540" y="2471420"/>
                    <a:pt x="156210" y="2054860"/>
                    <a:pt x="151130" y="1818640"/>
                  </a:cubicBezTo>
                  <a:cubicBezTo>
                    <a:pt x="147320" y="1586230"/>
                    <a:pt x="170180" y="1215390"/>
                    <a:pt x="125730" y="1127760"/>
                  </a:cubicBezTo>
                  <a:cubicBezTo>
                    <a:pt x="113030" y="1101090"/>
                    <a:pt x="86360" y="1103630"/>
                    <a:pt x="74930" y="1087120"/>
                  </a:cubicBezTo>
                  <a:cubicBezTo>
                    <a:pt x="67310" y="1074420"/>
                    <a:pt x="66040" y="1065530"/>
                    <a:pt x="62230" y="1043940"/>
                  </a:cubicBezTo>
                  <a:cubicBezTo>
                    <a:pt x="55880" y="995680"/>
                    <a:pt x="68580" y="883920"/>
                    <a:pt x="62230" y="796290"/>
                  </a:cubicBezTo>
                  <a:cubicBezTo>
                    <a:pt x="54610" y="698500"/>
                    <a:pt x="24130" y="591820"/>
                    <a:pt x="17780" y="485140"/>
                  </a:cubicBezTo>
                  <a:cubicBezTo>
                    <a:pt x="11430" y="370840"/>
                    <a:pt x="13970" y="210820"/>
                    <a:pt x="29210" y="132080"/>
                  </a:cubicBezTo>
                  <a:cubicBezTo>
                    <a:pt x="36830" y="91440"/>
                    <a:pt x="46990" y="54610"/>
                    <a:pt x="62230" y="41910"/>
                  </a:cubicBezTo>
                  <a:cubicBezTo>
                    <a:pt x="69850" y="34290"/>
                    <a:pt x="82550" y="31750"/>
                    <a:pt x="90170" y="34290"/>
                  </a:cubicBezTo>
                  <a:cubicBezTo>
                    <a:pt x="96520" y="36830"/>
                    <a:pt x="101600" y="43180"/>
                    <a:pt x="106680" y="58420"/>
                  </a:cubicBezTo>
                  <a:cubicBezTo>
                    <a:pt x="134620" y="147320"/>
                    <a:pt x="124460" y="730250"/>
                    <a:pt x="128270" y="1073150"/>
                  </a:cubicBezTo>
                  <a:cubicBezTo>
                    <a:pt x="132080" y="1423670"/>
                    <a:pt x="171450" y="2045970"/>
                    <a:pt x="128270" y="2139950"/>
                  </a:cubicBezTo>
                  <a:cubicBezTo>
                    <a:pt x="120650" y="2157730"/>
                    <a:pt x="109220" y="2166620"/>
                    <a:pt x="100330" y="2165350"/>
                  </a:cubicBezTo>
                  <a:cubicBezTo>
                    <a:pt x="91440" y="2165350"/>
                    <a:pt x="83820" y="2153920"/>
                    <a:pt x="77470" y="2139950"/>
                  </a:cubicBezTo>
                  <a:cubicBezTo>
                    <a:pt x="63500" y="2103120"/>
                    <a:pt x="78740" y="2011680"/>
                    <a:pt x="74930" y="1912620"/>
                  </a:cubicBezTo>
                  <a:cubicBezTo>
                    <a:pt x="67310" y="1722120"/>
                    <a:pt x="24130" y="1276350"/>
                    <a:pt x="17780" y="1079500"/>
                  </a:cubicBezTo>
                  <a:cubicBezTo>
                    <a:pt x="13970" y="971550"/>
                    <a:pt x="0" y="863600"/>
                    <a:pt x="19050" y="829310"/>
                  </a:cubicBezTo>
                  <a:cubicBezTo>
                    <a:pt x="25400" y="816610"/>
                    <a:pt x="38100" y="808990"/>
                    <a:pt x="45720" y="810260"/>
                  </a:cubicBezTo>
                  <a:cubicBezTo>
                    <a:pt x="54610" y="810260"/>
                    <a:pt x="68580" y="834390"/>
                    <a:pt x="68580" y="834390"/>
                  </a:cubicBezTo>
                </a:path>
              </a:pathLst>
            </a:custGeom>
            <a:solidFill>
              <a:srgbClr val="4EA96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045385" y="3084810"/>
            <a:ext cx="6807249" cy="4529915"/>
          </a:xfrm>
          <a:custGeom>
            <a:avLst/>
            <a:gdLst/>
            <a:ahLst/>
            <a:cxnLst/>
            <a:rect r="r" b="b" t="t" l="l"/>
            <a:pathLst>
              <a:path h="4529915" w="6807249">
                <a:moveTo>
                  <a:pt x="0" y="0"/>
                </a:moveTo>
                <a:lnTo>
                  <a:pt x="6807248" y="0"/>
                </a:lnTo>
                <a:lnTo>
                  <a:pt x="6807248" y="4529915"/>
                </a:lnTo>
                <a:lnTo>
                  <a:pt x="0" y="45299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722011" y="3608597"/>
            <a:ext cx="181928" cy="1741170"/>
            <a:chOff x="0" y="0"/>
            <a:chExt cx="242570" cy="2321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4290" y="50800"/>
              <a:ext cx="176530" cy="2222500"/>
            </a:xfrm>
            <a:custGeom>
              <a:avLst/>
              <a:gdLst/>
              <a:ahLst/>
              <a:cxnLst/>
              <a:rect r="r" b="b" t="t" l="l"/>
              <a:pathLst>
                <a:path h="2222500" w="176530">
                  <a:moveTo>
                    <a:pt x="81280" y="107950"/>
                  </a:moveTo>
                  <a:cubicBezTo>
                    <a:pt x="76200" y="1295400"/>
                    <a:pt x="176530" y="2052320"/>
                    <a:pt x="156210" y="2178050"/>
                  </a:cubicBezTo>
                  <a:cubicBezTo>
                    <a:pt x="152400" y="2202180"/>
                    <a:pt x="148590" y="2213610"/>
                    <a:pt x="140970" y="2218690"/>
                  </a:cubicBezTo>
                  <a:cubicBezTo>
                    <a:pt x="134620" y="2222500"/>
                    <a:pt x="123190" y="2219960"/>
                    <a:pt x="116840" y="2216150"/>
                  </a:cubicBezTo>
                  <a:cubicBezTo>
                    <a:pt x="111760" y="2212340"/>
                    <a:pt x="109220" y="2208530"/>
                    <a:pt x="105410" y="2194560"/>
                  </a:cubicBezTo>
                  <a:cubicBezTo>
                    <a:pt x="81280" y="2096770"/>
                    <a:pt x="110490" y="1261110"/>
                    <a:pt x="106680" y="867410"/>
                  </a:cubicBezTo>
                  <a:cubicBezTo>
                    <a:pt x="101600" y="552450"/>
                    <a:pt x="48260" y="87630"/>
                    <a:pt x="85090" y="17780"/>
                  </a:cubicBezTo>
                  <a:cubicBezTo>
                    <a:pt x="91440" y="3810"/>
                    <a:pt x="102870" y="0"/>
                    <a:pt x="110490" y="0"/>
                  </a:cubicBezTo>
                  <a:cubicBezTo>
                    <a:pt x="116840" y="0"/>
                    <a:pt x="127000" y="6350"/>
                    <a:pt x="130810" y="12700"/>
                  </a:cubicBezTo>
                  <a:cubicBezTo>
                    <a:pt x="134620" y="17780"/>
                    <a:pt x="134620" y="29210"/>
                    <a:pt x="132080" y="35560"/>
                  </a:cubicBezTo>
                  <a:cubicBezTo>
                    <a:pt x="129540" y="41910"/>
                    <a:pt x="120650" y="49530"/>
                    <a:pt x="113030" y="50800"/>
                  </a:cubicBezTo>
                  <a:cubicBezTo>
                    <a:pt x="105410" y="50800"/>
                    <a:pt x="90170" y="43180"/>
                    <a:pt x="86360" y="35560"/>
                  </a:cubicBezTo>
                  <a:cubicBezTo>
                    <a:pt x="82550" y="30480"/>
                    <a:pt x="83820" y="17780"/>
                    <a:pt x="87630" y="12700"/>
                  </a:cubicBezTo>
                  <a:cubicBezTo>
                    <a:pt x="91440" y="6350"/>
                    <a:pt x="100330" y="0"/>
                    <a:pt x="107950" y="0"/>
                  </a:cubicBezTo>
                  <a:cubicBezTo>
                    <a:pt x="115570" y="0"/>
                    <a:pt x="127000" y="6350"/>
                    <a:pt x="133350" y="17780"/>
                  </a:cubicBezTo>
                  <a:cubicBezTo>
                    <a:pt x="148590" y="44450"/>
                    <a:pt x="139700" y="104140"/>
                    <a:pt x="142240" y="195580"/>
                  </a:cubicBezTo>
                  <a:cubicBezTo>
                    <a:pt x="149860" y="483870"/>
                    <a:pt x="156210" y="1722120"/>
                    <a:pt x="157480" y="2015490"/>
                  </a:cubicBezTo>
                  <a:cubicBezTo>
                    <a:pt x="157480" y="2109470"/>
                    <a:pt x="171450" y="2171700"/>
                    <a:pt x="156210" y="2200910"/>
                  </a:cubicBezTo>
                  <a:cubicBezTo>
                    <a:pt x="149860" y="2212340"/>
                    <a:pt x="137160" y="2221230"/>
                    <a:pt x="128270" y="2219960"/>
                  </a:cubicBezTo>
                  <a:cubicBezTo>
                    <a:pt x="120650" y="2218690"/>
                    <a:pt x="113030" y="2212340"/>
                    <a:pt x="105410" y="2194560"/>
                  </a:cubicBezTo>
                  <a:cubicBezTo>
                    <a:pt x="62230" y="2091690"/>
                    <a:pt x="25400" y="1299210"/>
                    <a:pt x="16510" y="922020"/>
                  </a:cubicBezTo>
                  <a:cubicBezTo>
                    <a:pt x="8890" y="621030"/>
                    <a:pt x="0" y="187960"/>
                    <a:pt x="30480" y="107950"/>
                  </a:cubicBezTo>
                  <a:cubicBezTo>
                    <a:pt x="36830" y="91440"/>
                    <a:pt x="45720" y="83820"/>
                    <a:pt x="53340" y="82550"/>
                  </a:cubicBezTo>
                  <a:cubicBezTo>
                    <a:pt x="62230" y="82550"/>
                    <a:pt x="81280" y="107950"/>
                    <a:pt x="81280" y="107950"/>
                  </a:cubicBezTo>
                </a:path>
              </a:pathLst>
            </a:custGeom>
            <a:solidFill>
              <a:srgbClr val="4EA96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812975" y="3357137"/>
            <a:ext cx="232410" cy="1992630"/>
            <a:chOff x="0" y="0"/>
            <a:chExt cx="309880" cy="2656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3020" y="50800"/>
              <a:ext cx="256540" cy="2555240"/>
            </a:xfrm>
            <a:custGeom>
              <a:avLst/>
              <a:gdLst/>
              <a:ahLst/>
              <a:cxnLst/>
              <a:rect r="r" b="b" t="t" l="l"/>
              <a:pathLst>
                <a:path h="2555240" w="256540">
                  <a:moveTo>
                    <a:pt x="68580" y="834390"/>
                  </a:moveTo>
                  <a:cubicBezTo>
                    <a:pt x="92710" y="1590040"/>
                    <a:pt x="125730" y="1899920"/>
                    <a:pt x="128270" y="2029460"/>
                  </a:cubicBezTo>
                  <a:cubicBezTo>
                    <a:pt x="129540" y="2086610"/>
                    <a:pt x="137160" y="2132330"/>
                    <a:pt x="125730" y="2152650"/>
                  </a:cubicBezTo>
                  <a:cubicBezTo>
                    <a:pt x="119380" y="2161540"/>
                    <a:pt x="107950" y="2166620"/>
                    <a:pt x="100330" y="2165350"/>
                  </a:cubicBezTo>
                  <a:cubicBezTo>
                    <a:pt x="92710" y="2164080"/>
                    <a:pt x="85090" y="2160270"/>
                    <a:pt x="78740" y="2146300"/>
                  </a:cubicBezTo>
                  <a:cubicBezTo>
                    <a:pt x="40640" y="2062480"/>
                    <a:pt x="81280" y="1426210"/>
                    <a:pt x="77470" y="1073150"/>
                  </a:cubicBezTo>
                  <a:cubicBezTo>
                    <a:pt x="73660" y="730250"/>
                    <a:pt x="15240" y="149860"/>
                    <a:pt x="55880" y="58420"/>
                  </a:cubicBezTo>
                  <a:cubicBezTo>
                    <a:pt x="63500" y="40640"/>
                    <a:pt x="74930" y="33020"/>
                    <a:pt x="83820" y="33020"/>
                  </a:cubicBezTo>
                  <a:cubicBezTo>
                    <a:pt x="91440" y="33020"/>
                    <a:pt x="104140" y="46990"/>
                    <a:pt x="106680" y="58420"/>
                  </a:cubicBezTo>
                  <a:cubicBezTo>
                    <a:pt x="110490" y="77470"/>
                    <a:pt x="85090" y="105410"/>
                    <a:pt x="78740" y="143510"/>
                  </a:cubicBezTo>
                  <a:cubicBezTo>
                    <a:pt x="66040" y="219710"/>
                    <a:pt x="62230" y="375920"/>
                    <a:pt x="68580" y="485140"/>
                  </a:cubicBezTo>
                  <a:cubicBezTo>
                    <a:pt x="74930" y="586740"/>
                    <a:pt x="104140" y="681990"/>
                    <a:pt x="111760" y="777240"/>
                  </a:cubicBezTo>
                  <a:cubicBezTo>
                    <a:pt x="118110" y="867410"/>
                    <a:pt x="92710" y="982980"/>
                    <a:pt x="113030" y="1043940"/>
                  </a:cubicBezTo>
                  <a:cubicBezTo>
                    <a:pt x="125730" y="1080770"/>
                    <a:pt x="163830" y="1101090"/>
                    <a:pt x="172720" y="1123950"/>
                  </a:cubicBezTo>
                  <a:cubicBezTo>
                    <a:pt x="179070" y="1137920"/>
                    <a:pt x="176530" y="1140460"/>
                    <a:pt x="177800" y="1160780"/>
                  </a:cubicBezTo>
                  <a:cubicBezTo>
                    <a:pt x="185420" y="1244600"/>
                    <a:pt x="198120" y="1593850"/>
                    <a:pt x="201930" y="1816100"/>
                  </a:cubicBezTo>
                  <a:cubicBezTo>
                    <a:pt x="207010" y="2048510"/>
                    <a:pt x="231140" y="2454910"/>
                    <a:pt x="203200" y="2529840"/>
                  </a:cubicBezTo>
                  <a:cubicBezTo>
                    <a:pt x="196850" y="2545080"/>
                    <a:pt x="189230" y="2553970"/>
                    <a:pt x="181610" y="2553970"/>
                  </a:cubicBezTo>
                  <a:cubicBezTo>
                    <a:pt x="172720" y="2555240"/>
                    <a:pt x="156210" y="2543810"/>
                    <a:pt x="153670" y="2534920"/>
                  </a:cubicBezTo>
                  <a:cubicBezTo>
                    <a:pt x="151130" y="2527300"/>
                    <a:pt x="163830" y="2522220"/>
                    <a:pt x="167640" y="2503170"/>
                  </a:cubicBezTo>
                  <a:cubicBezTo>
                    <a:pt x="189230" y="2410460"/>
                    <a:pt x="137160" y="1705610"/>
                    <a:pt x="175260" y="1620520"/>
                  </a:cubicBezTo>
                  <a:cubicBezTo>
                    <a:pt x="182880" y="1604010"/>
                    <a:pt x="195580" y="1595120"/>
                    <a:pt x="203200" y="1596390"/>
                  </a:cubicBezTo>
                  <a:cubicBezTo>
                    <a:pt x="212090" y="1596390"/>
                    <a:pt x="222250" y="1606550"/>
                    <a:pt x="226060" y="1620520"/>
                  </a:cubicBezTo>
                  <a:cubicBezTo>
                    <a:pt x="236220" y="1659890"/>
                    <a:pt x="184150" y="1789430"/>
                    <a:pt x="175260" y="1871980"/>
                  </a:cubicBezTo>
                  <a:cubicBezTo>
                    <a:pt x="165100" y="1951990"/>
                    <a:pt x="172720" y="2039620"/>
                    <a:pt x="166370" y="2112010"/>
                  </a:cubicBezTo>
                  <a:cubicBezTo>
                    <a:pt x="160020" y="2172970"/>
                    <a:pt x="152400" y="2242820"/>
                    <a:pt x="139700" y="2280920"/>
                  </a:cubicBezTo>
                  <a:cubicBezTo>
                    <a:pt x="134620" y="2299970"/>
                    <a:pt x="128270" y="2317750"/>
                    <a:pt x="119380" y="2324100"/>
                  </a:cubicBezTo>
                  <a:cubicBezTo>
                    <a:pt x="113030" y="2327910"/>
                    <a:pt x="101600" y="2326640"/>
                    <a:pt x="95250" y="2322830"/>
                  </a:cubicBezTo>
                  <a:cubicBezTo>
                    <a:pt x="88900" y="2319020"/>
                    <a:pt x="86360" y="2315210"/>
                    <a:pt x="82550" y="2302510"/>
                  </a:cubicBezTo>
                  <a:cubicBezTo>
                    <a:pt x="60960" y="2227580"/>
                    <a:pt x="83820" y="1614170"/>
                    <a:pt x="92710" y="1445260"/>
                  </a:cubicBezTo>
                  <a:cubicBezTo>
                    <a:pt x="96520" y="1374140"/>
                    <a:pt x="102870" y="1369060"/>
                    <a:pt x="106680" y="1292860"/>
                  </a:cubicBezTo>
                  <a:cubicBezTo>
                    <a:pt x="116840" y="1075690"/>
                    <a:pt x="63500" y="129540"/>
                    <a:pt x="107950" y="25400"/>
                  </a:cubicBezTo>
                  <a:cubicBezTo>
                    <a:pt x="115570" y="7620"/>
                    <a:pt x="125730" y="0"/>
                    <a:pt x="134620" y="0"/>
                  </a:cubicBezTo>
                  <a:cubicBezTo>
                    <a:pt x="143510" y="0"/>
                    <a:pt x="158750" y="20320"/>
                    <a:pt x="158750" y="27940"/>
                  </a:cubicBezTo>
                  <a:cubicBezTo>
                    <a:pt x="157480" y="36830"/>
                    <a:pt x="137160" y="52070"/>
                    <a:pt x="129540" y="50800"/>
                  </a:cubicBezTo>
                  <a:cubicBezTo>
                    <a:pt x="120650" y="49530"/>
                    <a:pt x="106680" y="29210"/>
                    <a:pt x="107950" y="20320"/>
                  </a:cubicBezTo>
                  <a:cubicBezTo>
                    <a:pt x="109220" y="11430"/>
                    <a:pt x="123190" y="0"/>
                    <a:pt x="132080" y="0"/>
                  </a:cubicBezTo>
                  <a:cubicBezTo>
                    <a:pt x="140970" y="0"/>
                    <a:pt x="151130" y="7620"/>
                    <a:pt x="158750" y="25400"/>
                  </a:cubicBezTo>
                  <a:cubicBezTo>
                    <a:pt x="203200" y="129540"/>
                    <a:pt x="167640" y="1078230"/>
                    <a:pt x="157480" y="1294130"/>
                  </a:cubicBezTo>
                  <a:cubicBezTo>
                    <a:pt x="153670" y="1369060"/>
                    <a:pt x="147320" y="1374140"/>
                    <a:pt x="143510" y="1445260"/>
                  </a:cubicBezTo>
                  <a:cubicBezTo>
                    <a:pt x="134620" y="1614170"/>
                    <a:pt x="170180" y="2227580"/>
                    <a:pt x="133350" y="2305050"/>
                  </a:cubicBezTo>
                  <a:cubicBezTo>
                    <a:pt x="125730" y="2320290"/>
                    <a:pt x="115570" y="2326640"/>
                    <a:pt x="106680" y="2326640"/>
                  </a:cubicBezTo>
                  <a:cubicBezTo>
                    <a:pt x="99060" y="2326640"/>
                    <a:pt x="87630" y="2316480"/>
                    <a:pt x="82550" y="2302510"/>
                  </a:cubicBezTo>
                  <a:cubicBezTo>
                    <a:pt x="72390" y="2270760"/>
                    <a:pt x="107950" y="2180590"/>
                    <a:pt x="115570" y="2112010"/>
                  </a:cubicBezTo>
                  <a:cubicBezTo>
                    <a:pt x="123190" y="2034540"/>
                    <a:pt x="114300" y="1944370"/>
                    <a:pt x="124460" y="1861820"/>
                  </a:cubicBezTo>
                  <a:cubicBezTo>
                    <a:pt x="134620" y="1779270"/>
                    <a:pt x="152400" y="1649730"/>
                    <a:pt x="176530" y="1615440"/>
                  </a:cubicBezTo>
                  <a:cubicBezTo>
                    <a:pt x="184150" y="1602740"/>
                    <a:pt x="195580" y="1595120"/>
                    <a:pt x="203200" y="1596390"/>
                  </a:cubicBezTo>
                  <a:cubicBezTo>
                    <a:pt x="212090" y="1596390"/>
                    <a:pt x="219710" y="1604010"/>
                    <a:pt x="226060" y="1620520"/>
                  </a:cubicBezTo>
                  <a:cubicBezTo>
                    <a:pt x="256540" y="1703070"/>
                    <a:pt x="236220" y="2353310"/>
                    <a:pt x="217170" y="2477770"/>
                  </a:cubicBezTo>
                  <a:cubicBezTo>
                    <a:pt x="212090" y="2514600"/>
                    <a:pt x="208280" y="2534920"/>
                    <a:pt x="196850" y="2546350"/>
                  </a:cubicBezTo>
                  <a:cubicBezTo>
                    <a:pt x="189230" y="2552700"/>
                    <a:pt x="176530" y="2555240"/>
                    <a:pt x="168910" y="2552700"/>
                  </a:cubicBezTo>
                  <a:cubicBezTo>
                    <a:pt x="162560" y="2551430"/>
                    <a:pt x="157480" y="2547620"/>
                    <a:pt x="153670" y="2534920"/>
                  </a:cubicBezTo>
                  <a:cubicBezTo>
                    <a:pt x="129540" y="2471420"/>
                    <a:pt x="156210" y="2054860"/>
                    <a:pt x="151130" y="1818640"/>
                  </a:cubicBezTo>
                  <a:cubicBezTo>
                    <a:pt x="147320" y="1586230"/>
                    <a:pt x="170180" y="1215390"/>
                    <a:pt x="125730" y="1127760"/>
                  </a:cubicBezTo>
                  <a:cubicBezTo>
                    <a:pt x="113030" y="1101090"/>
                    <a:pt x="86360" y="1103630"/>
                    <a:pt x="74930" y="1087120"/>
                  </a:cubicBezTo>
                  <a:cubicBezTo>
                    <a:pt x="67310" y="1074420"/>
                    <a:pt x="66040" y="1065530"/>
                    <a:pt x="62230" y="1043940"/>
                  </a:cubicBezTo>
                  <a:cubicBezTo>
                    <a:pt x="55880" y="995680"/>
                    <a:pt x="68580" y="883920"/>
                    <a:pt x="62230" y="796290"/>
                  </a:cubicBezTo>
                  <a:cubicBezTo>
                    <a:pt x="54610" y="698500"/>
                    <a:pt x="24130" y="591820"/>
                    <a:pt x="17780" y="485140"/>
                  </a:cubicBezTo>
                  <a:cubicBezTo>
                    <a:pt x="11430" y="370840"/>
                    <a:pt x="13970" y="210820"/>
                    <a:pt x="29210" y="132080"/>
                  </a:cubicBezTo>
                  <a:cubicBezTo>
                    <a:pt x="36830" y="91440"/>
                    <a:pt x="46990" y="54610"/>
                    <a:pt x="62230" y="41910"/>
                  </a:cubicBezTo>
                  <a:cubicBezTo>
                    <a:pt x="69850" y="34290"/>
                    <a:pt x="82550" y="31750"/>
                    <a:pt x="90170" y="34290"/>
                  </a:cubicBezTo>
                  <a:cubicBezTo>
                    <a:pt x="96520" y="36830"/>
                    <a:pt x="101600" y="43180"/>
                    <a:pt x="106680" y="58420"/>
                  </a:cubicBezTo>
                  <a:cubicBezTo>
                    <a:pt x="134620" y="147320"/>
                    <a:pt x="124460" y="730250"/>
                    <a:pt x="128270" y="1073150"/>
                  </a:cubicBezTo>
                  <a:cubicBezTo>
                    <a:pt x="132080" y="1423670"/>
                    <a:pt x="171450" y="2045970"/>
                    <a:pt x="128270" y="2139950"/>
                  </a:cubicBezTo>
                  <a:cubicBezTo>
                    <a:pt x="120650" y="2157730"/>
                    <a:pt x="109220" y="2166620"/>
                    <a:pt x="100330" y="2165350"/>
                  </a:cubicBezTo>
                  <a:cubicBezTo>
                    <a:pt x="91440" y="2165350"/>
                    <a:pt x="83820" y="2153920"/>
                    <a:pt x="77470" y="2139950"/>
                  </a:cubicBezTo>
                  <a:cubicBezTo>
                    <a:pt x="63500" y="2103120"/>
                    <a:pt x="78740" y="2011680"/>
                    <a:pt x="74930" y="1912620"/>
                  </a:cubicBezTo>
                  <a:cubicBezTo>
                    <a:pt x="67310" y="1722120"/>
                    <a:pt x="24130" y="1276350"/>
                    <a:pt x="17780" y="1079500"/>
                  </a:cubicBezTo>
                  <a:cubicBezTo>
                    <a:pt x="13970" y="971550"/>
                    <a:pt x="0" y="863600"/>
                    <a:pt x="19050" y="829310"/>
                  </a:cubicBezTo>
                  <a:cubicBezTo>
                    <a:pt x="25400" y="816610"/>
                    <a:pt x="38100" y="808990"/>
                    <a:pt x="45720" y="810260"/>
                  </a:cubicBezTo>
                  <a:cubicBezTo>
                    <a:pt x="54610" y="810260"/>
                    <a:pt x="68580" y="834390"/>
                    <a:pt x="68580" y="834390"/>
                  </a:cubicBezTo>
                </a:path>
              </a:pathLst>
            </a:custGeom>
            <a:solidFill>
              <a:srgbClr val="4EA96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6852633" y="5394960"/>
            <a:ext cx="181928" cy="1741170"/>
            <a:chOff x="0" y="0"/>
            <a:chExt cx="242570" cy="2321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34290" y="50800"/>
              <a:ext cx="176530" cy="2222500"/>
            </a:xfrm>
            <a:custGeom>
              <a:avLst/>
              <a:gdLst/>
              <a:ahLst/>
              <a:cxnLst/>
              <a:rect r="r" b="b" t="t" l="l"/>
              <a:pathLst>
                <a:path h="2222500" w="176530">
                  <a:moveTo>
                    <a:pt x="81280" y="107950"/>
                  </a:moveTo>
                  <a:cubicBezTo>
                    <a:pt x="76200" y="1295400"/>
                    <a:pt x="176530" y="2052320"/>
                    <a:pt x="156210" y="2178050"/>
                  </a:cubicBezTo>
                  <a:cubicBezTo>
                    <a:pt x="152400" y="2202180"/>
                    <a:pt x="148590" y="2213610"/>
                    <a:pt x="140970" y="2218690"/>
                  </a:cubicBezTo>
                  <a:cubicBezTo>
                    <a:pt x="134620" y="2222500"/>
                    <a:pt x="123190" y="2219960"/>
                    <a:pt x="116840" y="2216150"/>
                  </a:cubicBezTo>
                  <a:cubicBezTo>
                    <a:pt x="111760" y="2212340"/>
                    <a:pt x="109220" y="2208530"/>
                    <a:pt x="105410" y="2194560"/>
                  </a:cubicBezTo>
                  <a:cubicBezTo>
                    <a:pt x="81280" y="2096770"/>
                    <a:pt x="110490" y="1261110"/>
                    <a:pt x="106680" y="867410"/>
                  </a:cubicBezTo>
                  <a:cubicBezTo>
                    <a:pt x="101600" y="552450"/>
                    <a:pt x="48260" y="87630"/>
                    <a:pt x="85090" y="17780"/>
                  </a:cubicBezTo>
                  <a:cubicBezTo>
                    <a:pt x="91440" y="3810"/>
                    <a:pt x="102870" y="0"/>
                    <a:pt x="110490" y="0"/>
                  </a:cubicBezTo>
                  <a:cubicBezTo>
                    <a:pt x="116840" y="0"/>
                    <a:pt x="127000" y="6350"/>
                    <a:pt x="130810" y="12700"/>
                  </a:cubicBezTo>
                  <a:cubicBezTo>
                    <a:pt x="134620" y="17780"/>
                    <a:pt x="134620" y="29210"/>
                    <a:pt x="132080" y="35560"/>
                  </a:cubicBezTo>
                  <a:cubicBezTo>
                    <a:pt x="129540" y="41910"/>
                    <a:pt x="120650" y="49530"/>
                    <a:pt x="113030" y="50800"/>
                  </a:cubicBezTo>
                  <a:cubicBezTo>
                    <a:pt x="105410" y="50800"/>
                    <a:pt x="90170" y="43180"/>
                    <a:pt x="86360" y="35560"/>
                  </a:cubicBezTo>
                  <a:cubicBezTo>
                    <a:pt x="82550" y="30480"/>
                    <a:pt x="83820" y="17780"/>
                    <a:pt x="87630" y="12700"/>
                  </a:cubicBezTo>
                  <a:cubicBezTo>
                    <a:pt x="91440" y="6350"/>
                    <a:pt x="100330" y="0"/>
                    <a:pt x="107950" y="0"/>
                  </a:cubicBezTo>
                  <a:cubicBezTo>
                    <a:pt x="115570" y="0"/>
                    <a:pt x="127000" y="6350"/>
                    <a:pt x="133350" y="17780"/>
                  </a:cubicBezTo>
                  <a:cubicBezTo>
                    <a:pt x="148590" y="44450"/>
                    <a:pt x="139700" y="104140"/>
                    <a:pt x="142240" y="195580"/>
                  </a:cubicBezTo>
                  <a:cubicBezTo>
                    <a:pt x="149860" y="483870"/>
                    <a:pt x="156210" y="1722120"/>
                    <a:pt x="157480" y="2015490"/>
                  </a:cubicBezTo>
                  <a:cubicBezTo>
                    <a:pt x="157480" y="2109470"/>
                    <a:pt x="171450" y="2171700"/>
                    <a:pt x="156210" y="2200910"/>
                  </a:cubicBezTo>
                  <a:cubicBezTo>
                    <a:pt x="149860" y="2212340"/>
                    <a:pt x="137160" y="2221230"/>
                    <a:pt x="128270" y="2219960"/>
                  </a:cubicBezTo>
                  <a:cubicBezTo>
                    <a:pt x="120650" y="2218690"/>
                    <a:pt x="113030" y="2212340"/>
                    <a:pt x="105410" y="2194560"/>
                  </a:cubicBezTo>
                  <a:cubicBezTo>
                    <a:pt x="62230" y="2091690"/>
                    <a:pt x="25400" y="1299210"/>
                    <a:pt x="16510" y="922020"/>
                  </a:cubicBezTo>
                  <a:cubicBezTo>
                    <a:pt x="8890" y="621030"/>
                    <a:pt x="0" y="187960"/>
                    <a:pt x="30480" y="107950"/>
                  </a:cubicBezTo>
                  <a:cubicBezTo>
                    <a:pt x="36830" y="91440"/>
                    <a:pt x="45720" y="83820"/>
                    <a:pt x="53340" y="82550"/>
                  </a:cubicBezTo>
                  <a:cubicBezTo>
                    <a:pt x="62230" y="82550"/>
                    <a:pt x="81280" y="107950"/>
                    <a:pt x="81280" y="107950"/>
                  </a:cubicBezTo>
                </a:path>
              </a:pathLst>
            </a:custGeom>
            <a:solidFill>
              <a:srgbClr val="4EA96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6943597" y="5143500"/>
            <a:ext cx="232410" cy="1992630"/>
            <a:chOff x="0" y="0"/>
            <a:chExt cx="309880" cy="2656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3020" y="50800"/>
              <a:ext cx="256540" cy="2555240"/>
            </a:xfrm>
            <a:custGeom>
              <a:avLst/>
              <a:gdLst/>
              <a:ahLst/>
              <a:cxnLst/>
              <a:rect r="r" b="b" t="t" l="l"/>
              <a:pathLst>
                <a:path h="2555240" w="256540">
                  <a:moveTo>
                    <a:pt x="68580" y="834390"/>
                  </a:moveTo>
                  <a:cubicBezTo>
                    <a:pt x="92710" y="1590040"/>
                    <a:pt x="125730" y="1899920"/>
                    <a:pt x="128270" y="2029460"/>
                  </a:cubicBezTo>
                  <a:cubicBezTo>
                    <a:pt x="129540" y="2086610"/>
                    <a:pt x="137160" y="2132330"/>
                    <a:pt x="125730" y="2152650"/>
                  </a:cubicBezTo>
                  <a:cubicBezTo>
                    <a:pt x="119380" y="2161540"/>
                    <a:pt x="107950" y="2166620"/>
                    <a:pt x="100330" y="2165350"/>
                  </a:cubicBezTo>
                  <a:cubicBezTo>
                    <a:pt x="92710" y="2164080"/>
                    <a:pt x="85090" y="2160270"/>
                    <a:pt x="78740" y="2146300"/>
                  </a:cubicBezTo>
                  <a:cubicBezTo>
                    <a:pt x="40640" y="2062480"/>
                    <a:pt x="81280" y="1426210"/>
                    <a:pt x="77470" y="1073150"/>
                  </a:cubicBezTo>
                  <a:cubicBezTo>
                    <a:pt x="73660" y="730250"/>
                    <a:pt x="15240" y="149860"/>
                    <a:pt x="55880" y="58420"/>
                  </a:cubicBezTo>
                  <a:cubicBezTo>
                    <a:pt x="63500" y="40640"/>
                    <a:pt x="74930" y="33020"/>
                    <a:pt x="83820" y="33020"/>
                  </a:cubicBezTo>
                  <a:cubicBezTo>
                    <a:pt x="91440" y="33020"/>
                    <a:pt x="104140" y="46990"/>
                    <a:pt x="106680" y="58420"/>
                  </a:cubicBezTo>
                  <a:cubicBezTo>
                    <a:pt x="110490" y="77470"/>
                    <a:pt x="85090" y="105410"/>
                    <a:pt x="78740" y="143510"/>
                  </a:cubicBezTo>
                  <a:cubicBezTo>
                    <a:pt x="66040" y="219710"/>
                    <a:pt x="62230" y="375920"/>
                    <a:pt x="68580" y="485140"/>
                  </a:cubicBezTo>
                  <a:cubicBezTo>
                    <a:pt x="74930" y="586740"/>
                    <a:pt x="104140" y="681990"/>
                    <a:pt x="111760" y="777240"/>
                  </a:cubicBezTo>
                  <a:cubicBezTo>
                    <a:pt x="118110" y="867410"/>
                    <a:pt x="92710" y="982980"/>
                    <a:pt x="113030" y="1043940"/>
                  </a:cubicBezTo>
                  <a:cubicBezTo>
                    <a:pt x="125730" y="1080770"/>
                    <a:pt x="163830" y="1101090"/>
                    <a:pt x="172720" y="1123950"/>
                  </a:cubicBezTo>
                  <a:cubicBezTo>
                    <a:pt x="179070" y="1137920"/>
                    <a:pt x="176530" y="1140460"/>
                    <a:pt x="177800" y="1160780"/>
                  </a:cubicBezTo>
                  <a:cubicBezTo>
                    <a:pt x="185420" y="1244600"/>
                    <a:pt x="198120" y="1593850"/>
                    <a:pt x="201930" y="1816100"/>
                  </a:cubicBezTo>
                  <a:cubicBezTo>
                    <a:pt x="207010" y="2048510"/>
                    <a:pt x="231140" y="2454910"/>
                    <a:pt x="203200" y="2529840"/>
                  </a:cubicBezTo>
                  <a:cubicBezTo>
                    <a:pt x="196850" y="2545080"/>
                    <a:pt x="189230" y="2553970"/>
                    <a:pt x="181610" y="2553970"/>
                  </a:cubicBezTo>
                  <a:cubicBezTo>
                    <a:pt x="172720" y="2555240"/>
                    <a:pt x="156210" y="2543810"/>
                    <a:pt x="153670" y="2534920"/>
                  </a:cubicBezTo>
                  <a:cubicBezTo>
                    <a:pt x="151130" y="2527300"/>
                    <a:pt x="163830" y="2522220"/>
                    <a:pt x="167640" y="2503170"/>
                  </a:cubicBezTo>
                  <a:cubicBezTo>
                    <a:pt x="189230" y="2410460"/>
                    <a:pt x="137160" y="1705610"/>
                    <a:pt x="175260" y="1620520"/>
                  </a:cubicBezTo>
                  <a:cubicBezTo>
                    <a:pt x="182880" y="1604010"/>
                    <a:pt x="195580" y="1595120"/>
                    <a:pt x="203200" y="1596390"/>
                  </a:cubicBezTo>
                  <a:cubicBezTo>
                    <a:pt x="212090" y="1596390"/>
                    <a:pt x="222250" y="1606550"/>
                    <a:pt x="226060" y="1620520"/>
                  </a:cubicBezTo>
                  <a:cubicBezTo>
                    <a:pt x="236220" y="1659890"/>
                    <a:pt x="184150" y="1789430"/>
                    <a:pt x="175260" y="1871980"/>
                  </a:cubicBezTo>
                  <a:cubicBezTo>
                    <a:pt x="165100" y="1951990"/>
                    <a:pt x="172720" y="2039620"/>
                    <a:pt x="166370" y="2112010"/>
                  </a:cubicBezTo>
                  <a:cubicBezTo>
                    <a:pt x="160020" y="2172970"/>
                    <a:pt x="152400" y="2242820"/>
                    <a:pt x="139700" y="2280920"/>
                  </a:cubicBezTo>
                  <a:cubicBezTo>
                    <a:pt x="134620" y="2299970"/>
                    <a:pt x="128270" y="2317750"/>
                    <a:pt x="119380" y="2324100"/>
                  </a:cubicBezTo>
                  <a:cubicBezTo>
                    <a:pt x="113030" y="2327910"/>
                    <a:pt x="101600" y="2326640"/>
                    <a:pt x="95250" y="2322830"/>
                  </a:cubicBezTo>
                  <a:cubicBezTo>
                    <a:pt x="88900" y="2319020"/>
                    <a:pt x="86360" y="2315210"/>
                    <a:pt x="82550" y="2302510"/>
                  </a:cubicBezTo>
                  <a:cubicBezTo>
                    <a:pt x="60960" y="2227580"/>
                    <a:pt x="83820" y="1614170"/>
                    <a:pt x="92710" y="1445260"/>
                  </a:cubicBezTo>
                  <a:cubicBezTo>
                    <a:pt x="96520" y="1374140"/>
                    <a:pt x="102870" y="1369060"/>
                    <a:pt x="106680" y="1292860"/>
                  </a:cubicBezTo>
                  <a:cubicBezTo>
                    <a:pt x="116840" y="1075690"/>
                    <a:pt x="63500" y="129540"/>
                    <a:pt x="107950" y="25400"/>
                  </a:cubicBezTo>
                  <a:cubicBezTo>
                    <a:pt x="115570" y="7620"/>
                    <a:pt x="125730" y="0"/>
                    <a:pt x="134620" y="0"/>
                  </a:cubicBezTo>
                  <a:cubicBezTo>
                    <a:pt x="143510" y="0"/>
                    <a:pt x="158750" y="20320"/>
                    <a:pt x="158750" y="27940"/>
                  </a:cubicBezTo>
                  <a:cubicBezTo>
                    <a:pt x="157480" y="36830"/>
                    <a:pt x="137160" y="52070"/>
                    <a:pt x="129540" y="50800"/>
                  </a:cubicBezTo>
                  <a:cubicBezTo>
                    <a:pt x="120650" y="49530"/>
                    <a:pt x="106680" y="29210"/>
                    <a:pt x="107950" y="20320"/>
                  </a:cubicBezTo>
                  <a:cubicBezTo>
                    <a:pt x="109220" y="11430"/>
                    <a:pt x="123190" y="0"/>
                    <a:pt x="132080" y="0"/>
                  </a:cubicBezTo>
                  <a:cubicBezTo>
                    <a:pt x="140970" y="0"/>
                    <a:pt x="151130" y="7620"/>
                    <a:pt x="158750" y="25400"/>
                  </a:cubicBezTo>
                  <a:cubicBezTo>
                    <a:pt x="203200" y="129540"/>
                    <a:pt x="167640" y="1078230"/>
                    <a:pt x="157480" y="1294130"/>
                  </a:cubicBezTo>
                  <a:cubicBezTo>
                    <a:pt x="153670" y="1369060"/>
                    <a:pt x="147320" y="1374140"/>
                    <a:pt x="143510" y="1445260"/>
                  </a:cubicBezTo>
                  <a:cubicBezTo>
                    <a:pt x="134620" y="1614170"/>
                    <a:pt x="170180" y="2227580"/>
                    <a:pt x="133350" y="2305050"/>
                  </a:cubicBezTo>
                  <a:cubicBezTo>
                    <a:pt x="125730" y="2320290"/>
                    <a:pt x="115570" y="2326640"/>
                    <a:pt x="106680" y="2326640"/>
                  </a:cubicBezTo>
                  <a:cubicBezTo>
                    <a:pt x="99060" y="2326640"/>
                    <a:pt x="87630" y="2316480"/>
                    <a:pt x="82550" y="2302510"/>
                  </a:cubicBezTo>
                  <a:cubicBezTo>
                    <a:pt x="72390" y="2270760"/>
                    <a:pt x="107950" y="2180590"/>
                    <a:pt x="115570" y="2112010"/>
                  </a:cubicBezTo>
                  <a:cubicBezTo>
                    <a:pt x="123190" y="2034540"/>
                    <a:pt x="114300" y="1944370"/>
                    <a:pt x="124460" y="1861820"/>
                  </a:cubicBezTo>
                  <a:cubicBezTo>
                    <a:pt x="134620" y="1779270"/>
                    <a:pt x="152400" y="1649730"/>
                    <a:pt x="176530" y="1615440"/>
                  </a:cubicBezTo>
                  <a:cubicBezTo>
                    <a:pt x="184150" y="1602740"/>
                    <a:pt x="195580" y="1595120"/>
                    <a:pt x="203200" y="1596390"/>
                  </a:cubicBezTo>
                  <a:cubicBezTo>
                    <a:pt x="212090" y="1596390"/>
                    <a:pt x="219710" y="1604010"/>
                    <a:pt x="226060" y="1620520"/>
                  </a:cubicBezTo>
                  <a:cubicBezTo>
                    <a:pt x="256540" y="1703070"/>
                    <a:pt x="236220" y="2353310"/>
                    <a:pt x="217170" y="2477770"/>
                  </a:cubicBezTo>
                  <a:cubicBezTo>
                    <a:pt x="212090" y="2514600"/>
                    <a:pt x="208280" y="2534920"/>
                    <a:pt x="196850" y="2546350"/>
                  </a:cubicBezTo>
                  <a:cubicBezTo>
                    <a:pt x="189230" y="2552700"/>
                    <a:pt x="176530" y="2555240"/>
                    <a:pt x="168910" y="2552700"/>
                  </a:cubicBezTo>
                  <a:cubicBezTo>
                    <a:pt x="162560" y="2551430"/>
                    <a:pt x="157480" y="2547620"/>
                    <a:pt x="153670" y="2534920"/>
                  </a:cubicBezTo>
                  <a:cubicBezTo>
                    <a:pt x="129540" y="2471420"/>
                    <a:pt x="156210" y="2054860"/>
                    <a:pt x="151130" y="1818640"/>
                  </a:cubicBezTo>
                  <a:cubicBezTo>
                    <a:pt x="147320" y="1586230"/>
                    <a:pt x="170180" y="1215390"/>
                    <a:pt x="125730" y="1127760"/>
                  </a:cubicBezTo>
                  <a:cubicBezTo>
                    <a:pt x="113030" y="1101090"/>
                    <a:pt x="86360" y="1103630"/>
                    <a:pt x="74930" y="1087120"/>
                  </a:cubicBezTo>
                  <a:cubicBezTo>
                    <a:pt x="67310" y="1074420"/>
                    <a:pt x="66040" y="1065530"/>
                    <a:pt x="62230" y="1043940"/>
                  </a:cubicBezTo>
                  <a:cubicBezTo>
                    <a:pt x="55880" y="995680"/>
                    <a:pt x="68580" y="883920"/>
                    <a:pt x="62230" y="796290"/>
                  </a:cubicBezTo>
                  <a:cubicBezTo>
                    <a:pt x="54610" y="698500"/>
                    <a:pt x="24130" y="591820"/>
                    <a:pt x="17780" y="485140"/>
                  </a:cubicBezTo>
                  <a:cubicBezTo>
                    <a:pt x="11430" y="370840"/>
                    <a:pt x="13970" y="210820"/>
                    <a:pt x="29210" y="132080"/>
                  </a:cubicBezTo>
                  <a:cubicBezTo>
                    <a:pt x="36830" y="91440"/>
                    <a:pt x="46990" y="54610"/>
                    <a:pt x="62230" y="41910"/>
                  </a:cubicBezTo>
                  <a:cubicBezTo>
                    <a:pt x="69850" y="34290"/>
                    <a:pt x="82550" y="31750"/>
                    <a:pt x="90170" y="34290"/>
                  </a:cubicBezTo>
                  <a:cubicBezTo>
                    <a:pt x="96520" y="36830"/>
                    <a:pt x="101600" y="43180"/>
                    <a:pt x="106680" y="58420"/>
                  </a:cubicBezTo>
                  <a:cubicBezTo>
                    <a:pt x="134620" y="147320"/>
                    <a:pt x="124460" y="730250"/>
                    <a:pt x="128270" y="1073150"/>
                  </a:cubicBezTo>
                  <a:cubicBezTo>
                    <a:pt x="132080" y="1423670"/>
                    <a:pt x="171450" y="2045970"/>
                    <a:pt x="128270" y="2139950"/>
                  </a:cubicBezTo>
                  <a:cubicBezTo>
                    <a:pt x="120650" y="2157730"/>
                    <a:pt x="109220" y="2166620"/>
                    <a:pt x="100330" y="2165350"/>
                  </a:cubicBezTo>
                  <a:cubicBezTo>
                    <a:pt x="91440" y="2165350"/>
                    <a:pt x="83820" y="2153920"/>
                    <a:pt x="77470" y="2139950"/>
                  </a:cubicBezTo>
                  <a:cubicBezTo>
                    <a:pt x="63500" y="2103120"/>
                    <a:pt x="78740" y="2011680"/>
                    <a:pt x="74930" y="1912620"/>
                  </a:cubicBezTo>
                  <a:cubicBezTo>
                    <a:pt x="67310" y="1722120"/>
                    <a:pt x="24130" y="1276350"/>
                    <a:pt x="17780" y="1079500"/>
                  </a:cubicBezTo>
                  <a:cubicBezTo>
                    <a:pt x="13970" y="971550"/>
                    <a:pt x="0" y="863600"/>
                    <a:pt x="19050" y="829310"/>
                  </a:cubicBezTo>
                  <a:cubicBezTo>
                    <a:pt x="25400" y="816610"/>
                    <a:pt x="38100" y="808990"/>
                    <a:pt x="45720" y="810260"/>
                  </a:cubicBezTo>
                  <a:cubicBezTo>
                    <a:pt x="54610" y="810260"/>
                    <a:pt x="68580" y="834390"/>
                    <a:pt x="68580" y="834390"/>
                  </a:cubicBezTo>
                </a:path>
              </a:pathLst>
            </a:custGeom>
            <a:solidFill>
              <a:srgbClr val="4EA96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5400000">
            <a:off x="14728813" y="6835103"/>
            <a:ext cx="181928" cy="1741170"/>
            <a:chOff x="0" y="0"/>
            <a:chExt cx="242570" cy="2321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4290" y="50800"/>
              <a:ext cx="176530" cy="2222500"/>
            </a:xfrm>
            <a:custGeom>
              <a:avLst/>
              <a:gdLst/>
              <a:ahLst/>
              <a:cxnLst/>
              <a:rect r="r" b="b" t="t" l="l"/>
              <a:pathLst>
                <a:path h="2222500" w="176530">
                  <a:moveTo>
                    <a:pt x="81280" y="107950"/>
                  </a:moveTo>
                  <a:cubicBezTo>
                    <a:pt x="76200" y="1295400"/>
                    <a:pt x="176530" y="2052320"/>
                    <a:pt x="156210" y="2178050"/>
                  </a:cubicBezTo>
                  <a:cubicBezTo>
                    <a:pt x="152400" y="2202180"/>
                    <a:pt x="148590" y="2213610"/>
                    <a:pt x="140970" y="2218690"/>
                  </a:cubicBezTo>
                  <a:cubicBezTo>
                    <a:pt x="134620" y="2222500"/>
                    <a:pt x="123190" y="2219960"/>
                    <a:pt x="116840" y="2216150"/>
                  </a:cubicBezTo>
                  <a:cubicBezTo>
                    <a:pt x="111760" y="2212340"/>
                    <a:pt x="109220" y="2208530"/>
                    <a:pt x="105410" y="2194560"/>
                  </a:cubicBezTo>
                  <a:cubicBezTo>
                    <a:pt x="81280" y="2096770"/>
                    <a:pt x="110490" y="1261110"/>
                    <a:pt x="106680" y="867410"/>
                  </a:cubicBezTo>
                  <a:cubicBezTo>
                    <a:pt x="101600" y="552450"/>
                    <a:pt x="48260" y="87630"/>
                    <a:pt x="85090" y="17780"/>
                  </a:cubicBezTo>
                  <a:cubicBezTo>
                    <a:pt x="91440" y="3810"/>
                    <a:pt x="102870" y="0"/>
                    <a:pt x="110490" y="0"/>
                  </a:cubicBezTo>
                  <a:cubicBezTo>
                    <a:pt x="116840" y="0"/>
                    <a:pt x="127000" y="6350"/>
                    <a:pt x="130810" y="12700"/>
                  </a:cubicBezTo>
                  <a:cubicBezTo>
                    <a:pt x="134620" y="17780"/>
                    <a:pt x="134620" y="29210"/>
                    <a:pt x="132080" y="35560"/>
                  </a:cubicBezTo>
                  <a:cubicBezTo>
                    <a:pt x="129540" y="41910"/>
                    <a:pt x="120650" y="49530"/>
                    <a:pt x="113030" y="50800"/>
                  </a:cubicBezTo>
                  <a:cubicBezTo>
                    <a:pt x="105410" y="50800"/>
                    <a:pt x="90170" y="43180"/>
                    <a:pt x="86360" y="35560"/>
                  </a:cubicBezTo>
                  <a:cubicBezTo>
                    <a:pt x="82550" y="30480"/>
                    <a:pt x="83820" y="17780"/>
                    <a:pt x="87630" y="12700"/>
                  </a:cubicBezTo>
                  <a:cubicBezTo>
                    <a:pt x="91440" y="6350"/>
                    <a:pt x="100330" y="0"/>
                    <a:pt x="107950" y="0"/>
                  </a:cubicBezTo>
                  <a:cubicBezTo>
                    <a:pt x="115570" y="0"/>
                    <a:pt x="127000" y="6350"/>
                    <a:pt x="133350" y="17780"/>
                  </a:cubicBezTo>
                  <a:cubicBezTo>
                    <a:pt x="148590" y="44450"/>
                    <a:pt x="139700" y="104140"/>
                    <a:pt x="142240" y="195580"/>
                  </a:cubicBezTo>
                  <a:cubicBezTo>
                    <a:pt x="149860" y="483870"/>
                    <a:pt x="156210" y="1722120"/>
                    <a:pt x="157480" y="2015490"/>
                  </a:cubicBezTo>
                  <a:cubicBezTo>
                    <a:pt x="157480" y="2109470"/>
                    <a:pt x="171450" y="2171700"/>
                    <a:pt x="156210" y="2200910"/>
                  </a:cubicBezTo>
                  <a:cubicBezTo>
                    <a:pt x="149860" y="2212340"/>
                    <a:pt x="137160" y="2221230"/>
                    <a:pt x="128270" y="2219960"/>
                  </a:cubicBezTo>
                  <a:cubicBezTo>
                    <a:pt x="120650" y="2218690"/>
                    <a:pt x="113030" y="2212340"/>
                    <a:pt x="105410" y="2194560"/>
                  </a:cubicBezTo>
                  <a:cubicBezTo>
                    <a:pt x="62230" y="2091690"/>
                    <a:pt x="25400" y="1299210"/>
                    <a:pt x="16510" y="922020"/>
                  </a:cubicBezTo>
                  <a:cubicBezTo>
                    <a:pt x="8890" y="621030"/>
                    <a:pt x="0" y="187960"/>
                    <a:pt x="30480" y="107950"/>
                  </a:cubicBezTo>
                  <a:cubicBezTo>
                    <a:pt x="36830" y="91440"/>
                    <a:pt x="45720" y="83820"/>
                    <a:pt x="53340" y="82550"/>
                  </a:cubicBezTo>
                  <a:cubicBezTo>
                    <a:pt x="62230" y="82550"/>
                    <a:pt x="81280" y="107950"/>
                    <a:pt x="81280" y="107950"/>
                  </a:cubicBezTo>
                </a:path>
              </a:pathLst>
            </a:custGeom>
            <a:solidFill>
              <a:srgbClr val="4EA96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5400000">
            <a:off x="14829302" y="6825578"/>
            <a:ext cx="232410" cy="1992630"/>
            <a:chOff x="0" y="0"/>
            <a:chExt cx="309880" cy="2656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33020" y="50800"/>
              <a:ext cx="256540" cy="2555240"/>
            </a:xfrm>
            <a:custGeom>
              <a:avLst/>
              <a:gdLst/>
              <a:ahLst/>
              <a:cxnLst/>
              <a:rect r="r" b="b" t="t" l="l"/>
              <a:pathLst>
                <a:path h="2555240" w="256540">
                  <a:moveTo>
                    <a:pt x="68580" y="834390"/>
                  </a:moveTo>
                  <a:cubicBezTo>
                    <a:pt x="92710" y="1590040"/>
                    <a:pt x="125730" y="1899920"/>
                    <a:pt x="128270" y="2029460"/>
                  </a:cubicBezTo>
                  <a:cubicBezTo>
                    <a:pt x="129540" y="2086610"/>
                    <a:pt x="137160" y="2132330"/>
                    <a:pt x="125730" y="2152650"/>
                  </a:cubicBezTo>
                  <a:cubicBezTo>
                    <a:pt x="119380" y="2161540"/>
                    <a:pt x="107950" y="2166620"/>
                    <a:pt x="100330" y="2165350"/>
                  </a:cubicBezTo>
                  <a:cubicBezTo>
                    <a:pt x="92710" y="2164080"/>
                    <a:pt x="85090" y="2160270"/>
                    <a:pt x="78740" y="2146300"/>
                  </a:cubicBezTo>
                  <a:cubicBezTo>
                    <a:pt x="40640" y="2062480"/>
                    <a:pt x="81280" y="1426210"/>
                    <a:pt x="77470" y="1073150"/>
                  </a:cubicBezTo>
                  <a:cubicBezTo>
                    <a:pt x="73660" y="730250"/>
                    <a:pt x="15240" y="149860"/>
                    <a:pt x="55880" y="58420"/>
                  </a:cubicBezTo>
                  <a:cubicBezTo>
                    <a:pt x="63500" y="40640"/>
                    <a:pt x="74930" y="33020"/>
                    <a:pt x="83820" y="33020"/>
                  </a:cubicBezTo>
                  <a:cubicBezTo>
                    <a:pt x="91440" y="33020"/>
                    <a:pt x="104140" y="46990"/>
                    <a:pt x="106680" y="58420"/>
                  </a:cubicBezTo>
                  <a:cubicBezTo>
                    <a:pt x="110490" y="77470"/>
                    <a:pt x="85090" y="105410"/>
                    <a:pt x="78740" y="143510"/>
                  </a:cubicBezTo>
                  <a:cubicBezTo>
                    <a:pt x="66040" y="219710"/>
                    <a:pt x="62230" y="375920"/>
                    <a:pt x="68580" y="485140"/>
                  </a:cubicBezTo>
                  <a:cubicBezTo>
                    <a:pt x="74930" y="586740"/>
                    <a:pt x="104140" y="681990"/>
                    <a:pt x="111760" y="777240"/>
                  </a:cubicBezTo>
                  <a:cubicBezTo>
                    <a:pt x="118110" y="867410"/>
                    <a:pt x="92710" y="982980"/>
                    <a:pt x="113030" y="1043940"/>
                  </a:cubicBezTo>
                  <a:cubicBezTo>
                    <a:pt x="125730" y="1080770"/>
                    <a:pt x="163830" y="1101090"/>
                    <a:pt x="172720" y="1123950"/>
                  </a:cubicBezTo>
                  <a:cubicBezTo>
                    <a:pt x="179070" y="1137920"/>
                    <a:pt x="176530" y="1140460"/>
                    <a:pt x="177800" y="1160780"/>
                  </a:cubicBezTo>
                  <a:cubicBezTo>
                    <a:pt x="185420" y="1244600"/>
                    <a:pt x="198120" y="1593850"/>
                    <a:pt x="201930" y="1816100"/>
                  </a:cubicBezTo>
                  <a:cubicBezTo>
                    <a:pt x="207010" y="2048510"/>
                    <a:pt x="231140" y="2454910"/>
                    <a:pt x="203200" y="2529840"/>
                  </a:cubicBezTo>
                  <a:cubicBezTo>
                    <a:pt x="196850" y="2545080"/>
                    <a:pt x="189230" y="2553970"/>
                    <a:pt x="181610" y="2553970"/>
                  </a:cubicBezTo>
                  <a:cubicBezTo>
                    <a:pt x="172720" y="2555240"/>
                    <a:pt x="156210" y="2543810"/>
                    <a:pt x="153670" y="2534920"/>
                  </a:cubicBezTo>
                  <a:cubicBezTo>
                    <a:pt x="151130" y="2527300"/>
                    <a:pt x="163830" y="2522220"/>
                    <a:pt x="167640" y="2503170"/>
                  </a:cubicBezTo>
                  <a:cubicBezTo>
                    <a:pt x="189230" y="2410460"/>
                    <a:pt x="137160" y="1705610"/>
                    <a:pt x="175260" y="1620520"/>
                  </a:cubicBezTo>
                  <a:cubicBezTo>
                    <a:pt x="182880" y="1604010"/>
                    <a:pt x="195580" y="1595120"/>
                    <a:pt x="203200" y="1596390"/>
                  </a:cubicBezTo>
                  <a:cubicBezTo>
                    <a:pt x="212090" y="1596390"/>
                    <a:pt x="222250" y="1606550"/>
                    <a:pt x="226060" y="1620520"/>
                  </a:cubicBezTo>
                  <a:cubicBezTo>
                    <a:pt x="236220" y="1659890"/>
                    <a:pt x="184150" y="1789430"/>
                    <a:pt x="175260" y="1871980"/>
                  </a:cubicBezTo>
                  <a:cubicBezTo>
                    <a:pt x="165100" y="1951990"/>
                    <a:pt x="172720" y="2039620"/>
                    <a:pt x="166370" y="2112010"/>
                  </a:cubicBezTo>
                  <a:cubicBezTo>
                    <a:pt x="160020" y="2172970"/>
                    <a:pt x="152400" y="2242820"/>
                    <a:pt x="139700" y="2280920"/>
                  </a:cubicBezTo>
                  <a:cubicBezTo>
                    <a:pt x="134620" y="2299970"/>
                    <a:pt x="128270" y="2317750"/>
                    <a:pt x="119380" y="2324100"/>
                  </a:cubicBezTo>
                  <a:cubicBezTo>
                    <a:pt x="113030" y="2327910"/>
                    <a:pt x="101600" y="2326640"/>
                    <a:pt x="95250" y="2322830"/>
                  </a:cubicBezTo>
                  <a:cubicBezTo>
                    <a:pt x="88900" y="2319020"/>
                    <a:pt x="86360" y="2315210"/>
                    <a:pt x="82550" y="2302510"/>
                  </a:cubicBezTo>
                  <a:cubicBezTo>
                    <a:pt x="60960" y="2227580"/>
                    <a:pt x="83820" y="1614170"/>
                    <a:pt x="92710" y="1445260"/>
                  </a:cubicBezTo>
                  <a:cubicBezTo>
                    <a:pt x="96520" y="1374140"/>
                    <a:pt x="102870" y="1369060"/>
                    <a:pt x="106680" y="1292860"/>
                  </a:cubicBezTo>
                  <a:cubicBezTo>
                    <a:pt x="116840" y="1075690"/>
                    <a:pt x="63500" y="129540"/>
                    <a:pt x="107950" y="25400"/>
                  </a:cubicBezTo>
                  <a:cubicBezTo>
                    <a:pt x="115570" y="7620"/>
                    <a:pt x="125730" y="0"/>
                    <a:pt x="134620" y="0"/>
                  </a:cubicBezTo>
                  <a:cubicBezTo>
                    <a:pt x="143510" y="0"/>
                    <a:pt x="158750" y="20320"/>
                    <a:pt x="158750" y="27940"/>
                  </a:cubicBezTo>
                  <a:cubicBezTo>
                    <a:pt x="157480" y="36830"/>
                    <a:pt x="137160" y="52070"/>
                    <a:pt x="129540" y="50800"/>
                  </a:cubicBezTo>
                  <a:cubicBezTo>
                    <a:pt x="120650" y="49530"/>
                    <a:pt x="106680" y="29210"/>
                    <a:pt x="107950" y="20320"/>
                  </a:cubicBezTo>
                  <a:cubicBezTo>
                    <a:pt x="109220" y="11430"/>
                    <a:pt x="123190" y="0"/>
                    <a:pt x="132080" y="0"/>
                  </a:cubicBezTo>
                  <a:cubicBezTo>
                    <a:pt x="140970" y="0"/>
                    <a:pt x="151130" y="7620"/>
                    <a:pt x="158750" y="25400"/>
                  </a:cubicBezTo>
                  <a:cubicBezTo>
                    <a:pt x="203200" y="129540"/>
                    <a:pt x="167640" y="1078230"/>
                    <a:pt x="157480" y="1294130"/>
                  </a:cubicBezTo>
                  <a:cubicBezTo>
                    <a:pt x="153670" y="1369060"/>
                    <a:pt x="147320" y="1374140"/>
                    <a:pt x="143510" y="1445260"/>
                  </a:cubicBezTo>
                  <a:cubicBezTo>
                    <a:pt x="134620" y="1614170"/>
                    <a:pt x="170180" y="2227580"/>
                    <a:pt x="133350" y="2305050"/>
                  </a:cubicBezTo>
                  <a:cubicBezTo>
                    <a:pt x="125730" y="2320290"/>
                    <a:pt x="115570" y="2326640"/>
                    <a:pt x="106680" y="2326640"/>
                  </a:cubicBezTo>
                  <a:cubicBezTo>
                    <a:pt x="99060" y="2326640"/>
                    <a:pt x="87630" y="2316480"/>
                    <a:pt x="82550" y="2302510"/>
                  </a:cubicBezTo>
                  <a:cubicBezTo>
                    <a:pt x="72390" y="2270760"/>
                    <a:pt x="107950" y="2180590"/>
                    <a:pt x="115570" y="2112010"/>
                  </a:cubicBezTo>
                  <a:cubicBezTo>
                    <a:pt x="123190" y="2034540"/>
                    <a:pt x="114300" y="1944370"/>
                    <a:pt x="124460" y="1861820"/>
                  </a:cubicBezTo>
                  <a:cubicBezTo>
                    <a:pt x="134620" y="1779270"/>
                    <a:pt x="152400" y="1649730"/>
                    <a:pt x="176530" y="1615440"/>
                  </a:cubicBezTo>
                  <a:cubicBezTo>
                    <a:pt x="184150" y="1602740"/>
                    <a:pt x="195580" y="1595120"/>
                    <a:pt x="203200" y="1596390"/>
                  </a:cubicBezTo>
                  <a:cubicBezTo>
                    <a:pt x="212090" y="1596390"/>
                    <a:pt x="219710" y="1604010"/>
                    <a:pt x="226060" y="1620520"/>
                  </a:cubicBezTo>
                  <a:cubicBezTo>
                    <a:pt x="256540" y="1703070"/>
                    <a:pt x="236220" y="2353310"/>
                    <a:pt x="217170" y="2477770"/>
                  </a:cubicBezTo>
                  <a:cubicBezTo>
                    <a:pt x="212090" y="2514600"/>
                    <a:pt x="208280" y="2534920"/>
                    <a:pt x="196850" y="2546350"/>
                  </a:cubicBezTo>
                  <a:cubicBezTo>
                    <a:pt x="189230" y="2552700"/>
                    <a:pt x="176530" y="2555240"/>
                    <a:pt x="168910" y="2552700"/>
                  </a:cubicBezTo>
                  <a:cubicBezTo>
                    <a:pt x="162560" y="2551430"/>
                    <a:pt x="157480" y="2547620"/>
                    <a:pt x="153670" y="2534920"/>
                  </a:cubicBezTo>
                  <a:cubicBezTo>
                    <a:pt x="129540" y="2471420"/>
                    <a:pt x="156210" y="2054860"/>
                    <a:pt x="151130" y="1818640"/>
                  </a:cubicBezTo>
                  <a:cubicBezTo>
                    <a:pt x="147320" y="1586230"/>
                    <a:pt x="170180" y="1215390"/>
                    <a:pt x="125730" y="1127760"/>
                  </a:cubicBezTo>
                  <a:cubicBezTo>
                    <a:pt x="113030" y="1101090"/>
                    <a:pt x="86360" y="1103630"/>
                    <a:pt x="74930" y="1087120"/>
                  </a:cubicBezTo>
                  <a:cubicBezTo>
                    <a:pt x="67310" y="1074420"/>
                    <a:pt x="66040" y="1065530"/>
                    <a:pt x="62230" y="1043940"/>
                  </a:cubicBezTo>
                  <a:cubicBezTo>
                    <a:pt x="55880" y="995680"/>
                    <a:pt x="68580" y="883920"/>
                    <a:pt x="62230" y="796290"/>
                  </a:cubicBezTo>
                  <a:cubicBezTo>
                    <a:pt x="54610" y="698500"/>
                    <a:pt x="24130" y="591820"/>
                    <a:pt x="17780" y="485140"/>
                  </a:cubicBezTo>
                  <a:cubicBezTo>
                    <a:pt x="11430" y="370840"/>
                    <a:pt x="13970" y="210820"/>
                    <a:pt x="29210" y="132080"/>
                  </a:cubicBezTo>
                  <a:cubicBezTo>
                    <a:pt x="36830" y="91440"/>
                    <a:pt x="46990" y="54610"/>
                    <a:pt x="62230" y="41910"/>
                  </a:cubicBezTo>
                  <a:cubicBezTo>
                    <a:pt x="69850" y="34290"/>
                    <a:pt x="82550" y="31750"/>
                    <a:pt x="90170" y="34290"/>
                  </a:cubicBezTo>
                  <a:cubicBezTo>
                    <a:pt x="96520" y="36830"/>
                    <a:pt x="101600" y="43180"/>
                    <a:pt x="106680" y="58420"/>
                  </a:cubicBezTo>
                  <a:cubicBezTo>
                    <a:pt x="134620" y="147320"/>
                    <a:pt x="124460" y="730250"/>
                    <a:pt x="128270" y="1073150"/>
                  </a:cubicBezTo>
                  <a:cubicBezTo>
                    <a:pt x="132080" y="1423670"/>
                    <a:pt x="171450" y="2045970"/>
                    <a:pt x="128270" y="2139950"/>
                  </a:cubicBezTo>
                  <a:cubicBezTo>
                    <a:pt x="120650" y="2157730"/>
                    <a:pt x="109220" y="2166620"/>
                    <a:pt x="100330" y="2165350"/>
                  </a:cubicBezTo>
                  <a:cubicBezTo>
                    <a:pt x="91440" y="2165350"/>
                    <a:pt x="83820" y="2153920"/>
                    <a:pt x="77470" y="2139950"/>
                  </a:cubicBezTo>
                  <a:cubicBezTo>
                    <a:pt x="63500" y="2103120"/>
                    <a:pt x="78740" y="2011680"/>
                    <a:pt x="74930" y="1912620"/>
                  </a:cubicBezTo>
                  <a:cubicBezTo>
                    <a:pt x="67310" y="1722120"/>
                    <a:pt x="24130" y="1276350"/>
                    <a:pt x="17780" y="1079500"/>
                  </a:cubicBezTo>
                  <a:cubicBezTo>
                    <a:pt x="13970" y="971550"/>
                    <a:pt x="0" y="863600"/>
                    <a:pt x="19050" y="829310"/>
                  </a:cubicBezTo>
                  <a:cubicBezTo>
                    <a:pt x="25400" y="816610"/>
                    <a:pt x="38100" y="808990"/>
                    <a:pt x="45720" y="810260"/>
                  </a:cubicBezTo>
                  <a:cubicBezTo>
                    <a:pt x="54610" y="810260"/>
                    <a:pt x="68580" y="834390"/>
                    <a:pt x="68580" y="834390"/>
                  </a:cubicBezTo>
                </a:path>
              </a:pathLst>
            </a:custGeom>
            <a:solidFill>
              <a:srgbClr val="4EA96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402994" y="2044445"/>
            <a:ext cx="4151051" cy="420435"/>
          </a:xfrm>
          <a:custGeom>
            <a:avLst/>
            <a:gdLst/>
            <a:ahLst/>
            <a:cxnLst/>
            <a:rect r="r" b="b" t="t" l="l"/>
            <a:pathLst>
              <a:path h="420435" w="4151051">
                <a:moveTo>
                  <a:pt x="0" y="0"/>
                </a:moveTo>
                <a:lnTo>
                  <a:pt x="4151051" y="0"/>
                </a:lnTo>
                <a:lnTo>
                  <a:pt x="4151051" y="420434"/>
                </a:lnTo>
                <a:lnTo>
                  <a:pt x="0" y="4204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707639" y="228916"/>
            <a:ext cx="4151051" cy="420435"/>
          </a:xfrm>
          <a:custGeom>
            <a:avLst/>
            <a:gdLst/>
            <a:ahLst/>
            <a:cxnLst/>
            <a:rect r="r" b="b" t="t" l="l"/>
            <a:pathLst>
              <a:path h="420435" w="4151051">
                <a:moveTo>
                  <a:pt x="0" y="0"/>
                </a:moveTo>
                <a:lnTo>
                  <a:pt x="4151051" y="0"/>
                </a:lnTo>
                <a:lnTo>
                  <a:pt x="4151051" y="420434"/>
                </a:lnTo>
                <a:lnTo>
                  <a:pt x="0" y="4204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430395" y="2120078"/>
            <a:ext cx="3148741" cy="2278901"/>
          </a:xfrm>
          <a:custGeom>
            <a:avLst/>
            <a:gdLst/>
            <a:ahLst/>
            <a:cxnLst/>
            <a:rect r="r" b="b" t="t" l="l"/>
            <a:pathLst>
              <a:path h="2278901" w="3148741">
                <a:moveTo>
                  <a:pt x="0" y="0"/>
                </a:moveTo>
                <a:lnTo>
                  <a:pt x="3148741" y="0"/>
                </a:lnTo>
                <a:lnTo>
                  <a:pt x="3148741" y="2278901"/>
                </a:lnTo>
                <a:lnTo>
                  <a:pt x="0" y="22789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10713" y="468375"/>
            <a:ext cx="9057084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Relacionamentos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6106" y="533712"/>
            <a:ext cx="13575733" cy="1305563"/>
            <a:chOff x="0" y="0"/>
            <a:chExt cx="3575502" cy="343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5502" cy="343852"/>
            </a:xfrm>
            <a:custGeom>
              <a:avLst/>
              <a:gdLst/>
              <a:ahLst/>
              <a:cxnLst/>
              <a:rect r="r" b="b" t="t" l="l"/>
              <a:pathLst>
                <a:path h="343852" w="3575502">
                  <a:moveTo>
                    <a:pt x="0" y="0"/>
                  </a:moveTo>
                  <a:lnTo>
                    <a:pt x="3575502" y="0"/>
                  </a:lnTo>
                  <a:lnTo>
                    <a:pt x="3575502" y="343852"/>
                  </a:lnTo>
                  <a:lnTo>
                    <a:pt x="0" y="343852"/>
                  </a:lnTo>
                  <a:close/>
                </a:path>
              </a:pathLst>
            </a:custGeom>
            <a:solidFill>
              <a:srgbClr val="FBBC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75502" cy="381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106" y="2358258"/>
            <a:ext cx="10233818" cy="1333500"/>
            <a:chOff x="0" y="0"/>
            <a:chExt cx="2695327" cy="351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95327" cy="351210"/>
            </a:xfrm>
            <a:custGeom>
              <a:avLst/>
              <a:gdLst/>
              <a:ahLst/>
              <a:cxnLst/>
              <a:rect r="r" b="b" t="t" l="l"/>
              <a:pathLst>
                <a:path h="351210" w="2695327">
                  <a:moveTo>
                    <a:pt x="38582" y="0"/>
                  </a:moveTo>
                  <a:lnTo>
                    <a:pt x="2656745" y="0"/>
                  </a:lnTo>
                  <a:cubicBezTo>
                    <a:pt x="2666977" y="0"/>
                    <a:pt x="2676791" y="4065"/>
                    <a:pt x="2684026" y="11300"/>
                  </a:cubicBezTo>
                  <a:cubicBezTo>
                    <a:pt x="2691262" y="18536"/>
                    <a:pt x="2695327" y="28349"/>
                    <a:pt x="2695327" y="38582"/>
                  </a:cubicBezTo>
                  <a:lnTo>
                    <a:pt x="2695327" y="312628"/>
                  </a:lnTo>
                  <a:cubicBezTo>
                    <a:pt x="2695327" y="322861"/>
                    <a:pt x="2691262" y="332674"/>
                    <a:pt x="2684026" y="339910"/>
                  </a:cubicBezTo>
                  <a:cubicBezTo>
                    <a:pt x="2676791" y="347145"/>
                    <a:pt x="2666977" y="351210"/>
                    <a:pt x="2656745" y="351210"/>
                  </a:cubicBezTo>
                  <a:lnTo>
                    <a:pt x="38582" y="351210"/>
                  </a:lnTo>
                  <a:cubicBezTo>
                    <a:pt x="28349" y="351210"/>
                    <a:pt x="18536" y="347145"/>
                    <a:pt x="11300" y="339910"/>
                  </a:cubicBezTo>
                  <a:cubicBezTo>
                    <a:pt x="4065" y="332674"/>
                    <a:pt x="0" y="322861"/>
                    <a:pt x="0" y="312628"/>
                  </a:cubicBezTo>
                  <a:lnTo>
                    <a:pt x="0" y="38582"/>
                  </a:lnTo>
                  <a:cubicBezTo>
                    <a:pt x="0" y="28349"/>
                    <a:pt x="4065" y="18536"/>
                    <a:pt x="11300" y="11300"/>
                  </a:cubicBezTo>
                  <a:cubicBezTo>
                    <a:pt x="18536" y="4065"/>
                    <a:pt x="28349" y="0"/>
                    <a:pt x="38582" y="0"/>
                  </a:cubicBezTo>
                  <a:close/>
                </a:path>
              </a:pathLst>
            </a:custGeom>
            <a:solidFill>
              <a:srgbClr val="FCDE5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695327" cy="379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5602" y="4206108"/>
            <a:ext cx="10004719" cy="3921577"/>
            <a:chOff x="0" y="0"/>
            <a:chExt cx="2634988" cy="10328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34988" cy="1032843"/>
            </a:xfrm>
            <a:custGeom>
              <a:avLst/>
              <a:gdLst/>
              <a:ahLst/>
              <a:cxnLst/>
              <a:rect r="r" b="b" t="t" l="l"/>
              <a:pathLst>
                <a:path h="1032843" w="2634988">
                  <a:moveTo>
                    <a:pt x="39465" y="0"/>
                  </a:moveTo>
                  <a:lnTo>
                    <a:pt x="2595522" y="0"/>
                  </a:lnTo>
                  <a:cubicBezTo>
                    <a:pt x="2617319" y="0"/>
                    <a:pt x="2634988" y="17669"/>
                    <a:pt x="2634988" y="39465"/>
                  </a:cubicBezTo>
                  <a:lnTo>
                    <a:pt x="2634988" y="993378"/>
                  </a:lnTo>
                  <a:cubicBezTo>
                    <a:pt x="2634988" y="1015174"/>
                    <a:pt x="2617319" y="1032843"/>
                    <a:pt x="2595522" y="1032843"/>
                  </a:cubicBezTo>
                  <a:lnTo>
                    <a:pt x="39465" y="1032843"/>
                  </a:lnTo>
                  <a:cubicBezTo>
                    <a:pt x="17669" y="1032843"/>
                    <a:pt x="0" y="1015174"/>
                    <a:pt x="0" y="993378"/>
                  </a:cubicBezTo>
                  <a:lnTo>
                    <a:pt x="0" y="39465"/>
                  </a:lnTo>
                  <a:cubicBezTo>
                    <a:pt x="0" y="17669"/>
                    <a:pt x="17669" y="0"/>
                    <a:pt x="39465" y="0"/>
                  </a:cubicBezTo>
                  <a:close/>
                </a:path>
              </a:pathLst>
            </a:custGeom>
            <a:solidFill>
              <a:srgbClr val="FFED9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634988" cy="1061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956946" y="5143500"/>
            <a:ext cx="9802031" cy="2064323"/>
          </a:xfrm>
          <a:custGeom>
            <a:avLst/>
            <a:gdLst/>
            <a:ahLst/>
            <a:cxnLst/>
            <a:rect r="r" b="b" t="t" l="l"/>
            <a:pathLst>
              <a:path h="2064323" w="9802031">
                <a:moveTo>
                  <a:pt x="0" y="0"/>
                </a:moveTo>
                <a:lnTo>
                  <a:pt x="9802031" y="0"/>
                </a:lnTo>
                <a:lnTo>
                  <a:pt x="9802031" y="2064323"/>
                </a:lnTo>
                <a:lnTo>
                  <a:pt x="0" y="2064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06" t="-22151" r="-1836" b="-2385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5972" y="4206108"/>
            <a:ext cx="6858000" cy="4114800"/>
          </a:xfrm>
          <a:custGeom>
            <a:avLst/>
            <a:gdLst/>
            <a:ahLst/>
            <a:cxnLst/>
            <a:rect r="r" b="b" t="t" l="l"/>
            <a:pathLst>
              <a:path h="4114800" w="6858000">
                <a:moveTo>
                  <a:pt x="0" y="0"/>
                </a:moveTo>
                <a:lnTo>
                  <a:pt x="6858000" y="0"/>
                </a:lnTo>
                <a:lnTo>
                  <a:pt x="6858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734078">
            <a:off x="11075438" y="2052973"/>
            <a:ext cx="3148741" cy="2278901"/>
          </a:xfrm>
          <a:custGeom>
            <a:avLst/>
            <a:gdLst/>
            <a:ahLst/>
            <a:cxnLst/>
            <a:rect r="r" b="b" t="t" l="l"/>
            <a:pathLst>
              <a:path h="2278901" w="3148741">
                <a:moveTo>
                  <a:pt x="0" y="0"/>
                </a:moveTo>
                <a:lnTo>
                  <a:pt x="3148741" y="0"/>
                </a:lnTo>
                <a:lnTo>
                  <a:pt x="3148741" y="2278901"/>
                </a:lnTo>
                <a:lnTo>
                  <a:pt x="0" y="22789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727262" y="4111250"/>
            <a:ext cx="9845094" cy="501205"/>
          </a:xfrm>
          <a:custGeom>
            <a:avLst/>
            <a:gdLst/>
            <a:ahLst/>
            <a:cxnLst/>
            <a:rect r="r" b="b" t="t" l="l"/>
            <a:pathLst>
              <a:path h="501205" w="9845094">
                <a:moveTo>
                  <a:pt x="0" y="0"/>
                </a:moveTo>
                <a:lnTo>
                  <a:pt x="9845094" y="0"/>
                </a:lnTo>
                <a:lnTo>
                  <a:pt x="9845094" y="501205"/>
                </a:lnTo>
                <a:lnTo>
                  <a:pt x="0" y="5012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6106" y="362262"/>
            <a:ext cx="13575733" cy="147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9"/>
              </a:lnSpc>
            </a:pPr>
            <a:r>
              <a:rPr lang="en-US" sz="85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Associação e seus 4 tipos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8981" y="2514786"/>
            <a:ext cx="9948068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1- Associação de vários números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6106" y="4415658"/>
            <a:ext cx="7594972" cy="431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1..1: Apenas um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0..*: Zero ou mais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1..*:um ou mais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0..1: Nenhum ou apenas um</a:t>
            </a:r>
          </a:p>
          <a:p>
            <a:pPr algn="l" marL="734061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m..n: no mínimo m, no máximo n (m&lt;=n)</a:t>
            </a:r>
          </a:p>
          <a:p>
            <a:pPr algn="ctr">
              <a:lnSpc>
                <a:spcPts val="5882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5316970">
            <a:off x="5852154" y="6079056"/>
            <a:ext cx="3915731" cy="199346"/>
          </a:xfrm>
          <a:custGeom>
            <a:avLst/>
            <a:gdLst/>
            <a:ahLst/>
            <a:cxnLst/>
            <a:rect r="r" b="b" t="t" l="l"/>
            <a:pathLst>
              <a:path h="199346" w="3915731">
                <a:moveTo>
                  <a:pt x="0" y="0"/>
                </a:moveTo>
                <a:lnTo>
                  <a:pt x="3915731" y="0"/>
                </a:lnTo>
                <a:lnTo>
                  <a:pt x="3915731" y="199347"/>
                </a:lnTo>
                <a:lnTo>
                  <a:pt x="0" y="1993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6106" y="533712"/>
            <a:ext cx="13575733" cy="1305563"/>
            <a:chOff x="0" y="0"/>
            <a:chExt cx="3575502" cy="343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5502" cy="343852"/>
            </a:xfrm>
            <a:custGeom>
              <a:avLst/>
              <a:gdLst/>
              <a:ahLst/>
              <a:cxnLst/>
              <a:rect r="r" b="b" t="t" l="l"/>
              <a:pathLst>
                <a:path h="343852" w="3575502">
                  <a:moveTo>
                    <a:pt x="0" y="0"/>
                  </a:moveTo>
                  <a:lnTo>
                    <a:pt x="3575502" y="0"/>
                  </a:lnTo>
                  <a:lnTo>
                    <a:pt x="3575502" y="343852"/>
                  </a:lnTo>
                  <a:lnTo>
                    <a:pt x="0" y="343852"/>
                  </a:lnTo>
                  <a:close/>
                </a:path>
              </a:pathLst>
            </a:custGeom>
            <a:solidFill>
              <a:srgbClr val="FBBC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75502" cy="381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70747" y="4482333"/>
            <a:ext cx="11039048" cy="5221172"/>
          </a:xfrm>
          <a:custGeom>
            <a:avLst/>
            <a:gdLst/>
            <a:ahLst/>
            <a:cxnLst/>
            <a:rect r="r" b="b" t="t" l="l"/>
            <a:pathLst>
              <a:path h="5221172" w="11039048">
                <a:moveTo>
                  <a:pt x="0" y="0"/>
                </a:moveTo>
                <a:lnTo>
                  <a:pt x="11039048" y="0"/>
                </a:lnTo>
                <a:lnTo>
                  <a:pt x="11039048" y="5221172"/>
                </a:lnTo>
                <a:lnTo>
                  <a:pt x="0" y="5221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6106" y="2358258"/>
            <a:ext cx="8458656" cy="1333500"/>
            <a:chOff x="0" y="0"/>
            <a:chExt cx="2227794" cy="351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7794" cy="351210"/>
            </a:xfrm>
            <a:custGeom>
              <a:avLst/>
              <a:gdLst/>
              <a:ahLst/>
              <a:cxnLst/>
              <a:rect r="r" b="b" t="t" l="l"/>
              <a:pathLst>
                <a:path h="351210" w="2227794">
                  <a:moveTo>
                    <a:pt x="46679" y="0"/>
                  </a:moveTo>
                  <a:lnTo>
                    <a:pt x="2181116" y="0"/>
                  </a:lnTo>
                  <a:cubicBezTo>
                    <a:pt x="2193495" y="0"/>
                    <a:pt x="2205368" y="4918"/>
                    <a:pt x="2214122" y="13672"/>
                  </a:cubicBezTo>
                  <a:cubicBezTo>
                    <a:pt x="2222876" y="22426"/>
                    <a:pt x="2227794" y="34299"/>
                    <a:pt x="2227794" y="46679"/>
                  </a:cubicBezTo>
                  <a:lnTo>
                    <a:pt x="2227794" y="304531"/>
                  </a:lnTo>
                  <a:cubicBezTo>
                    <a:pt x="2227794" y="330311"/>
                    <a:pt x="2206895" y="351210"/>
                    <a:pt x="2181116" y="351210"/>
                  </a:cubicBezTo>
                  <a:lnTo>
                    <a:pt x="46679" y="351210"/>
                  </a:lnTo>
                  <a:cubicBezTo>
                    <a:pt x="34299" y="351210"/>
                    <a:pt x="22426" y="346292"/>
                    <a:pt x="13672" y="337538"/>
                  </a:cubicBezTo>
                  <a:cubicBezTo>
                    <a:pt x="4918" y="328784"/>
                    <a:pt x="0" y="316911"/>
                    <a:pt x="0" y="304531"/>
                  </a:cubicBezTo>
                  <a:lnTo>
                    <a:pt x="0" y="46679"/>
                  </a:lnTo>
                  <a:cubicBezTo>
                    <a:pt x="0" y="34299"/>
                    <a:pt x="4918" y="22426"/>
                    <a:pt x="13672" y="13672"/>
                  </a:cubicBezTo>
                  <a:cubicBezTo>
                    <a:pt x="22426" y="4918"/>
                    <a:pt x="34299" y="0"/>
                    <a:pt x="46679" y="0"/>
                  </a:cubicBezTo>
                  <a:close/>
                </a:path>
              </a:pathLst>
            </a:custGeom>
            <a:solidFill>
              <a:srgbClr val="FCDE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227794" cy="379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26106" y="3691758"/>
            <a:ext cx="6349139" cy="6407388"/>
          </a:xfrm>
          <a:custGeom>
            <a:avLst/>
            <a:gdLst/>
            <a:ahLst/>
            <a:cxnLst/>
            <a:rect r="r" b="b" t="t" l="l"/>
            <a:pathLst>
              <a:path h="6407388" w="6349139">
                <a:moveTo>
                  <a:pt x="0" y="0"/>
                </a:moveTo>
                <a:lnTo>
                  <a:pt x="6349138" y="0"/>
                </a:lnTo>
                <a:lnTo>
                  <a:pt x="6349138" y="6407388"/>
                </a:lnTo>
                <a:lnTo>
                  <a:pt x="0" y="6407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6106" y="362262"/>
            <a:ext cx="13575733" cy="147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9"/>
              </a:lnSpc>
            </a:pPr>
            <a:r>
              <a:rPr lang="en-US" sz="85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Associação e seus 4 tipos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742138"/>
            <a:ext cx="5367871" cy="49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4"/>
              </a:lnSpc>
              <a:spcBef>
                <a:spcPct val="0"/>
              </a:spcBef>
            </a:pPr>
            <a:r>
              <a:rPr lang="en-US" sz="4024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É uma relação na qual ambas classes tem informações uma da outra e podem acessar a propriedades das outras.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7403" y="2514786"/>
            <a:ext cx="7856061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2- Associação bidirecional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6106" y="533712"/>
            <a:ext cx="13575733" cy="1305563"/>
            <a:chOff x="0" y="0"/>
            <a:chExt cx="3575502" cy="343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5502" cy="343852"/>
            </a:xfrm>
            <a:custGeom>
              <a:avLst/>
              <a:gdLst/>
              <a:ahLst/>
              <a:cxnLst/>
              <a:rect r="r" b="b" t="t" l="l"/>
              <a:pathLst>
                <a:path h="343852" w="3575502">
                  <a:moveTo>
                    <a:pt x="0" y="0"/>
                  </a:moveTo>
                  <a:lnTo>
                    <a:pt x="3575502" y="0"/>
                  </a:lnTo>
                  <a:lnTo>
                    <a:pt x="3575502" y="343852"/>
                  </a:lnTo>
                  <a:lnTo>
                    <a:pt x="0" y="343852"/>
                  </a:lnTo>
                  <a:close/>
                </a:path>
              </a:pathLst>
            </a:custGeom>
            <a:solidFill>
              <a:srgbClr val="FBBC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75502" cy="381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106" y="2358258"/>
            <a:ext cx="8458656" cy="1333500"/>
            <a:chOff x="0" y="0"/>
            <a:chExt cx="2227794" cy="351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7794" cy="351210"/>
            </a:xfrm>
            <a:custGeom>
              <a:avLst/>
              <a:gdLst/>
              <a:ahLst/>
              <a:cxnLst/>
              <a:rect r="r" b="b" t="t" l="l"/>
              <a:pathLst>
                <a:path h="351210" w="2227794">
                  <a:moveTo>
                    <a:pt x="46679" y="0"/>
                  </a:moveTo>
                  <a:lnTo>
                    <a:pt x="2181116" y="0"/>
                  </a:lnTo>
                  <a:cubicBezTo>
                    <a:pt x="2193495" y="0"/>
                    <a:pt x="2205368" y="4918"/>
                    <a:pt x="2214122" y="13672"/>
                  </a:cubicBezTo>
                  <a:cubicBezTo>
                    <a:pt x="2222876" y="22426"/>
                    <a:pt x="2227794" y="34299"/>
                    <a:pt x="2227794" y="46679"/>
                  </a:cubicBezTo>
                  <a:lnTo>
                    <a:pt x="2227794" y="304531"/>
                  </a:lnTo>
                  <a:cubicBezTo>
                    <a:pt x="2227794" y="330311"/>
                    <a:pt x="2206895" y="351210"/>
                    <a:pt x="2181116" y="351210"/>
                  </a:cubicBezTo>
                  <a:lnTo>
                    <a:pt x="46679" y="351210"/>
                  </a:lnTo>
                  <a:cubicBezTo>
                    <a:pt x="34299" y="351210"/>
                    <a:pt x="22426" y="346292"/>
                    <a:pt x="13672" y="337538"/>
                  </a:cubicBezTo>
                  <a:cubicBezTo>
                    <a:pt x="4918" y="328784"/>
                    <a:pt x="0" y="316911"/>
                    <a:pt x="0" y="304531"/>
                  </a:cubicBezTo>
                  <a:lnTo>
                    <a:pt x="0" y="46679"/>
                  </a:lnTo>
                  <a:cubicBezTo>
                    <a:pt x="0" y="34299"/>
                    <a:pt x="4918" y="22426"/>
                    <a:pt x="13672" y="13672"/>
                  </a:cubicBezTo>
                  <a:cubicBezTo>
                    <a:pt x="22426" y="4918"/>
                    <a:pt x="34299" y="0"/>
                    <a:pt x="46679" y="0"/>
                  </a:cubicBezTo>
                  <a:close/>
                </a:path>
              </a:pathLst>
            </a:custGeom>
            <a:solidFill>
              <a:srgbClr val="FCDE5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27794" cy="379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432344" y="4529958"/>
            <a:ext cx="11736352" cy="3599148"/>
          </a:xfrm>
          <a:custGeom>
            <a:avLst/>
            <a:gdLst/>
            <a:ahLst/>
            <a:cxnLst/>
            <a:rect r="r" b="b" t="t" l="l"/>
            <a:pathLst>
              <a:path h="3599148" w="11736352">
                <a:moveTo>
                  <a:pt x="0" y="0"/>
                </a:moveTo>
                <a:lnTo>
                  <a:pt x="11736353" y="0"/>
                </a:lnTo>
                <a:lnTo>
                  <a:pt x="11736353" y="3599148"/>
                </a:lnTo>
                <a:lnTo>
                  <a:pt x="0" y="3599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6106" y="3534328"/>
            <a:ext cx="5601503" cy="6252840"/>
          </a:xfrm>
          <a:custGeom>
            <a:avLst/>
            <a:gdLst/>
            <a:ahLst/>
            <a:cxnLst/>
            <a:rect r="r" b="b" t="t" l="l"/>
            <a:pathLst>
              <a:path h="6252840" w="5601503">
                <a:moveTo>
                  <a:pt x="0" y="0"/>
                </a:moveTo>
                <a:lnTo>
                  <a:pt x="5601502" y="0"/>
                </a:lnTo>
                <a:lnTo>
                  <a:pt x="5601502" y="6252840"/>
                </a:lnTo>
                <a:lnTo>
                  <a:pt x="0" y="6252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6106" y="362262"/>
            <a:ext cx="13575733" cy="147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9"/>
              </a:lnSpc>
            </a:pPr>
            <a:r>
              <a:rPr lang="en-US" sz="85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Associação e seus 4 tipos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6485" y="5067300"/>
            <a:ext cx="5060744" cy="448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0"/>
              </a:lnSpc>
              <a:spcBef>
                <a:spcPct val="0"/>
              </a:spcBef>
            </a:pPr>
            <a:r>
              <a:rPr lang="en-US" sz="425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Acontece quando uma classe pode e tem conhecimento sobre a outra, mas a outra não.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5487" y="2514786"/>
            <a:ext cx="8039894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3- Associação unidirecional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6106" y="533712"/>
            <a:ext cx="13575733" cy="1305563"/>
            <a:chOff x="0" y="0"/>
            <a:chExt cx="3575502" cy="343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5502" cy="343852"/>
            </a:xfrm>
            <a:custGeom>
              <a:avLst/>
              <a:gdLst/>
              <a:ahLst/>
              <a:cxnLst/>
              <a:rect r="r" b="b" t="t" l="l"/>
              <a:pathLst>
                <a:path h="343852" w="3575502">
                  <a:moveTo>
                    <a:pt x="0" y="0"/>
                  </a:moveTo>
                  <a:lnTo>
                    <a:pt x="3575502" y="0"/>
                  </a:lnTo>
                  <a:lnTo>
                    <a:pt x="3575502" y="343852"/>
                  </a:lnTo>
                  <a:lnTo>
                    <a:pt x="0" y="343852"/>
                  </a:lnTo>
                  <a:close/>
                </a:path>
              </a:pathLst>
            </a:custGeom>
            <a:solidFill>
              <a:srgbClr val="FBBC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75502" cy="381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106" y="2358258"/>
            <a:ext cx="7129690" cy="1333500"/>
            <a:chOff x="0" y="0"/>
            <a:chExt cx="1877779" cy="351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77779" cy="351210"/>
            </a:xfrm>
            <a:custGeom>
              <a:avLst/>
              <a:gdLst/>
              <a:ahLst/>
              <a:cxnLst/>
              <a:rect r="r" b="b" t="t" l="l"/>
              <a:pathLst>
                <a:path h="351210" w="1877779">
                  <a:moveTo>
                    <a:pt x="55379" y="0"/>
                  </a:moveTo>
                  <a:lnTo>
                    <a:pt x="1822399" y="0"/>
                  </a:lnTo>
                  <a:cubicBezTo>
                    <a:pt x="1837087" y="0"/>
                    <a:pt x="1851173" y="5835"/>
                    <a:pt x="1861558" y="16220"/>
                  </a:cubicBezTo>
                  <a:cubicBezTo>
                    <a:pt x="1871944" y="26606"/>
                    <a:pt x="1877779" y="40692"/>
                    <a:pt x="1877779" y="55379"/>
                  </a:cubicBezTo>
                  <a:lnTo>
                    <a:pt x="1877779" y="295830"/>
                  </a:lnTo>
                  <a:cubicBezTo>
                    <a:pt x="1877779" y="310518"/>
                    <a:pt x="1871944" y="324604"/>
                    <a:pt x="1861558" y="334990"/>
                  </a:cubicBezTo>
                  <a:cubicBezTo>
                    <a:pt x="1851173" y="345375"/>
                    <a:pt x="1837087" y="351210"/>
                    <a:pt x="1822399" y="351210"/>
                  </a:cubicBezTo>
                  <a:lnTo>
                    <a:pt x="55379" y="351210"/>
                  </a:lnTo>
                  <a:cubicBezTo>
                    <a:pt x="40692" y="351210"/>
                    <a:pt x="26606" y="345375"/>
                    <a:pt x="16220" y="334990"/>
                  </a:cubicBezTo>
                  <a:cubicBezTo>
                    <a:pt x="5835" y="324604"/>
                    <a:pt x="0" y="310518"/>
                    <a:pt x="0" y="295830"/>
                  </a:cubicBezTo>
                  <a:lnTo>
                    <a:pt x="0" y="55379"/>
                  </a:lnTo>
                  <a:cubicBezTo>
                    <a:pt x="0" y="40692"/>
                    <a:pt x="5835" y="26606"/>
                    <a:pt x="16220" y="16220"/>
                  </a:cubicBezTo>
                  <a:cubicBezTo>
                    <a:pt x="26606" y="5835"/>
                    <a:pt x="40692" y="0"/>
                    <a:pt x="55379" y="0"/>
                  </a:cubicBezTo>
                  <a:close/>
                </a:path>
              </a:pathLst>
            </a:custGeom>
            <a:solidFill>
              <a:srgbClr val="FCDE5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877779" cy="379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755489" y="3691758"/>
            <a:ext cx="7687806" cy="5685100"/>
          </a:xfrm>
          <a:custGeom>
            <a:avLst/>
            <a:gdLst/>
            <a:ahLst/>
            <a:cxnLst/>
            <a:rect r="r" b="b" t="t" l="l"/>
            <a:pathLst>
              <a:path h="5685100" w="7687806">
                <a:moveTo>
                  <a:pt x="0" y="0"/>
                </a:moveTo>
                <a:lnTo>
                  <a:pt x="7687807" y="0"/>
                </a:lnTo>
                <a:lnTo>
                  <a:pt x="7687807" y="5685101"/>
                </a:lnTo>
                <a:lnTo>
                  <a:pt x="0" y="5685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6106" y="3665276"/>
            <a:ext cx="6787867" cy="6664451"/>
          </a:xfrm>
          <a:custGeom>
            <a:avLst/>
            <a:gdLst/>
            <a:ahLst/>
            <a:cxnLst/>
            <a:rect r="r" b="b" t="t" l="l"/>
            <a:pathLst>
              <a:path h="6664451" w="6787867">
                <a:moveTo>
                  <a:pt x="0" y="0"/>
                </a:moveTo>
                <a:lnTo>
                  <a:pt x="6787866" y="0"/>
                </a:lnTo>
                <a:lnTo>
                  <a:pt x="6787866" y="6664451"/>
                </a:lnTo>
                <a:lnTo>
                  <a:pt x="0" y="6664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6106" y="362262"/>
            <a:ext cx="13575733" cy="147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9"/>
              </a:lnSpc>
            </a:pPr>
            <a:r>
              <a:rPr lang="en-US" sz="85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Associação e seus 4 tipos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8190" y="4129908"/>
            <a:ext cx="5441744" cy="549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7"/>
              </a:lnSpc>
              <a:spcBef>
                <a:spcPct val="0"/>
              </a:spcBef>
            </a:pPr>
            <a:r>
              <a:rPr lang="en-US" sz="4476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Forma de associar um objeto da classe a própria classe, sem associar as duas classes igualmente.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514786"/>
            <a:ext cx="5800725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4- Auto associação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7178" y="3869998"/>
            <a:ext cx="10732418" cy="5689104"/>
          </a:xfrm>
          <a:custGeom>
            <a:avLst/>
            <a:gdLst/>
            <a:ahLst/>
            <a:cxnLst/>
            <a:rect r="r" b="b" t="t" l="l"/>
            <a:pathLst>
              <a:path h="5689104" w="10732418">
                <a:moveTo>
                  <a:pt x="0" y="0"/>
                </a:moveTo>
                <a:lnTo>
                  <a:pt x="10732418" y="0"/>
                </a:lnTo>
                <a:lnTo>
                  <a:pt x="10732418" y="5689104"/>
                </a:lnTo>
                <a:lnTo>
                  <a:pt x="0" y="5689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942" y="413977"/>
            <a:ext cx="8034354" cy="1533831"/>
          </a:xfrm>
          <a:custGeom>
            <a:avLst/>
            <a:gdLst/>
            <a:ahLst/>
            <a:cxnLst/>
            <a:rect r="r" b="b" t="t" l="l"/>
            <a:pathLst>
              <a:path h="1533831" w="8034354">
                <a:moveTo>
                  <a:pt x="0" y="0"/>
                </a:moveTo>
                <a:lnTo>
                  <a:pt x="8034355" y="0"/>
                </a:lnTo>
                <a:lnTo>
                  <a:pt x="8034355" y="1533831"/>
                </a:lnTo>
                <a:lnTo>
                  <a:pt x="0" y="15338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46655"/>
            <a:ext cx="4902362" cy="531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Herança ou generalização é o relacionamento  entre uma classe                                                    base e uma subclasse ou classe derivada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329261">
            <a:off x="-2043283" y="5138637"/>
            <a:ext cx="5714734" cy="311713"/>
          </a:xfrm>
          <a:custGeom>
            <a:avLst/>
            <a:gdLst/>
            <a:ahLst/>
            <a:cxnLst/>
            <a:rect r="r" b="b" t="t" l="l"/>
            <a:pathLst>
              <a:path h="311713" w="5714734">
                <a:moveTo>
                  <a:pt x="0" y="0"/>
                </a:moveTo>
                <a:lnTo>
                  <a:pt x="5714735" y="0"/>
                </a:lnTo>
                <a:lnTo>
                  <a:pt x="5714735" y="311713"/>
                </a:lnTo>
                <a:lnTo>
                  <a:pt x="0" y="3117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4928" y="2151678"/>
            <a:ext cx="5538478" cy="281959"/>
          </a:xfrm>
          <a:custGeom>
            <a:avLst/>
            <a:gdLst/>
            <a:ahLst/>
            <a:cxnLst/>
            <a:rect r="r" b="b" t="t" l="l"/>
            <a:pathLst>
              <a:path h="281959" w="5538478">
                <a:moveTo>
                  <a:pt x="0" y="0"/>
                </a:moveTo>
                <a:lnTo>
                  <a:pt x="5538478" y="0"/>
                </a:lnTo>
                <a:lnTo>
                  <a:pt x="5538478" y="281959"/>
                </a:lnTo>
                <a:lnTo>
                  <a:pt x="0" y="2819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986713"/>
            <a:ext cx="5538478" cy="281959"/>
          </a:xfrm>
          <a:custGeom>
            <a:avLst/>
            <a:gdLst/>
            <a:ahLst/>
            <a:cxnLst/>
            <a:rect r="r" b="b" t="t" l="l"/>
            <a:pathLst>
              <a:path h="281959" w="5538478">
                <a:moveTo>
                  <a:pt x="0" y="0"/>
                </a:moveTo>
                <a:lnTo>
                  <a:pt x="5538478" y="0"/>
                </a:lnTo>
                <a:lnTo>
                  <a:pt x="5538478" y="281959"/>
                </a:lnTo>
                <a:lnTo>
                  <a:pt x="0" y="2819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3073695" y="4994169"/>
            <a:ext cx="5714734" cy="311713"/>
          </a:xfrm>
          <a:custGeom>
            <a:avLst/>
            <a:gdLst/>
            <a:ahLst/>
            <a:cxnLst/>
            <a:rect r="r" b="b" t="t" l="l"/>
            <a:pathLst>
              <a:path h="311713" w="5714734">
                <a:moveTo>
                  <a:pt x="0" y="0"/>
                </a:moveTo>
                <a:lnTo>
                  <a:pt x="5714735" y="0"/>
                </a:lnTo>
                <a:lnTo>
                  <a:pt x="5714735" y="311712"/>
                </a:lnTo>
                <a:lnTo>
                  <a:pt x="0" y="3117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50828" y="972990"/>
            <a:ext cx="4165118" cy="2639336"/>
          </a:xfrm>
          <a:custGeom>
            <a:avLst/>
            <a:gdLst/>
            <a:ahLst/>
            <a:cxnLst/>
            <a:rect r="r" b="b" t="t" l="l"/>
            <a:pathLst>
              <a:path h="2639336" w="4165118">
                <a:moveTo>
                  <a:pt x="0" y="0"/>
                </a:moveTo>
                <a:lnTo>
                  <a:pt x="4165118" y="0"/>
                </a:lnTo>
                <a:lnTo>
                  <a:pt x="4165118" y="2639336"/>
                </a:lnTo>
                <a:lnTo>
                  <a:pt x="0" y="26393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42527"/>
            <a:ext cx="6240839" cy="147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9"/>
              </a:lnSpc>
            </a:pPr>
            <a:r>
              <a:rPr lang="en-US" sz="85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Herança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79482" y="3861864"/>
            <a:ext cx="10067200" cy="5826861"/>
          </a:xfrm>
          <a:custGeom>
            <a:avLst/>
            <a:gdLst/>
            <a:ahLst/>
            <a:cxnLst/>
            <a:rect r="r" b="b" t="t" l="l"/>
            <a:pathLst>
              <a:path h="5826861" w="10067200">
                <a:moveTo>
                  <a:pt x="0" y="0"/>
                </a:moveTo>
                <a:lnTo>
                  <a:pt x="10067200" y="0"/>
                </a:lnTo>
                <a:lnTo>
                  <a:pt x="10067200" y="5826861"/>
                </a:lnTo>
                <a:lnTo>
                  <a:pt x="0" y="5826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8880" y="3019742"/>
            <a:ext cx="5765167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Parecido com o herança tem a mesma  relação que a classe base e a subclasse a diferença que a subclasses herdam os métodos que a classe base.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769480" y="2627526"/>
            <a:ext cx="6394567" cy="325542"/>
          </a:xfrm>
          <a:custGeom>
            <a:avLst/>
            <a:gdLst/>
            <a:ahLst/>
            <a:cxnLst/>
            <a:rect r="r" b="b" t="t" l="l"/>
            <a:pathLst>
              <a:path h="325542" w="6394567">
                <a:moveTo>
                  <a:pt x="0" y="0"/>
                </a:moveTo>
                <a:lnTo>
                  <a:pt x="6394567" y="0"/>
                </a:lnTo>
                <a:lnTo>
                  <a:pt x="6394567" y="325541"/>
                </a:lnTo>
                <a:lnTo>
                  <a:pt x="0" y="325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6375" y="7333933"/>
            <a:ext cx="6394567" cy="325542"/>
          </a:xfrm>
          <a:custGeom>
            <a:avLst/>
            <a:gdLst/>
            <a:ahLst/>
            <a:cxnLst/>
            <a:rect r="r" b="b" t="t" l="l"/>
            <a:pathLst>
              <a:path h="325542" w="6394567">
                <a:moveTo>
                  <a:pt x="0" y="0"/>
                </a:moveTo>
                <a:lnTo>
                  <a:pt x="6394567" y="0"/>
                </a:lnTo>
                <a:lnTo>
                  <a:pt x="6394567" y="325541"/>
                </a:lnTo>
                <a:lnTo>
                  <a:pt x="0" y="325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31614">
            <a:off x="-890611" y="4812254"/>
            <a:ext cx="4151051" cy="420435"/>
          </a:xfrm>
          <a:custGeom>
            <a:avLst/>
            <a:gdLst/>
            <a:ahLst/>
            <a:cxnLst/>
            <a:rect r="r" b="b" t="t" l="l"/>
            <a:pathLst>
              <a:path h="420435" w="4151051">
                <a:moveTo>
                  <a:pt x="0" y="0"/>
                </a:moveTo>
                <a:lnTo>
                  <a:pt x="4151052" y="0"/>
                </a:lnTo>
                <a:lnTo>
                  <a:pt x="4151052" y="420435"/>
                </a:lnTo>
                <a:lnTo>
                  <a:pt x="0" y="420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5403221" y="4818376"/>
            <a:ext cx="4151051" cy="420435"/>
          </a:xfrm>
          <a:custGeom>
            <a:avLst/>
            <a:gdLst/>
            <a:ahLst/>
            <a:cxnLst/>
            <a:rect r="r" b="b" t="t" l="l"/>
            <a:pathLst>
              <a:path h="420435" w="4151051">
                <a:moveTo>
                  <a:pt x="0" y="0"/>
                </a:moveTo>
                <a:lnTo>
                  <a:pt x="4151051" y="0"/>
                </a:lnTo>
                <a:lnTo>
                  <a:pt x="4151051" y="420434"/>
                </a:lnTo>
                <a:lnTo>
                  <a:pt x="0" y="420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585775">
            <a:off x="8216975" y="1038549"/>
            <a:ext cx="1935699" cy="3296737"/>
          </a:xfrm>
          <a:custGeom>
            <a:avLst/>
            <a:gdLst/>
            <a:ahLst/>
            <a:cxnLst/>
            <a:rect r="r" b="b" t="t" l="l"/>
            <a:pathLst>
              <a:path h="3296737" w="1935699">
                <a:moveTo>
                  <a:pt x="0" y="0"/>
                </a:moveTo>
                <a:lnTo>
                  <a:pt x="1935699" y="0"/>
                </a:lnTo>
                <a:lnTo>
                  <a:pt x="1935699" y="3296738"/>
                </a:lnTo>
                <a:lnTo>
                  <a:pt x="0" y="32967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1946" y="204472"/>
            <a:ext cx="15020318" cy="147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Realização/implementação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030" y="479643"/>
            <a:ext cx="7805991" cy="1924412"/>
          </a:xfrm>
          <a:custGeom>
            <a:avLst/>
            <a:gdLst/>
            <a:ahLst/>
            <a:cxnLst/>
            <a:rect r="r" b="b" t="t" l="l"/>
            <a:pathLst>
              <a:path h="1924412" w="7805991">
                <a:moveTo>
                  <a:pt x="0" y="0"/>
                </a:moveTo>
                <a:lnTo>
                  <a:pt x="7805991" y="0"/>
                </a:lnTo>
                <a:lnTo>
                  <a:pt x="7805991" y="1924412"/>
                </a:lnTo>
                <a:lnTo>
                  <a:pt x="0" y="1924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21121" y="1441849"/>
            <a:ext cx="8738179" cy="3701651"/>
            <a:chOff x="0" y="0"/>
            <a:chExt cx="2301413" cy="9749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1413" cy="974921"/>
            </a:xfrm>
            <a:custGeom>
              <a:avLst/>
              <a:gdLst/>
              <a:ahLst/>
              <a:cxnLst/>
              <a:rect r="r" b="b" t="t" l="l"/>
              <a:pathLst>
                <a:path h="974921" w="2301413">
                  <a:moveTo>
                    <a:pt x="45185" y="0"/>
                  </a:moveTo>
                  <a:lnTo>
                    <a:pt x="2256228" y="0"/>
                  </a:lnTo>
                  <a:cubicBezTo>
                    <a:pt x="2281183" y="0"/>
                    <a:pt x="2301413" y="20230"/>
                    <a:pt x="2301413" y="45185"/>
                  </a:cubicBezTo>
                  <a:lnTo>
                    <a:pt x="2301413" y="929735"/>
                  </a:lnTo>
                  <a:cubicBezTo>
                    <a:pt x="2301413" y="954690"/>
                    <a:pt x="2281183" y="974921"/>
                    <a:pt x="2256228" y="974921"/>
                  </a:cubicBezTo>
                  <a:lnTo>
                    <a:pt x="45185" y="974921"/>
                  </a:lnTo>
                  <a:cubicBezTo>
                    <a:pt x="20230" y="974921"/>
                    <a:pt x="0" y="954690"/>
                    <a:pt x="0" y="929735"/>
                  </a:cubicBezTo>
                  <a:lnTo>
                    <a:pt x="0" y="45185"/>
                  </a:lnTo>
                  <a:cubicBezTo>
                    <a:pt x="0" y="20230"/>
                    <a:pt x="20230" y="0"/>
                    <a:pt x="45185" y="0"/>
                  </a:cubicBezTo>
                  <a:close/>
                </a:path>
              </a:pathLst>
            </a:custGeom>
            <a:solidFill>
              <a:srgbClr val="FFED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01413" cy="1003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75665" y="7379075"/>
            <a:ext cx="14336669" cy="1879225"/>
          </a:xfrm>
          <a:custGeom>
            <a:avLst/>
            <a:gdLst/>
            <a:ahLst/>
            <a:cxnLst/>
            <a:rect r="r" b="b" t="t" l="l"/>
            <a:pathLst>
              <a:path h="1879225" w="14336669">
                <a:moveTo>
                  <a:pt x="0" y="0"/>
                </a:moveTo>
                <a:lnTo>
                  <a:pt x="14336670" y="0"/>
                </a:lnTo>
                <a:lnTo>
                  <a:pt x="14336670" y="1879225"/>
                </a:lnTo>
                <a:lnTo>
                  <a:pt x="0" y="1879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63327"/>
            <a:ext cx="6506468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Dependência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67997" y="1702779"/>
            <a:ext cx="799255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Indica que uma classe depende de outra para funcionar corretamente. Ou seja, mudanças na classe dependida podem afetar a classe dependente.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867997" y="4468773"/>
            <a:ext cx="4350921" cy="332252"/>
          </a:xfrm>
          <a:custGeom>
            <a:avLst/>
            <a:gdLst/>
            <a:ahLst/>
            <a:cxnLst/>
            <a:rect r="r" b="b" t="t" l="l"/>
            <a:pathLst>
              <a:path h="332252" w="4350921">
                <a:moveTo>
                  <a:pt x="0" y="0"/>
                </a:moveTo>
                <a:lnTo>
                  <a:pt x="4350922" y="0"/>
                </a:lnTo>
                <a:lnTo>
                  <a:pt x="4350922" y="332252"/>
                </a:lnTo>
                <a:lnTo>
                  <a:pt x="0" y="332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509634" y="4468773"/>
            <a:ext cx="4350921" cy="332252"/>
          </a:xfrm>
          <a:custGeom>
            <a:avLst/>
            <a:gdLst/>
            <a:ahLst/>
            <a:cxnLst/>
            <a:rect r="r" b="b" t="t" l="l"/>
            <a:pathLst>
              <a:path h="332252" w="4350921">
                <a:moveTo>
                  <a:pt x="0" y="0"/>
                </a:moveTo>
                <a:lnTo>
                  <a:pt x="4350922" y="0"/>
                </a:lnTo>
                <a:lnTo>
                  <a:pt x="4350922" y="332252"/>
                </a:lnTo>
                <a:lnTo>
                  <a:pt x="0" y="332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9726" y="3604821"/>
            <a:ext cx="6088664" cy="5653479"/>
            <a:chOff x="0" y="0"/>
            <a:chExt cx="1603599" cy="1488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3599" cy="1488982"/>
            </a:xfrm>
            <a:custGeom>
              <a:avLst/>
              <a:gdLst/>
              <a:ahLst/>
              <a:cxnLst/>
              <a:rect r="r" b="b" t="t" l="l"/>
              <a:pathLst>
                <a:path h="1488982" w="1603599">
                  <a:moveTo>
                    <a:pt x="64848" y="0"/>
                  </a:moveTo>
                  <a:lnTo>
                    <a:pt x="1538751" y="0"/>
                  </a:lnTo>
                  <a:cubicBezTo>
                    <a:pt x="1574565" y="0"/>
                    <a:pt x="1603599" y="29033"/>
                    <a:pt x="1603599" y="64848"/>
                  </a:cubicBezTo>
                  <a:lnTo>
                    <a:pt x="1603599" y="1424134"/>
                  </a:lnTo>
                  <a:cubicBezTo>
                    <a:pt x="1603599" y="1441333"/>
                    <a:pt x="1596767" y="1457827"/>
                    <a:pt x="1584605" y="1469989"/>
                  </a:cubicBezTo>
                  <a:cubicBezTo>
                    <a:pt x="1572444" y="1482150"/>
                    <a:pt x="1555950" y="1488982"/>
                    <a:pt x="1538751" y="1488982"/>
                  </a:cubicBezTo>
                  <a:lnTo>
                    <a:pt x="64848" y="1488982"/>
                  </a:lnTo>
                  <a:cubicBezTo>
                    <a:pt x="29033" y="1488982"/>
                    <a:pt x="0" y="1459949"/>
                    <a:pt x="0" y="1424134"/>
                  </a:cubicBezTo>
                  <a:lnTo>
                    <a:pt x="0" y="64848"/>
                  </a:lnTo>
                  <a:cubicBezTo>
                    <a:pt x="0" y="29033"/>
                    <a:pt x="29033" y="0"/>
                    <a:pt x="64848" y="0"/>
                  </a:cubicBezTo>
                  <a:close/>
                </a:path>
              </a:pathLst>
            </a:custGeom>
            <a:solidFill>
              <a:srgbClr val="48B281">
                <a:alpha val="6470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03599" cy="1517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52397" y="855235"/>
            <a:ext cx="7629335" cy="1742024"/>
            <a:chOff x="0" y="0"/>
            <a:chExt cx="2009372" cy="4588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09372" cy="458805"/>
            </a:xfrm>
            <a:custGeom>
              <a:avLst/>
              <a:gdLst/>
              <a:ahLst/>
              <a:cxnLst/>
              <a:rect r="r" b="b" t="t" l="l"/>
              <a:pathLst>
                <a:path h="458805" w="2009372">
                  <a:moveTo>
                    <a:pt x="51753" y="0"/>
                  </a:moveTo>
                  <a:lnTo>
                    <a:pt x="1957620" y="0"/>
                  </a:lnTo>
                  <a:cubicBezTo>
                    <a:pt x="1971345" y="0"/>
                    <a:pt x="1984509" y="5452"/>
                    <a:pt x="1994214" y="15158"/>
                  </a:cubicBezTo>
                  <a:cubicBezTo>
                    <a:pt x="2003920" y="24863"/>
                    <a:pt x="2009372" y="38027"/>
                    <a:pt x="2009372" y="51753"/>
                  </a:cubicBezTo>
                  <a:lnTo>
                    <a:pt x="2009372" y="407052"/>
                  </a:lnTo>
                  <a:cubicBezTo>
                    <a:pt x="2009372" y="420778"/>
                    <a:pt x="2003920" y="433941"/>
                    <a:pt x="1994214" y="443647"/>
                  </a:cubicBezTo>
                  <a:cubicBezTo>
                    <a:pt x="1984509" y="453352"/>
                    <a:pt x="1971345" y="458805"/>
                    <a:pt x="1957620" y="458805"/>
                  </a:cubicBezTo>
                  <a:lnTo>
                    <a:pt x="51753" y="458805"/>
                  </a:lnTo>
                  <a:cubicBezTo>
                    <a:pt x="38027" y="458805"/>
                    <a:pt x="24863" y="453352"/>
                    <a:pt x="15158" y="443647"/>
                  </a:cubicBezTo>
                  <a:cubicBezTo>
                    <a:pt x="5452" y="433941"/>
                    <a:pt x="0" y="420778"/>
                    <a:pt x="0" y="407052"/>
                  </a:cubicBezTo>
                  <a:lnTo>
                    <a:pt x="0" y="51753"/>
                  </a:lnTo>
                  <a:cubicBezTo>
                    <a:pt x="0" y="38027"/>
                    <a:pt x="5452" y="24863"/>
                    <a:pt x="15158" y="15158"/>
                  </a:cubicBezTo>
                  <a:cubicBezTo>
                    <a:pt x="24863" y="5452"/>
                    <a:pt x="38027" y="0"/>
                    <a:pt x="51753" y="0"/>
                  </a:cubicBezTo>
                  <a:close/>
                </a:path>
              </a:pathLst>
            </a:custGeom>
            <a:solidFill>
              <a:srgbClr val="82D45E">
                <a:alpha val="6470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09372" cy="487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0800000">
            <a:off x="4413856" y="2006754"/>
            <a:ext cx="7167875" cy="417040"/>
          </a:xfrm>
          <a:custGeom>
            <a:avLst/>
            <a:gdLst/>
            <a:ahLst/>
            <a:cxnLst/>
            <a:rect r="r" b="b" t="t" l="l"/>
            <a:pathLst>
              <a:path h="417040" w="7167875">
                <a:moveTo>
                  <a:pt x="0" y="0"/>
                </a:moveTo>
                <a:lnTo>
                  <a:pt x="7167876" y="0"/>
                </a:lnTo>
                <a:lnTo>
                  <a:pt x="7167876" y="417040"/>
                </a:lnTo>
                <a:lnTo>
                  <a:pt x="0" y="417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44058" y="648730"/>
            <a:ext cx="704516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Composição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68073" y="8319061"/>
            <a:ext cx="5751971" cy="582582"/>
          </a:xfrm>
          <a:custGeom>
            <a:avLst/>
            <a:gdLst/>
            <a:ahLst/>
            <a:cxnLst/>
            <a:rect r="r" b="b" t="t" l="l"/>
            <a:pathLst>
              <a:path h="582582" w="5751971">
                <a:moveTo>
                  <a:pt x="0" y="0"/>
                </a:moveTo>
                <a:lnTo>
                  <a:pt x="5751971" y="0"/>
                </a:lnTo>
                <a:lnTo>
                  <a:pt x="5751971" y="582582"/>
                </a:lnTo>
                <a:lnTo>
                  <a:pt x="0" y="582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026610">
            <a:off x="2675556" y="819629"/>
            <a:ext cx="1258323" cy="1396197"/>
          </a:xfrm>
          <a:custGeom>
            <a:avLst/>
            <a:gdLst/>
            <a:ahLst/>
            <a:cxnLst/>
            <a:rect r="r" b="b" t="t" l="l"/>
            <a:pathLst>
              <a:path h="1396197" w="1258323">
                <a:moveTo>
                  <a:pt x="0" y="0"/>
                </a:moveTo>
                <a:lnTo>
                  <a:pt x="1258322" y="0"/>
                </a:lnTo>
                <a:lnTo>
                  <a:pt x="1258322" y="1396197"/>
                </a:lnTo>
                <a:lnTo>
                  <a:pt x="0" y="13961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766641" y="4754018"/>
            <a:ext cx="9741103" cy="3565043"/>
          </a:xfrm>
          <a:custGeom>
            <a:avLst/>
            <a:gdLst/>
            <a:ahLst/>
            <a:cxnLst/>
            <a:rect r="r" b="b" t="t" l="l"/>
            <a:pathLst>
              <a:path h="3565043" w="9741103">
                <a:moveTo>
                  <a:pt x="0" y="0"/>
                </a:moveTo>
                <a:lnTo>
                  <a:pt x="9741103" y="0"/>
                </a:lnTo>
                <a:lnTo>
                  <a:pt x="9741103" y="3565043"/>
                </a:lnTo>
                <a:lnTo>
                  <a:pt x="0" y="356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36419" y="3538146"/>
            <a:ext cx="5415278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Faz a relação entre o todo e a parte, mas o todo e a parte não podem estar separados, representa que uma vez que o objeto geral não exista, alguns dos objetos não existiram.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6531" y="1726247"/>
            <a:ext cx="796775" cy="2057400"/>
          </a:xfrm>
          <a:custGeom>
            <a:avLst/>
            <a:gdLst/>
            <a:ahLst/>
            <a:cxnLst/>
            <a:rect r="r" b="b" t="t" l="l"/>
            <a:pathLst>
              <a:path h="2057400" w="796775">
                <a:moveTo>
                  <a:pt x="0" y="0"/>
                </a:moveTo>
                <a:lnTo>
                  <a:pt x="796775" y="0"/>
                </a:lnTo>
                <a:lnTo>
                  <a:pt x="796775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8922" y="150178"/>
            <a:ext cx="5762327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Agregação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11340" y="4316589"/>
            <a:ext cx="4516141" cy="4043610"/>
            <a:chOff x="0" y="0"/>
            <a:chExt cx="1189436" cy="10649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9436" cy="1064984"/>
            </a:xfrm>
            <a:custGeom>
              <a:avLst/>
              <a:gdLst/>
              <a:ahLst/>
              <a:cxnLst/>
              <a:rect r="r" b="b" t="t" l="l"/>
              <a:pathLst>
                <a:path h="1064984" w="1189436">
                  <a:moveTo>
                    <a:pt x="87428" y="0"/>
                  </a:moveTo>
                  <a:lnTo>
                    <a:pt x="1102008" y="0"/>
                  </a:lnTo>
                  <a:cubicBezTo>
                    <a:pt x="1125196" y="0"/>
                    <a:pt x="1147433" y="9211"/>
                    <a:pt x="1163829" y="25607"/>
                  </a:cubicBezTo>
                  <a:cubicBezTo>
                    <a:pt x="1180225" y="42003"/>
                    <a:pt x="1189436" y="64241"/>
                    <a:pt x="1189436" y="87428"/>
                  </a:cubicBezTo>
                  <a:lnTo>
                    <a:pt x="1189436" y="977555"/>
                  </a:lnTo>
                  <a:cubicBezTo>
                    <a:pt x="1189436" y="1025841"/>
                    <a:pt x="1150293" y="1064984"/>
                    <a:pt x="1102008" y="1064984"/>
                  </a:cubicBezTo>
                  <a:lnTo>
                    <a:pt x="87428" y="1064984"/>
                  </a:lnTo>
                  <a:cubicBezTo>
                    <a:pt x="64241" y="1064984"/>
                    <a:pt x="42003" y="1055772"/>
                    <a:pt x="25607" y="1039376"/>
                  </a:cubicBezTo>
                  <a:cubicBezTo>
                    <a:pt x="9211" y="1022981"/>
                    <a:pt x="0" y="1000743"/>
                    <a:pt x="0" y="977555"/>
                  </a:cubicBezTo>
                  <a:lnTo>
                    <a:pt x="0" y="87428"/>
                  </a:lnTo>
                  <a:cubicBezTo>
                    <a:pt x="0" y="39143"/>
                    <a:pt x="39143" y="0"/>
                    <a:pt x="87428" y="0"/>
                  </a:cubicBezTo>
                  <a:close/>
                </a:path>
              </a:pathLst>
            </a:custGeom>
            <a:solidFill>
              <a:srgbClr val="48B281">
                <a:alpha val="6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89436" cy="1093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8026610">
            <a:off x="91704" y="90889"/>
            <a:ext cx="1258323" cy="1396197"/>
          </a:xfrm>
          <a:custGeom>
            <a:avLst/>
            <a:gdLst/>
            <a:ahLst/>
            <a:cxnLst/>
            <a:rect r="r" b="b" t="t" l="l"/>
            <a:pathLst>
              <a:path h="1396197" w="1258323">
                <a:moveTo>
                  <a:pt x="0" y="0"/>
                </a:moveTo>
                <a:lnTo>
                  <a:pt x="1258323" y="0"/>
                </a:lnTo>
                <a:lnTo>
                  <a:pt x="1258323" y="1396197"/>
                </a:lnTo>
                <a:lnTo>
                  <a:pt x="0" y="1396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41907" y="2422020"/>
            <a:ext cx="9032583" cy="2098588"/>
          </a:xfrm>
          <a:custGeom>
            <a:avLst/>
            <a:gdLst/>
            <a:ahLst/>
            <a:cxnLst/>
            <a:rect r="r" b="b" t="t" l="l"/>
            <a:pathLst>
              <a:path h="2098588" w="9032583">
                <a:moveTo>
                  <a:pt x="0" y="0"/>
                </a:moveTo>
                <a:lnTo>
                  <a:pt x="9032582" y="0"/>
                </a:lnTo>
                <a:lnTo>
                  <a:pt x="9032582" y="2098588"/>
                </a:lnTo>
                <a:lnTo>
                  <a:pt x="0" y="20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819990">
            <a:off x="6768789" y="964433"/>
            <a:ext cx="1258323" cy="1396197"/>
          </a:xfrm>
          <a:custGeom>
            <a:avLst/>
            <a:gdLst/>
            <a:ahLst/>
            <a:cxnLst/>
            <a:rect r="r" b="b" t="t" l="l"/>
            <a:pathLst>
              <a:path h="1396197" w="1258323">
                <a:moveTo>
                  <a:pt x="0" y="0"/>
                </a:moveTo>
                <a:lnTo>
                  <a:pt x="1258323" y="0"/>
                </a:lnTo>
                <a:lnTo>
                  <a:pt x="1258323" y="1396197"/>
                </a:lnTo>
                <a:lnTo>
                  <a:pt x="0" y="1396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42282" y="1560121"/>
            <a:ext cx="4350921" cy="332252"/>
          </a:xfrm>
          <a:custGeom>
            <a:avLst/>
            <a:gdLst/>
            <a:ahLst/>
            <a:cxnLst/>
            <a:rect r="r" b="b" t="t" l="l"/>
            <a:pathLst>
              <a:path h="332252" w="4350921">
                <a:moveTo>
                  <a:pt x="0" y="0"/>
                </a:moveTo>
                <a:lnTo>
                  <a:pt x="4350921" y="0"/>
                </a:lnTo>
                <a:lnTo>
                  <a:pt x="4350921" y="332252"/>
                </a:lnTo>
                <a:lnTo>
                  <a:pt x="0" y="3322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29283" y="4643578"/>
            <a:ext cx="4080256" cy="331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É relação entre o todo e a parte,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e o todo e a parte podem ser separados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10602348">
            <a:off x="489905" y="6382693"/>
            <a:ext cx="1597798" cy="1945568"/>
          </a:xfrm>
          <a:custGeom>
            <a:avLst/>
            <a:gdLst/>
            <a:ahLst/>
            <a:cxnLst/>
            <a:rect r="r" b="b" t="t" l="l"/>
            <a:pathLst>
              <a:path h="1945568" w="1597798">
                <a:moveTo>
                  <a:pt x="0" y="0"/>
                </a:moveTo>
                <a:lnTo>
                  <a:pt x="1597798" y="0"/>
                </a:lnTo>
                <a:lnTo>
                  <a:pt x="1597798" y="1945569"/>
                </a:lnTo>
                <a:lnTo>
                  <a:pt x="0" y="19455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73944">
            <a:off x="3581506" y="4170716"/>
            <a:ext cx="1597798" cy="1945568"/>
          </a:xfrm>
          <a:custGeom>
            <a:avLst/>
            <a:gdLst/>
            <a:ahLst/>
            <a:cxnLst/>
            <a:rect r="r" b="b" t="t" l="l"/>
            <a:pathLst>
              <a:path h="1945568" w="1597798">
                <a:moveTo>
                  <a:pt x="0" y="0"/>
                </a:moveTo>
                <a:lnTo>
                  <a:pt x="1597798" y="0"/>
                </a:lnTo>
                <a:lnTo>
                  <a:pt x="1597798" y="1945568"/>
                </a:lnTo>
                <a:lnTo>
                  <a:pt x="0" y="19455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695339" y="5050256"/>
            <a:ext cx="11912033" cy="4208044"/>
          </a:xfrm>
          <a:custGeom>
            <a:avLst/>
            <a:gdLst/>
            <a:ahLst/>
            <a:cxnLst/>
            <a:rect r="r" b="b" t="t" l="l"/>
            <a:pathLst>
              <a:path h="4208044" w="11912033">
                <a:moveTo>
                  <a:pt x="0" y="0"/>
                </a:moveTo>
                <a:lnTo>
                  <a:pt x="11912033" y="0"/>
                </a:lnTo>
                <a:lnTo>
                  <a:pt x="11912033" y="4208044"/>
                </a:lnTo>
                <a:lnTo>
                  <a:pt x="0" y="42080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5757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958121" y="3160403"/>
            <a:ext cx="7619107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EXEMPLO DE AGREGAÇAO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958121" y="4010033"/>
            <a:ext cx="6394567" cy="325542"/>
          </a:xfrm>
          <a:custGeom>
            <a:avLst/>
            <a:gdLst/>
            <a:ahLst/>
            <a:cxnLst/>
            <a:rect r="r" b="b" t="t" l="l"/>
            <a:pathLst>
              <a:path h="325542" w="6394567">
                <a:moveTo>
                  <a:pt x="0" y="0"/>
                </a:moveTo>
                <a:lnTo>
                  <a:pt x="6394567" y="0"/>
                </a:lnTo>
                <a:lnTo>
                  <a:pt x="6394567" y="325542"/>
                </a:lnTo>
                <a:lnTo>
                  <a:pt x="0" y="32554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6493203" y="8651744"/>
            <a:ext cx="11766320" cy="7919849"/>
          </a:xfrm>
          <a:custGeom>
            <a:avLst/>
            <a:gdLst/>
            <a:ahLst/>
            <a:cxnLst/>
            <a:rect r="r" b="b" t="t" l="l"/>
            <a:pathLst>
              <a:path h="7919849" w="11766320">
                <a:moveTo>
                  <a:pt x="0" y="0"/>
                </a:moveTo>
                <a:lnTo>
                  <a:pt x="11766320" y="0"/>
                </a:lnTo>
                <a:lnTo>
                  <a:pt x="11766320" y="7919849"/>
                </a:lnTo>
                <a:lnTo>
                  <a:pt x="0" y="791984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-47453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1989" y="1474141"/>
            <a:ext cx="12864022" cy="9258300"/>
          </a:xfrm>
          <a:custGeom>
            <a:avLst/>
            <a:gdLst/>
            <a:ahLst/>
            <a:cxnLst/>
            <a:rect r="r" b="b" t="t" l="l"/>
            <a:pathLst>
              <a:path h="9258300" w="12864022">
                <a:moveTo>
                  <a:pt x="0" y="0"/>
                </a:moveTo>
                <a:lnTo>
                  <a:pt x="12864022" y="0"/>
                </a:lnTo>
                <a:lnTo>
                  <a:pt x="12864022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220" y="178753"/>
            <a:ext cx="16988080" cy="129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Exemplos de diagramas de classe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7967" y="1473876"/>
            <a:ext cx="6600676" cy="62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4"/>
              </a:lnSpc>
              <a:spcBef>
                <a:spcPct val="0"/>
              </a:spcBef>
            </a:pPr>
            <a:r>
              <a:rPr lang="en-US" sz="371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sistema de gestão hoteleira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49784" y="-316687"/>
            <a:ext cx="12409516" cy="10920374"/>
          </a:xfrm>
          <a:custGeom>
            <a:avLst/>
            <a:gdLst/>
            <a:ahLst/>
            <a:cxnLst/>
            <a:rect r="r" b="b" t="t" l="l"/>
            <a:pathLst>
              <a:path h="10920374" w="12409516">
                <a:moveTo>
                  <a:pt x="0" y="0"/>
                </a:moveTo>
                <a:lnTo>
                  <a:pt x="12409516" y="0"/>
                </a:lnTo>
                <a:lnTo>
                  <a:pt x="12409516" y="10920374"/>
                </a:lnTo>
                <a:lnTo>
                  <a:pt x="0" y="109203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5504" y="942975"/>
            <a:ext cx="4320924" cy="139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  <a:spcBef>
                <a:spcPct val="0"/>
              </a:spcBef>
            </a:pPr>
            <a:r>
              <a:rPr lang="en-US" sz="401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sistema de caixa eletrônico: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9832" y="-164260"/>
            <a:ext cx="10791119" cy="2507158"/>
          </a:xfrm>
          <a:custGeom>
            <a:avLst/>
            <a:gdLst/>
            <a:ahLst/>
            <a:cxnLst/>
            <a:rect r="r" b="b" t="t" l="l"/>
            <a:pathLst>
              <a:path h="2507158" w="10791119">
                <a:moveTo>
                  <a:pt x="0" y="0"/>
                </a:moveTo>
                <a:lnTo>
                  <a:pt x="10791119" y="0"/>
                </a:lnTo>
                <a:lnTo>
                  <a:pt x="10791119" y="2507158"/>
                </a:lnTo>
                <a:lnTo>
                  <a:pt x="0" y="2507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184295">
            <a:off x="4669049" y="5818473"/>
            <a:ext cx="3142891" cy="887867"/>
          </a:xfrm>
          <a:custGeom>
            <a:avLst/>
            <a:gdLst/>
            <a:ahLst/>
            <a:cxnLst/>
            <a:rect r="r" b="b" t="t" l="l"/>
            <a:pathLst>
              <a:path h="887867" w="3142891">
                <a:moveTo>
                  <a:pt x="0" y="0"/>
                </a:moveTo>
                <a:lnTo>
                  <a:pt x="3142891" y="0"/>
                </a:lnTo>
                <a:lnTo>
                  <a:pt x="3142891" y="887867"/>
                </a:lnTo>
                <a:lnTo>
                  <a:pt x="0" y="887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14849" y="2450839"/>
            <a:ext cx="8028696" cy="2288651"/>
            <a:chOff x="0" y="0"/>
            <a:chExt cx="2114554" cy="6027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4554" cy="602772"/>
            </a:xfrm>
            <a:custGeom>
              <a:avLst/>
              <a:gdLst/>
              <a:ahLst/>
              <a:cxnLst/>
              <a:rect r="r" b="b" t="t" l="l"/>
              <a:pathLst>
                <a:path h="602772" w="2114554">
                  <a:moveTo>
                    <a:pt x="49178" y="0"/>
                  </a:moveTo>
                  <a:lnTo>
                    <a:pt x="2065375" y="0"/>
                  </a:lnTo>
                  <a:cubicBezTo>
                    <a:pt x="2092536" y="0"/>
                    <a:pt x="2114554" y="22018"/>
                    <a:pt x="2114554" y="49178"/>
                  </a:cubicBezTo>
                  <a:lnTo>
                    <a:pt x="2114554" y="553594"/>
                  </a:lnTo>
                  <a:cubicBezTo>
                    <a:pt x="2114554" y="580755"/>
                    <a:pt x="2092536" y="602772"/>
                    <a:pt x="2065375" y="602772"/>
                  </a:cubicBezTo>
                  <a:lnTo>
                    <a:pt x="49178" y="602772"/>
                  </a:lnTo>
                  <a:cubicBezTo>
                    <a:pt x="22018" y="602772"/>
                    <a:pt x="0" y="580755"/>
                    <a:pt x="0" y="553594"/>
                  </a:cubicBezTo>
                  <a:lnTo>
                    <a:pt x="0" y="49178"/>
                  </a:lnTo>
                  <a:cubicBezTo>
                    <a:pt x="0" y="22018"/>
                    <a:pt x="22018" y="0"/>
                    <a:pt x="49178" y="0"/>
                  </a:cubicBezTo>
                  <a:close/>
                </a:path>
              </a:pathLst>
            </a:custGeom>
            <a:solidFill>
              <a:srgbClr val="CCE29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14554" cy="631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39520" y="5096416"/>
            <a:ext cx="8168418" cy="4481629"/>
            <a:chOff x="0" y="0"/>
            <a:chExt cx="2151353" cy="11803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1353" cy="1180347"/>
            </a:xfrm>
            <a:custGeom>
              <a:avLst/>
              <a:gdLst/>
              <a:ahLst/>
              <a:cxnLst/>
              <a:rect r="r" b="b" t="t" l="l"/>
              <a:pathLst>
                <a:path h="1180347" w="2151353">
                  <a:moveTo>
                    <a:pt x="48337" y="0"/>
                  </a:moveTo>
                  <a:lnTo>
                    <a:pt x="2103016" y="0"/>
                  </a:lnTo>
                  <a:cubicBezTo>
                    <a:pt x="2129712" y="0"/>
                    <a:pt x="2151353" y="21641"/>
                    <a:pt x="2151353" y="48337"/>
                  </a:cubicBezTo>
                  <a:lnTo>
                    <a:pt x="2151353" y="1132010"/>
                  </a:lnTo>
                  <a:cubicBezTo>
                    <a:pt x="2151353" y="1144829"/>
                    <a:pt x="2146260" y="1157124"/>
                    <a:pt x="2137195" y="1166189"/>
                  </a:cubicBezTo>
                  <a:cubicBezTo>
                    <a:pt x="2128130" y="1175254"/>
                    <a:pt x="2115836" y="1180347"/>
                    <a:pt x="2103016" y="1180347"/>
                  </a:cubicBezTo>
                  <a:lnTo>
                    <a:pt x="48337" y="1180347"/>
                  </a:lnTo>
                  <a:cubicBezTo>
                    <a:pt x="35517" y="1180347"/>
                    <a:pt x="23223" y="1175254"/>
                    <a:pt x="14158" y="1166189"/>
                  </a:cubicBezTo>
                  <a:cubicBezTo>
                    <a:pt x="5093" y="1157124"/>
                    <a:pt x="0" y="1144829"/>
                    <a:pt x="0" y="1132010"/>
                  </a:cubicBezTo>
                  <a:lnTo>
                    <a:pt x="0" y="48337"/>
                  </a:lnTo>
                  <a:cubicBezTo>
                    <a:pt x="0" y="35517"/>
                    <a:pt x="5093" y="23223"/>
                    <a:pt x="14158" y="14158"/>
                  </a:cubicBezTo>
                  <a:cubicBezTo>
                    <a:pt x="23223" y="5093"/>
                    <a:pt x="35517" y="0"/>
                    <a:pt x="48337" y="0"/>
                  </a:cubicBezTo>
                  <a:close/>
                </a:path>
              </a:pathLst>
            </a:custGeom>
            <a:solidFill>
              <a:srgbClr val="96CFB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151353" cy="1208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89832" y="5096416"/>
            <a:ext cx="4609407" cy="4617218"/>
            <a:chOff x="0" y="0"/>
            <a:chExt cx="1214000" cy="12160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4000" cy="1216057"/>
            </a:xfrm>
            <a:custGeom>
              <a:avLst/>
              <a:gdLst/>
              <a:ahLst/>
              <a:cxnLst/>
              <a:rect r="r" b="b" t="t" l="l"/>
              <a:pathLst>
                <a:path h="1216057" w="1214000">
                  <a:moveTo>
                    <a:pt x="0" y="0"/>
                  </a:moveTo>
                  <a:lnTo>
                    <a:pt x="1214000" y="0"/>
                  </a:lnTo>
                  <a:lnTo>
                    <a:pt x="1214000" y="1216057"/>
                  </a:lnTo>
                  <a:lnTo>
                    <a:pt x="0" y="1216057"/>
                  </a:lnTo>
                  <a:close/>
                </a:path>
              </a:pathLst>
            </a:custGeom>
            <a:solidFill>
              <a:srgbClr val="2BB47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14000" cy="1244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07445" y="429066"/>
            <a:ext cx="4607244" cy="4491400"/>
            <a:chOff x="0" y="0"/>
            <a:chExt cx="1213431" cy="1182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3431" cy="1182920"/>
            </a:xfrm>
            <a:custGeom>
              <a:avLst/>
              <a:gdLst/>
              <a:ahLst/>
              <a:cxnLst/>
              <a:rect r="r" b="b" t="t" l="l"/>
              <a:pathLst>
                <a:path h="1182920" w="1213431">
                  <a:moveTo>
                    <a:pt x="0" y="0"/>
                  </a:moveTo>
                  <a:lnTo>
                    <a:pt x="1213431" y="0"/>
                  </a:lnTo>
                  <a:lnTo>
                    <a:pt x="1213431" y="1182920"/>
                  </a:lnTo>
                  <a:lnTo>
                    <a:pt x="0" y="1182920"/>
                  </a:lnTo>
                  <a:close/>
                </a:path>
              </a:pathLst>
            </a:custGeom>
            <a:solidFill>
              <a:srgbClr val="2E6B4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13431" cy="1211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307321"/>
            <a:ext cx="10019030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Diagrama de tempo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1085" y="2751210"/>
            <a:ext cx="8587721" cy="182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3"/>
              </a:lnSpc>
              <a:spcBef>
                <a:spcPct val="0"/>
              </a:spcBef>
            </a:pPr>
            <a:r>
              <a:rPr lang="en-US" sz="350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O diagrama de tempo mostra como um objeto ou uma interação entre objetos evolui com o tempo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01710" y="5320532"/>
            <a:ext cx="7611469" cy="407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3"/>
              </a:lnSpc>
              <a:spcBef>
                <a:spcPct val="0"/>
              </a:spcBef>
            </a:pPr>
            <a:r>
              <a:rPr lang="en-US" sz="460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é uma representação gráfica usada em UML   para modelar o comportamento dinâmico de um sistema ao longo do tempo.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9832" y="5118244"/>
            <a:ext cx="4475703" cy="4452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  <a:spcBef>
                <a:spcPct val="0"/>
              </a:spcBef>
            </a:pPr>
            <a:r>
              <a:rPr lang="en-US" sz="359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Ele é útil para mostrar como os objetos ou componentes interagem e mudam de estado em função do tempo.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033349" y="697048"/>
            <a:ext cx="3955436" cy="3955436"/>
          </a:xfrm>
          <a:custGeom>
            <a:avLst/>
            <a:gdLst/>
            <a:ahLst/>
            <a:cxnLst/>
            <a:rect r="r" b="b" t="t" l="l"/>
            <a:pathLst>
              <a:path h="3955436" w="3955436">
                <a:moveTo>
                  <a:pt x="0" y="0"/>
                </a:moveTo>
                <a:lnTo>
                  <a:pt x="3955436" y="0"/>
                </a:lnTo>
                <a:lnTo>
                  <a:pt x="3955436" y="3955436"/>
                </a:lnTo>
                <a:lnTo>
                  <a:pt x="0" y="3955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0366765">
            <a:off x="9967783" y="3099088"/>
            <a:ext cx="1757858" cy="496595"/>
          </a:xfrm>
          <a:custGeom>
            <a:avLst/>
            <a:gdLst/>
            <a:ahLst/>
            <a:cxnLst/>
            <a:rect r="r" b="b" t="t" l="l"/>
            <a:pathLst>
              <a:path h="496595" w="1757858">
                <a:moveTo>
                  <a:pt x="0" y="0"/>
                </a:moveTo>
                <a:lnTo>
                  <a:pt x="1757858" y="0"/>
                </a:lnTo>
                <a:lnTo>
                  <a:pt x="1757858" y="496595"/>
                </a:lnTo>
                <a:lnTo>
                  <a:pt x="0" y="4965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6803" y="3375221"/>
            <a:ext cx="8427663" cy="2411437"/>
            <a:chOff x="0" y="0"/>
            <a:chExt cx="2219631" cy="635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9631" cy="635111"/>
            </a:xfrm>
            <a:custGeom>
              <a:avLst/>
              <a:gdLst/>
              <a:ahLst/>
              <a:cxnLst/>
              <a:rect r="r" b="b" t="t" l="l"/>
              <a:pathLst>
                <a:path h="635111" w="2219631">
                  <a:moveTo>
                    <a:pt x="46850" y="0"/>
                  </a:moveTo>
                  <a:lnTo>
                    <a:pt x="2172781" y="0"/>
                  </a:lnTo>
                  <a:cubicBezTo>
                    <a:pt x="2185207" y="0"/>
                    <a:pt x="2197123" y="4936"/>
                    <a:pt x="2205909" y="13722"/>
                  </a:cubicBezTo>
                  <a:cubicBezTo>
                    <a:pt x="2214695" y="22508"/>
                    <a:pt x="2219631" y="34425"/>
                    <a:pt x="2219631" y="46850"/>
                  </a:cubicBezTo>
                  <a:lnTo>
                    <a:pt x="2219631" y="588261"/>
                  </a:lnTo>
                  <a:cubicBezTo>
                    <a:pt x="2219631" y="600686"/>
                    <a:pt x="2214695" y="612603"/>
                    <a:pt x="2205909" y="621389"/>
                  </a:cubicBezTo>
                  <a:cubicBezTo>
                    <a:pt x="2197123" y="630175"/>
                    <a:pt x="2185207" y="635111"/>
                    <a:pt x="2172781" y="635111"/>
                  </a:cubicBezTo>
                  <a:lnTo>
                    <a:pt x="46850" y="635111"/>
                  </a:lnTo>
                  <a:cubicBezTo>
                    <a:pt x="34425" y="635111"/>
                    <a:pt x="22508" y="630175"/>
                    <a:pt x="13722" y="621389"/>
                  </a:cubicBezTo>
                  <a:cubicBezTo>
                    <a:pt x="4936" y="612603"/>
                    <a:pt x="0" y="600686"/>
                    <a:pt x="0" y="588261"/>
                  </a:cubicBezTo>
                  <a:lnTo>
                    <a:pt x="0" y="46850"/>
                  </a:lnTo>
                  <a:cubicBezTo>
                    <a:pt x="0" y="34425"/>
                    <a:pt x="4936" y="22508"/>
                    <a:pt x="13722" y="13722"/>
                  </a:cubicBezTo>
                  <a:cubicBezTo>
                    <a:pt x="22508" y="4936"/>
                    <a:pt x="34425" y="0"/>
                    <a:pt x="46850" y="0"/>
                  </a:cubicBezTo>
                  <a:close/>
                </a:path>
              </a:pathLst>
            </a:custGeom>
            <a:solidFill>
              <a:srgbClr val="4EA96F">
                <a:alpha val="6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19631" cy="663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4146282">
            <a:off x="8295301" y="2001957"/>
            <a:ext cx="1258323" cy="1396197"/>
          </a:xfrm>
          <a:custGeom>
            <a:avLst/>
            <a:gdLst/>
            <a:ahLst/>
            <a:cxnLst/>
            <a:rect r="r" b="b" t="t" l="l"/>
            <a:pathLst>
              <a:path h="1396197" w="1258323">
                <a:moveTo>
                  <a:pt x="0" y="0"/>
                </a:moveTo>
                <a:lnTo>
                  <a:pt x="1258323" y="0"/>
                </a:lnTo>
                <a:lnTo>
                  <a:pt x="1258323" y="1396197"/>
                </a:lnTo>
                <a:lnTo>
                  <a:pt x="0" y="1396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40917" y="197890"/>
            <a:ext cx="5490121" cy="320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ELEMENTOS</a:t>
            </a:r>
          </a:p>
          <a:p>
            <a:pPr algn="ctr">
              <a:lnSpc>
                <a:spcPts val="1288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9131339">
            <a:off x="253029" y="591768"/>
            <a:ext cx="1258323" cy="1396197"/>
          </a:xfrm>
          <a:custGeom>
            <a:avLst/>
            <a:gdLst/>
            <a:ahLst/>
            <a:cxnLst/>
            <a:rect r="r" b="b" t="t" l="l"/>
            <a:pathLst>
              <a:path h="1396197" w="1258323">
                <a:moveTo>
                  <a:pt x="0" y="0"/>
                </a:moveTo>
                <a:lnTo>
                  <a:pt x="1258323" y="0"/>
                </a:lnTo>
                <a:lnTo>
                  <a:pt x="1258323" y="1396197"/>
                </a:lnTo>
                <a:lnTo>
                  <a:pt x="0" y="1396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62196" y="2518835"/>
            <a:ext cx="4350921" cy="332252"/>
          </a:xfrm>
          <a:custGeom>
            <a:avLst/>
            <a:gdLst/>
            <a:ahLst/>
            <a:cxnLst/>
            <a:rect r="r" b="b" t="t" l="l"/>
            <a:pathLst>
              <a:path h="332252" w="4350921">
                <a:moveTo>
                  <a:pt x="0" y="0"/>
                </a:moveTo>
                <a:lnTo>
                  <a:pt x="4350922" y="0"/>
                </a:lnTo>
                <a:lnTo>
                  <a:pt x="4350922" y="332252"/>
                </a:lnTo>
                <a:lnTo>
                  <a:pt x="0" y="332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14540" y="6262291"/>
            <a:ext cx="6946586" cy="3646756"/>
            <a:chOff x="0" y="0"/>
            <a:chExt cx="1829554" cy="9604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9553" cy="960462"/>
            </a:xfrm>
            <a:custGeom>
              <a:avLst/>
              <a:gdLst/>
              <a:ahLst/>
              <a:cxnLst/>
              <a:rect r="r" b="b" t="t" l="l"/>
              <a:pathLst>
                <a:path h="960462" w="1829553">
                  <a:moveTo>
                    <a:pt x="56839" y="0"/>
                  </a:moveTo>
                  <a:lnTo>
                    <a:pt x="1772714" y="0"/>
                  </a:lnTo>
                  <a:cubicBezTo>
                    <a:pt x="1804106" y="0"/>
                    <a:pt x="1829553" y="25448"/>
                    <a:pt x="1829553" y="56839"/>
                  </a:cubicBezTo>
                  <a:lnTo>
                    <a:pt x="1829553" y="903623"/>
                  </a:lnTo>
                  <a:cubicBezTo>
                    <a:pt x="1829553" y="935015"/>
                    <a:pt x="1804106" y="960462"/>
                    <a:pt x="1772714" y="960462"/>
                  </a:cubicBezTo>
                  <a:lnTo>
                    <a:pt x="56839" y="960462"/>
                  </a:lnTo>
                  <a:cubicBezTo>
                    <a:pt x="41764" y="960462"/>
                    <a:pt x="27307" y="954474"/>
                    <a:pt x="16648" y="943815"/>
                  </a:cubicBezTo>
                  <a:cubicBezTo>
                    <a:pt x="5988" y="933155"/>
                    <a:pt x="0" y="918698"/>
                    <a:pt x="0" y="903623"/>
                  </a:cubicBezTo>
                  <a:lnTo>
                    <a:pt x="0" y="56839"/>
                  </a:lnTo>
                  <a:cubicBezTo>
                    <a:pt x="0" y="41764"/>
                    <a:pt x="5988" y="27307"/>
                    <a:pt x="16648" y="16648"/>
                  </a:cubicBezTo>
                  <a:cubicBezTo>
                    <a:pt x="27307" y="5988"/>
                    <a:pt x="41764" y="0"/>
                    <a:pt x="56839" y="0"/>
                  </a:cubicBezTo>
                  <a:close/>
                </a:path>
              </a:pathLst>
            </a:custGeom>
            <a:solidFill>
              <a:srgbClr val="2BB47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829554" cy="989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14200" y="8085669"/>
            <a:ext cx="7477576" cy="1760563"/>
            <a:chOff x="0" y="0"/>
            <a:chExt cx="1969403" cy="4636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69403" cy="463687"/>
            </a:xfrm>
            <a:custGeom>
              <a:avLst/>
              <a:gdLst/>
              <a:ahLst/>
              <a:cxnLst/>
              <a:rect r="r" b="b" t="t" l="l"/>
              <a:pathLst>
                <a:path h="463687" w="1969403">
                  <a:moveTo>
                    <a:pt x="52803" y="0"/>
                  </a:moveTo>
                  <a:lnTo>
                    <a:pt x="1916600" y="0"/>
                  </a:lnTo>
                  <a:cubicBezTo>
                    <a:pt x="1945762" y="0"/>
                    <a:pt x="1969403" y="23641"/>
                    <a:pt x="1969403" y="52803"/>
                  </a:cubicBezTo>
                  <a:lnTo>
                    <a:pt x="1969403" y="410884"/>
                  </a:lnTo>
                  <a:cubicBezTo>
                    <a:pt x="1969403" y="440047"/>
                    <a:pt x="1945762" y="463687"/>
                    <a:pt x="1916600" y="463687"/>
                  </a:cubicBezTo>
                  <a:lnTo>
                    <a:pt x="52803" y="463687"/>
                  </a:lnTo>
                  <a:cubicBezTo>
                    <a:pt x="23641" y="463687"/>
                    <a:pt x="0" y="440047"/>
                    <a:pt x="0" y="410884"/>
                  </a:cubicBezTo>
                  <a:lnTo>
                    <a:pt x="0" y="52803"/>
                  </a:lnTo>
                  <a:cubicBezTo>
                    <a:pt x="0" y="23641"/>
                    <a:pt x="23641" y="0"/>
                    <a:pt x="52803" y="0"/>
                  </a:cubicBezTo>
                  <a:close/>
                </a:path>
              </a:pathLst>
            </a:custGeom>
            <a:solidFill>
              <a:srgbClr val="B6D99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969403" cy="492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99627" y="928588"/>
            <a:ext cx="7956853" cy="3314518"/>
            <a:chOff x="0" y="0"/>
            <a:chExt cx="2095632" cy="8729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5632" cy="872959"/>
            </a:xfrm>
            <a:custGeom>
              <a:avLst/>
              <a:gdLst/>
              <a:ahLst/>
              <a:cxnLst/>
              <a:rect r="r" b="b" t="t" l="l"/>
              <a:pathLst>
                <a:path h="872959" w="2095632">
                  <a:moveTo>
                    <a:pt x="49622" y="0"/>
                  </a:moveTo>
                  <a:lnTo>
                    <a:pt x="2046010" y="0"/>
                  </a:lnTo>
                  <a:cubicBezTo>
                    <a:pt x="2073415" y="0"/>
                    <a:pt x="2095632" y="22217"/>
                    <a:pt x="2095632" y="49622"/>
                  </a:cubicBezTo>
                  <a:lnTo>
                    <a:pt x="2095632" y="823337"/>
                  </a:lnTo>
                  <a:cubicBezTo>
                    <a:pt x="2095632" y="850743"/>
                    <a:pt x="2073415" y="872959"/>
                    <a:pt x="2046010" y="872959"/>
                  </a:cubicBezTo>
                  <a:lnTo>
                    <a:pt x="49622" y="872959"/>
                  </a:lnTo>
                  <a:cubicBezTo>
                    <a:pt x="36462" y="872959"/>
                    <a:pt x="23840" y="867731"/>
                    <a:pt x="14534" y="858425"/>
                  </a:cubicBezTo>
                  <a:cubicBezTo>
                    <a:pt x="5228" y="849119"/>
                    <a:pt x="0" y="836498"/>
                    <a:pt x="0" y="823337"/>
                  </a:cubicBezTo>
                  <a:lnTo>
                    <a:pt x="0" y="49622"/>
                  </a:lnTo>
                  <a:cubicBezTo>
                    <a:pt x="0" y="36462"/>
                    <a:pt x="5228" y="23840"/>
                    <a:pt x="14534" y="14534"/>
                  </a:cubicBezTo>
                  <a:cubicBezTo>
                    <a:pt x="23840" y="5228"/>
                    <a:pt x="36462" y="0"/>
                    <a:pt x="49622" y="0"/>
                  </a:cubicBezTo>
                  <a:close/>
                </a:path>
              </a:pathLst>
            </a:custGeom>
            <a:solidFill>
              <a:srgbClr val="28A06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95632" cy="901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27219" y="4656411"/>
            <a:ext cx="8301670" cy="3127821"/>
            <a:chOff x="0" y="0"/>
            <a:chExt cx="2186448" cy="8237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86448" cy="823788"/>
            </a:xfrm>
            <a:custGeom>
              <a:avLst/>
              <a:gdLst/>
              <a:ahLst/>
              <a:cxnLst/>
              <a:rect r="r" b="b" t="t" l="l"/>
              <a:pathLst>
                <a:path h="823788" w="2186448">
                  <a:moveTo>
                    <a:pt x="47561" y="0"/>
                  </a:moveTo>
                  <a:lnTo>
                    <a:pt x="2138887" y="0"/>
                  </a:lnTo>
                  <a:cubicBezTo>
                    <a:pt x="2151501" y="0"/>
                    <a:pt x="2163598" y="5011"/>
                    <a:pt x="2172518" y="13930"/>
                  </a:cubicBezTo>
                  <a:cubicBezTo>
                    <a:pt x="2181437" y="22850"/>
                    <a:pt x="2186448" y="34947"/>
                    <a:pt x="2186448" y="47561"/>
                  </a:cubicBezTo>
                  <a:lnTo>
                    <a:pt x="2186448" y="776227"/>
                  </a:lnTo>
                  <a:cubicBezTo>
                    <a:pt x="2186448" y="788841"/>
                    <a:pt x="2181437" y="800938"/>
                    <a:pt x="2172518" y="809858"/>
                  </a:cubicBezTo>
                  <a:cubicBezTo>
                    <a:pt x="2163598" y="818777"/>
                    <a:pt x="2151501" y="823788"/>
                    <a:pt x="2138887" y="823788"/>
                  </a:cubicBezTo>
                  <a:lnTo>
                    <a:pt x="47561" y="823788"/>
                  </a:lnTo>
                  <a:cubicBezTo>
                    <a:pt x="34947" y="823788"/>
                    <a:pt x="22850" y="818777"/>
                    <a:pt x="13930" y="809858"/>
                  </a:cubicBezTo>
                  <a:cubicBezTo>
                    <a:pt x="5011" y="800938"/>
                    <a:pt x="0" y="788841"/>
                    <a:pt x="0" y="776227"/>
                  </a:cubicBezTo>
                  <a:lnTo>
                    <a:pt x="0" y="47561"/>
                  </a:lnTo>
                  <a:cubicBezTo>
                    <a:pt x="0" y="34947"/>
                    <a:pt x="5011" y="22850"/>
                    <a:pt x="13930" y="13930"/>
                  </a:cubicBezTo>
                  <a:cubicBezTo>
                    <a:pt x="22850" y="5011"/>
                    <a:pt x="34947" y="0"/>
                    <a:pt x="47561" y="0"/>
                  </a:cubicBezTo>
                  <a:close/>
                </a:path>
              </a:pathLst>
            </a:custGeom>
            <a:solidFill>
              <a:srgbClr val="77B79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186448" cy="852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031038" y="242342"/>
            <a:ext cx="750614" cy="786358"/>
          </a:xfrm>
          <a:custGeom>
            <a:avLst/>
            <a:gdLst/>
            <a:ahLst/>
            <a:cxnLst/>
            <a:rect r="r" b="b" t="t" l="l"/>
            <a:pathLst>
              <a:path h="786358" w="750614">
                <a:moveTo>
                  <a:pt x="0" y="0"/>
                </a:moveTo>
                <a:lnTo>
                  <a:pt x="750614" y="0"/>
                </a:lnTo>
                <a:lnTo>
                  <a:pt x="750614" y="786358"/>
                </a:lnTo>
                <a:lnTo>
                  <a:pt x="0" y="7863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362196" y="1088396"/>
            <a:ext cx="5175796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PRINCIPAIS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8038" y="3698749"/>
            <a:ext cx="7923893" cy="173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OBJETO= estão presentes na linha vertical na esquerda do diagrama, que estão sendo observados no sistema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40917" y="6515632"/>
            <a:ext cx="6038135" cy="307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ESTADO= Indica os diferentes estados de um objeto ao longo do tempo. As mudanças de estado são marcadas conforme ocorrem.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46676" y="8342492"/>
            <a:ext cx="7145100" cy="118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LINHA HORIZONTAL= representa a passagem do tempo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04008" y="1436159"/>
            <a:ext cx="7748091" cy="223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2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RESTRIÇÕES= limitações ou condições que impõem requisitos específicos sobre o tempo em que certas ações, eventos ou operações devem ocorrer em um sistema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99627" y="4914499"/>
            <a:ext cx="7956853" cy="255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EVENTOS=eventos são momentos específicos em que algo significativo acontece no sistema, como uma mudança de estado, uma interação entre componentes, ou o início ou término de uma tarefa. 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-8100000">
            <a:off x="2475411" y="2041518"/>
            <a:ext cx="750614" cy="786358"/>
          </a:xfrm>
          <a:custGeom>
            <a:avLst/>
            <a:gdLst/>
            <a:ahLst/>
            <a:cxnLst/>
            <a:rect r="r" b="b" t="t" l="l"/>
            <a:pathLst>
              <a:path h="786358" w="750614">
                <a:moveTo>
                  <a:pt x="0" y="0"/>
                </a:moveTo>
                <a:lnTo>
                  <a:pt x="750614" y="0"/>
                </a:lnTo>
                <a:lnTo>
                  <a:pt x="750614" y="786358"/>
                </a:lnTo>
                <a:lnTo>
                  <a:pt x="0" y="7863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7984" y="3025271"/>
            <a:ext cx="7658199" cy="5452592"/>
            <a:chOff x="0" y="0"/>
            <a:chExt cx="2016974" cy="1436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6974" cy="1436073"/>
            </a:xfrm>
            <a:custGeom>
              <a:avLst/>
              <a:gdLst/>
              <a:ahLst/>
              <a:cxnLst/>
              <a:rect r="r" b="b" t="t" l="l"/>
              <a:pathLst>
                <a:path h="1436073" w="2016974">
                  <a:moveTo>
                    <a:pt x="51558" y="0"/>
                  </a:moveTo>
                  <a:lnTo>
                    <a:pt x="1965417" y="0"/>
                  </a:lnTo>
                  <a:cubicBezTo>
                    <a:pt x="1993891" y="0"/>
                    <a:pt x="2016974" y="23083"/>
                    <a:pt x="2016974" y="51558"/>
                  </a:cubicBezTo>
                  <a:lnTo>
                    <a:pt x="2016974" y="1384516"/>
                  </a:lnTo>
                  <a:cubicBezTo>
                    <a:pt x="2016974" y="1398190"/>
                    <a:pt x="2011543" y="1411304"/>
                    <a:pt x="2001874" y="1420973"/>
                  </a:cubicBezTo>
                  <a:cubicBezTo>
                    <a:pt x="1992205" y="1430642"/>
                    <a:pt x="1979091" y="1436073"/>
                    <a:pt x="1965417" y="1436073"/>
                  </a:cubicBezTo>
                  <a:lnTo>
                    <a:pt x="51558" y="1436073"/>
                  </a:lnTo>
                  <a:cubicBezTo>
                    <a:pt x="23083" y="1436073"/>
                    <a:pt x="0" y="1412990"/>
                    <a:pt x="0" y="1384516"/>
                  </a:cubicBezTo>
                  <a:lnTo>
                    <a:pt x="0" y="51558"/>
                  </a:lnTo>
                  <a:cubicBezTo>
                    <a:pt x="0" y="23083"/>
                    <a:pt x="23083" y="0"/>
                    <a:pt x="51558" y="0"/>
                  </a:cubicBezTo>
                  <a:close/>
                </a:path>
              </a:pathLst>
            </a:custGeom>
            <a:solidFill>
              <a:srgbClr val="28A069">
                <a:alpha val="6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16974" cy="1464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2729766"/>
            <a:ext cx="8710688" cy="4875906"/>
            <a:chOff x="0" y="0"/>
            <a:chExt cx="2294173" cy="12841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4173" cy="1284189"/>
            </a:xfrm>
            <a:custGeom>
              <a:avLst/>
              <a:gdLst/>
              <a:ahLst/>
              <a:cxnLst/>
              <a:rect r="r" b="b" t="t" l="l"/>
              <a:pathLst>
                <a:path h="1284189" w="2294173">
                  <a:moveTo>
                    <a:pt x="45328" y="0"/>
                  </a:moveTo>
                  <a:lnTo>
                    <a:pt x="2248845" y="0"/>
                  </a:lnTo>
                  <a:cubicBezTo>
                    <a:pt x="2260867" y="0"/>
                    <a:pt x="2272396" y="4776"/>
                    <a:pt x="2280897" y="13276"/>
                  </a:cubicBezTo>
                  <a:cubicBezTo>
                    <a:pt x="2289397" y="21777"/>
                    <a:pt x="2294173" y="33306"/>
                    <a:pt x="2294173" y="45328"/>
                  </a:cubicBezTo>
                  <a:lnTo>
                    <a:pt x="2294173" y="1238861"/>
                  </a:lnTo>
                  <a:cubicBezTo>
                    <a:pt x="2294173" y="1263895"/>
                    <a:pt x="2273879" y="1284189"/>
                    <a:pt x="2248845" y="1284189"/>
                  </a:cubicBezTo>
                  <a:lnTo>
                    <a:pt x="45328" y="1284189"/>
                  </a:lnTo>
                  <a:cubicBezTo>
                    <a:pt x="33306" y="1284189"/>
                    <a:pt x="21777" y="1279414"/>
                    <a:pt x="13276" y="1270913"/>
                  </a:cubicBezTo>
                  <a:cubicBezTo>
                    <a:pt x="4776" y="1262412"/>
                    <a:pt x="0" y="1250883"/>
                    <a:pt x="0" y="1238861"/>
                  </a:cubicBezTo>
                  <a:lnTo>
                    <a:pt x="0" y="45328"/>
                  </a:lnTo>
                  <a:cubicBezTo>
                    <a:pt x="0" y="33306"/>
                    <a:pt x="4776" y="21777"/>
                    <a:pt x="13276" y="13276"/>
                  </a:cubicBezTo>
                  <a:cubicBezTo>
                    <a:pt x="21777" y="4776"/>
                    <a:pt x="33306" y="0"/>
                    <a:pt x="45328" y="0"/>
                  </a:cubicBezTo>
                  <a:close/>
                </a:path>
              </a:pathLst>
            </a:custGeom>
            <a:solidFill>
              <a:srgbClr val="B6D993">
                <a:alpha val="61961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94173" cy="1312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6307830">
            <a:off x="1218018" y="1090864"/>
            <a:ext cx="855187" cy="948890"/>
          </a:xfrm>
          <a:custGeom>
            <a:avLst/>
            <a:gdLst/>
            <a:ahLst/>
            <a:cxnLst/>
            <a:rect r="r" b="b" t="t" l="l"/>
            <a:pathLst>
              <a:path h="948890" w="855187">
                <a:moveTo>
                  <a:pt x="0" y="0"/>
                </a:moveTo>
                <a:lnTo>
                  <a:pt x="855187" y="0"/>
                </a:lnTo>
                <a:lnTo>
                  <a:pt x="855187" y="948890"/>
                </a:lnTo>
                <a:lnTo>
                  <a:pt x="0" y="948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9188061">
            <a:off x="2752753" y="2716970"/>
            <a:ext cx="1472488" cy="415978"/>
          </a:xfrm>
          <a:custGeom>
            <a:avLst/>
            <a:gdLst/>
            <a:ahLst/>
            <a:cxnLst/>
            <a:rect r="r" b="b" t="t" l="l"/>
            <a:pathLst>
              <a:path h="415978" w="1472488">
                <a:moveTo>
                  <a:pt x="0" y="415978"/>
                </a:moveTo>
                <a:lnTo>
                  <a:pt x="1472488" y="415978"/>
                </a:lnTo>
                <a:lnTo>
                  <a:pt x="1472488" y="0"/>
                </a:lnTo>
                <a:lnTo>
                  <a:pt x="0" y="0"/>
                </a:lnTo>
                <a:lnTo>
                  <a:pt x="0" y="41597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752148" y="1169257"/>
            <a:ext cx="749439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Aplicações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825033" y="1132716"/>
            <a:ext cx="3451670" cy="263582"/>
          </a:xfrm>
          <a:custGeom>
            <a:avLst/>
            <a:gdLst/>
            <a:ahLst/>
            <a:cxnLst/>
            <a:rect r="r" b="b" t="t" l="l"/>
            <a:pathLst>
              <a:path h="263582" w="3451670">
                <a:moveTo>
                  <a:pt x="0" y="0"/>
                </a:moveTo>
                <a:lnTo>
                  <a:pt x="3451669" y="0"/>
                </a:lnTo>
                <a:lnTo>
                  <a:pt x="3451669" y="263582"/>
                </a:lnTo>
                <a:lnTo>
                  <a:pt x="0" y="263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3604782">
            <a:off x="15295007" y="741391"/>
            <a:ext cx="651386" cy="722759"/>
          </a:xfrm>
          <a:custGeom>
            <a:avLst/>
            <a:gdLst/>
            <a:ahLst/>
            <a:cxnLst/>
            <a:rect r="r" b="b" t="t" l="l"/>
            <a:pathLst>
              <a:path h="722759" w="651386">
                <a:moveTo>
                  <a:pt x="0" y="722759"/>
                </a:moveTo>
                <a:lnTo>
                  <a:pt x="651386" y="722759"/>
                </a:lnTo>
                <a:lnTo>
                  <a:pt x="651386" y="0"/>
                </a:lnTo>
                <a:lnTo>
                  <a:pt x="0" y="0"/>
                </a:lnTo>
                <a:lnTo>
                  <a:pt x="0" y="7227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511056">
            <a:off x="10183732" y="1562377"/>
            <a:ext cx="1925283" cy="543892"/>
          </a:xfrm>
          <a:custGeom>
            <a:avLst/>
            <a:gdLst/>
            <a:ahLst/>
            <a:cxnLst/>
            <a:rect r="r" b="b" t="t" l="l"/>
            <a:pathLst>
              <a:path h="543892" w="1925283">
                <a:moveTo>
                  <a:pt x="0" y="0"/>
                </a:moveTo>
                <a:lnTo>
                  <a:pt x="1925283" y="0"/>
                </a:lnTo>
                <a:lnTo>
                  <a:pt x="1925283" y="543893"/>
                </a:lnTo>
                <a:lnTo>
                  <a:pt x="0" y="5438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505787" y="2992749"/>
            <a:ext cx="7987115" cy="383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6748" indent="-303374" lvl="1">
              <a:lnSpc>
                <a:spcPts val="3934"/>
              </a:lnSpc>
              <a:buFont typeface="Arial"/>
              <a:buChar char="•"/>
            </a:pPr>
            <a:r>
              <a:rPr lang="en-US" sz="28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Análise de Desempenho: </a:t>
            </a:r>
            <a:r>
              <a:rPr lang="en-US" sz="281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Avaliação de quanto tempo processos ou operações levam.</a:t>
            </a:r>
          </a:p>
          <a:p>
            <a:pPr algn="l" marL="606748" indent="-303374" lvl="1">
              <a:lnSpc>
                <a:spcPts val="3934"/>
              </a:lnSpc>
              <a:buFont typeface="Arial"/>
              <a:buChar char="•"/>
            </a:pPr>
            <a:r>
              <a:rPr lang="en-US" sz="28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Modelagem de Requisitos Temporais: </a:t>
            </a:r>
            <a:r>
              <a:rPr lang="en-US" sz="281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Definição de restrições de tempo para eventos e processos em sistemas críticos.</a:t>
            </a:r>
          </a:p>
          <a:p>
            <a:pPr algn="l" marL="563569" indent="-281784" lvl="1">
              <a:lnSpc>
                <a:spcPts val="3654"/>
              </a:lnSpc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Detecção de Anomalias Temporais:</a:t>
            </a:r>
            <a:r>
              <a:rPr lang="en-US" sz="261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Identificação de comportamentos inesperados que ocorrem ao longo do tempo.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975024" y="2450029"/>
            <a:ext cx="9151686" cy="6159953"/>
          </a:xfrm>
          <a:custGeom>
            <a:avLst/>
            <a:gdLst/>
            <a:ahLst/>
            <a:cxnLst/>
            <a:rect r="r" b="b" t="t" l="l"/>
            <a:pathLst>
              <a:path h="6159953" w="9151686">
                <a:moveTo>
                  <a:pt x="0" y="0"/>
                </a:moveTo>
                <a:lnTo>
                  <a:pt x="9151687" y="0"/>
                </a:lnTo>
                <a:lnTo>
                  <a:pt x="9151687" y="6159953"/>
                </a:lnTo>
                <a:lnTo>
                  <a:pt x="0" y="61599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47453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716505">
            <a:off x="8901761" y="1724813"/>
            <a:ext cx="9195166" cy="6189219"/>
          </a:xfrm>
          <a:custGeom>
            <a:avLst/>
            <a:gdLst/>
            <a:ahLst/>
            <a:cxnLst/>
            <a:rect r="r" b="b" t="t" l="l"/>
            <a:pathLst>
              <a:path h="6189219" w="9195166">
                <a:moveTo>
                  <a:pt x="0" y="0"/>
                </a:moveTo>
                <a:lnTo>
                  <a:pt x="9195166" y="0"/>
                </a:lnTo>
                <a:lnTo>
                  <a:pt x="9195166" y="6189219"/>
                </a:lnTo>
                <a:lnTo>
                  <a:pt x="0" y="61892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-47453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3917606" y="4764701"/>
            <a:ext cx="9702998" cy="493971"/>
          </a:xfrm>
          <a:custGeom>
            <a:avLst/>
            <a:gdLst/>
            <a:ahLst/>
            <a:cxnLst/>
            <a:rect r="r" b="b" t="t" l="l"/>
            <a:pathLst>
              <a:path h="493971" w="9702998">
                <a:moveTo>
                  <a:pt x="0" y="0"/>
                </a:moveTo>
                <a:lnTo>
                  <a:pt x="9702999" y="0"/>
                </a:lnTo>
                <a:lnTo>
                  <a:pt x="9702999" y="493970"/>
                </a:lnTo>
                <a:lnTo>
                  <a:pt x="0" y="4939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800000">
            <a:off x="4143599" y="2729766"/>
            <a:ext cx="4368996" cy="4114800"/>
          </a:xfrm>
          <a:custGeom>
            <a:avLst/>
            <a:gdLst/>
            <a:ahLst/>
            <a:cxnLst/>
            <a:rect r="r" b="b" t="t" l="l"/>
            <a:pathLst>
              <a:path h="4114800" w="4368996">
                <a:moveTo>
                  <a:pt x="0" y="0"/>
                </a:moveTo>
                <a:lnTo>
                  <a:pt x="4368996" y="0"/>
                </a:lnTo>
                <a:lnTo>
                  <a:pt x="43689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492071" y="2450029"/>
            <a:ext cx="4151051" cy="420435"/>
          </a:xfrm>
          <a:custGeom>
            <a:avLst/>
            <a:gdLst/>
            <a:ahLst/>
            <a:cxnLst/>
            <a:rect r="r" b="b" t="t" l="l"/>
            <a:pathLst>
              <a:path h="420435" w="4151051">
                <a:moveTo>
                  <a:pt x="0" y="0"/>
                </a:moveTo>
                <a:lnTo>
                  <a:pt x="4151052" y="0"/>
                </a:lnTo>
                <a:lnTo>
                  <a:pt x="4151052" y="420434"/>
                </a:lnTo>
                <a:lnTo>
                  <a:pt x="0" y="42043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13395" y="1313431"/>
            <a:ext cx="4652745" cy="1170069"/>
          </a:xfrm>
          <a:custGeom>
            <a:avLst/>
            <a:gdLst/>
            <a:ahLst/>
            <a:cxnLst/>
            <a:rect r="r" b="b" t="t" l="l"/>
            <a:pathLst>
              <a:path h="1170069" w="4652745">
                <a:moveTo>
                  <a:pt x="0" y="0"/>
                </a:moveTo>
                <a:lnTo>
                  <a:pt x="4652745" y="0"/>
                </a:lnTo>
                <a:lnTo>
                  <a:pt x="4652745" y="1170069"/>
                </a:lnTo>
                <a:lnTo>
                  <a:pt x="0" y="117006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35247" y="8024772"/>
            <a:ext cx="3295512" cy="790923"/>
          </a:xfrm>
          <a:custGeom>
            <a:avLst/>
            <a:gdLst/>
            <a:ahLst/>
            <a:cxnLst/>
            <a:rect r="r" b="b" t="t" l="l"/>
            <a:pathLst>
              <a:path h="790923" w="3295512">
                <a:moveTo>
                  <a:pt x="0" y="0"/>
                </a:moveTo>
                <a:lnTo>
                  <a:pt x="3295511" y="0"/>
                </a:lnTo>
                <a:lnTo>
                  <a:pt x="3295511" y="790923"/>
                </a:lnTo>
                <a:lnTo>
                  <a:pt x="0" y="7909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539488" y="7161825"/>
            <a:ext cx="7315200" cy="678319"/>
          </a:xfrm>
          <a:custGeom>
            <a:avLst/>
            <a:gdLst/>
            <a:ahLst/>
            <a:cxnLst/>
            <a:rect r="r" b="b" t="t" l="l"/>
            <a:pathLst>
              <a:path h="678319" w="7315200">
                <a:moveTo>
                  <a:pt x="0" y="0"/>
                </a:moveTo>
                <a:lnTo>
                  <a:pt x="7315200" y="0"/>
                </a:lnTo>
                <a:lnTo>
                  <a:pt x="7315200" y="678319"/>
                </a:lnTo>
                <a:lnTo>
                  <a:pt x="0" y="67831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7121930">
            <a:off x="11153721" y="1432595"/>
            <a:ext cx="559629" cy="586278"/>
          </a:xfrm>
          <a:custGeom>
            <a:avLst/>
            <a:gdLst/>
            <a:ahLst/>
            <a:cxnLst/>
            <a:rect r="r" b="b" t="t" l="l"/>
            <a:pathLst>
              <a:path h="586278" w="559629">
                <a:moveTo>
                  <a:pt x="0" y="0"/>
                </a:moveTo>
                <a:lnTo>
                  <a:pt x="559629" y="0"/>
                </a:lnTo>
                <a:lnTo>
                  <a:pt x="559629" y="586278"/>
                </a:lnTo>
                <a:lnTo>
                  <a:pt x="0" y="58627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99889" y="1407293"/>
            <a:ext cx="749439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Características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-10727887">
            <a:off x="4267" y="9606993"/>
            <a:ext cx="10064689" cy="512384"/>
          </a:xfrm>
          <a:custGeom>
            <a:avLst/>
            <a:gdLst/>
            <a:ahLst/>
            <a:cxnLst/>
            <a:rect r="r" b="b" t="t" l="l"/>
            <a:pathLst>
              <a:path h="512384" w="10064689">
                <a:moveTo>
                  <a:pt x="0" y="0"/>
                </a:moveTo>
                <a:lnTo>
                  <a:pt x="10064688" y="0"/>
                </a:lnTo>
                <a:lnTo>
                  <a:pt x="10064688" y="512384"/>
                </a:lnTo>
                <a:lnTo>
                  <a:pt x="0" y="5123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789999" y="9419607"/>
            <a:ext cx="10064689" cy="512384"/>
          </a:xfrm>
          <a:custGeom>
            <a:avLst/>
            <a:gdLst/>
            <a:ahLst/>
            <a:cxnLst/>
            <a:rect r="r" b="b" t="t" l="l"/>
            <a:pathLst>
              <a:path h="512384" w="10064689">
                <a:moveTo>
                  <a:pt x="0" y="0"/>
                </a:moveTo>
                <a:lnTo>
                  <a:pt x="10064689" y="0"/>
                </a:lnTo>
                <a:lnTo>
                  <a:pt x="10064689" y="512384"/>
                </a:lnTo>
                <a:lnTo>
                  <a:pt x="0" y="5123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094279" y="439356"/>
            <a:ext cx="10064689" cy="512384"/>
          </a:xfrm>
          <a:custGeom>
            <a:avLst/>
            <a:gdLst/>
            <a:ahLst/>
            <a:cxnLst/>
            <a:rect r="r" b="b" t="t" l="l"/>
            <a:pathLst>
              <a:path h="512384" w="10064689">
                <a:moveTo>
                  <a:pt x="0" y="0"/>
                </a:moveTo>
                <a:lnTo>
                  <a:pt x="10064689" y="0"/>
                </a:lnTo>
                <a:lnTo>
                  <a:pt x="10064689" y="512385"/>
                </a:lnTo>
                <a:lnTo>
                  <a:pt x="0" y="5123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10727887">
            <a:off x="4267" y="695549"/>
            <a:ext cx="10064689" cy="512384"/>
          </a:xfrm>
          <a:custGeom>
            <a:avLst/>
            <a:gdLst/>
            <a:ahLst/>
            <a:cxnLst/>
            <a:rect r="r" b="b" t="t" l="l"/>
            <a:pathLst>
              <a:path h="512384" w="10064689">
                <a:moveTo>
                  <a:pt x="0" y="0"/>
                </a:moveTo>
                <a:lnTo>
                  <a:pt x="10064688" y="0"/>
                </a:lnTo>
                <a:lnTo>
                  <a:pt x="10064688" y="512384"/>
                </a:lnTo>
                <a:lnTo>
                  <a:pt x="0" y="5123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215219" y="2217759"/>
            <a:ext cx="4350921" cy="332252"/>
          </a:xfrm>
          <a:custGeom>
            <a:avLst/>
            <a:gdLst/>
            <a:ahLst/>
            <a:cxnLst/>
            <a:rect r="r" b="b" t="t" l="l"/>
            <a:pathLst>
              <a:path h="332252" w="4350921">
                <a:moveTo>
                  <a:pt x="0" y="0"/>
                </a:moveTo>
                <a:lnTo>
                  <a:pt x="4350921" y="0"/>
                </a:lnTo>
                <a:lnTo>
                  <a:pt x="4350921" y="332252"/>
                </a:lnTo>
                <a:lnTo>
                  <a:pt x="0" y="332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99889" y="3397189"/>
            <a:ext cx="7494391" cy="420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</a:p>
          <a:p>
            <a:pPr algn="l" marL="671516" indent="-335758" lvl="1">
              <a:lnSpc>
                <a:spcPts val="4354"/>
              </a:lnSpc>
              <a:buFont typeface="Arial"/>
              <a:buChar char="•"/>
            </a:pPr>
            <a:r>
              <a:rPr lang="en-US" sz="31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Foco no Tempo: </a:t>
            </a:r>
            <a:r>
              <a:rPr lang="en-US" sz="311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Diferente de outros diagramas, o diagrama de tempo se concentra na ordem cronológica dos eventos. </a:t>
            </a:r>
          </a:p>
          <a:p>
            <a:pPr algn="l" marL="649926" indent="-324963" lvl="1">
              <a:lnSpc>
                <a:spcPts val="4214"/>
              </a:lnSpc>
              <a:buFont typeface="Arial"/>
              <a:buChar char="•"/>
            </a:pPr>
            <a:r>
              <a:rPr lang="en-US" sz="30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Visualização Sequencial: </a:t>
            </a:r>
            <a:r>
              <a:rPr lang="en-US" sz="301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Facilita a compreensão de como os objetos mudam ao longo do tempo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E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67832" y="1831319"/>
            <a:ext cx="10948907" cy="7803784"/>
            <a:chOff x="0" y="0"/>
            <a:chExt cx="2883663" cy="2055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3663" cy="2055318"/>
            </a:xfrm>
            <a:custGeom>
              <a:avLst/>
              <a:gdLst/>
              <a:ahLst/>
              <a:cxnLst/>
              <a:rect r="r" b="b" t="t" l="l"/>
              <a:pathLst>
                <a:path h="2055318" w="2883663">
                  <a:moveTo>
                    <a:pt x="36062" y="0"/>
                  </a:moveTo>
                  <a:lnTo>
                    <a:pt x="2847601" y="0"/>
                  </a:lnTo>
                  <a:cubicBezTo>
                    <a:pt x="2867517" y="0"/>
                    <a:pt x="2883663" y="16145"/>
                    <a:pt x="2883663" y="36062"/>
                  </a:cubicBezTo>
                  <a:lnTo>
                    <a:pt x="2883663" y="2019256"/>
                  </a:lnTo>
                  <a:cubicBezTo>
                    <a:pt x="2883663" y="2028820"/>
                    <a:pt x="2879863" y="2037992"/>
                    <a:pt x="2873100" y="2044755"/>
                  </a:cubicBezTo>
                  <a:cubicBezTo>
                    <a:pt x="2866338" y="2051518"/>
                    <a:pt x="2857165" y="2055318"/>
                    <a:pt x="2847601" y="2055318"/>
                  </a:cubicBezTo>
                  <a:lnTo>
                    <a:pt x="36062" y="2055318"/>
                  </a:lnTo>
                  <a:cubicBezTo>
                    <a:pt x="26498" y="2055318"/>
                    <a:pt x="17325" y="2051518"/>
                    <a:pt x="10562" y="2044755"/>
                  </a:cubicBezTo>
                  <a:cubicBezTo>
                    <a:pt x="3799" y="2037992"/>
                    <a:pt x="0" y="2028820"/>
                    <a:pt x="0" y="2019256"/>
                  </a:cubicBezTo>
                  <a:lnTo>
                    <a:pt x="0" y="36062"/>
                  </a:lnTo>
                  <a:cubicBezTo>
                    <a:pt x="0" y="26498"/>
                    <a:pt x="3799" y="17325"/>
                    <a:pt x="10562" y="10562"/>
                  </a:cubicBezTo>
                  <a:cubicBezTo>
                    <a:pt x="17325" y="3799"/>
                    <a:pt x="26498" y="0"/>
                    <a:pt x="36062" y="0"/>
                  </a:cubicBezTo>
                  <a:close/>
                </a:path>
              </a:pathLst>
            </a:custGeom>
            <a:solidFill>
              <a:srgbClr val="28A0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883663" cy="2083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68601" y="2409608"/>
            <a:ext cx="9232230" cy="6647206"/>
          </a:xfrm>
          <a:custGeom>
            <a:avLst/>
            <a:gdLst/>
            <a:ahLst/>
            <a:cxnLst/>
            <a:rect r="r" b="b" t="t" l="l"/>
            <a:pathLst>
              <a:path h="6647206" w="9232230">
                <a:moveTo>
                  <a:pt x="0" y="0"/>
                </a:moveTo>
                <a:lnTo>
                  <a:pt x="9232231" y="0"/>
                </a:lnTo>
                <a:lnTo>
                  <a:pt x="9232231" y="6647205"/>
                </a:lnTo>
                <a:lnTo>
                  <a:pt x="0" y="6647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232" y="0"/>
            <a:ext cx="7315200" cy="1755648"/>
          </a:xfrm>
          <a:custGeom>
            <a:avLst/>
            <a:gdLst/>
            <a:ahLst/>
            <a:cxnLst/>
            <a:rect r="r" b="b" t="t" l="l"/>
            <a:pathLst>
              <a:path h="1755648" w="7315200">
                <a:moveTo>
                  <a:pt x="0" y="0"/>
                </a:moveTo>
                <a:lnTo>
                  <a:pt x="7315200" y="0"/>
                </a:lnTo>
                <a:lnTo>
                  <a:pt x="7315200" y="1755648"/>
                </a:lnTo>
                <a:lnTo>
                  <a:pt x="0" y="1755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85632" y="75671"/>
            <a:ext cx="7315200" cy="1755648"/>
          </a:xfrm>
          <a:custGeom>
            <a:avLst/>
            <a:gdLst/>
            <a:ahLst/>
            <a:cxnLst/>
            <a:rect r="r" b="b" t="t" l="l"/>
            <a:pathLst>
              <a:path h="1755648" w="7315200">
                <a:moveTo>
                  <a:pt x="0" y="0"/>
                </a:moveTo>
                <a:lnTo>
                  <a:pt x="7315200" y="0"/>
                </a:lnTo>
                <a:lnTo>
                  <a:pt x="7315200" y="1755648"/>
                </a:lnTo>
                <a:lnTo>
                  <a:pt x="0" y="1755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1020" y="1082449"/>
            <a:ext cx="6646652" cy="673199"/>
          </a:xfrm>
          <a:custGeom>
            <a:avLst/>
            <a:gdLst/>
            <a:ahLst/>
            <a:cxnLst/>
            <a:rect r="r" b="b" t="t" l="l"/>
            <a:pathLst>
              <a:path h="673199" w="6646652">
                <a:moveTo>
                  <a:pt x="0" y="0"/>
                </a:moveTo>
                <a:lnTo>
                  <a:pt x="6646652" y="0"/>
                </a:lnTo>
                <a:lnTo>
                  <a:pt x="6646652" y="673199"/>
                </a:lnTo>
                <a:lnTo>
                  <a:pt x="0" y="6731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683930">
            <a:off x="8605252" y="-33481"/>
            <a:ext cx="5188189" cy="525480"/>
          </a:xfrm>
          <a:custGeom>
            <a:avLst/>
            <a:gdLst/>
            <a:ahLst/>
            <a:cxnLst/>
            <a:rect r="r" b="b" t="t" l="l"/>
            <a:pathLst>
              <a:path h="525480" w="5188189">
                <a:moveTo>
                  <a:pt x="0" y="0"/>
                </a:moveTo>
                <a:lnTo>
                  <a:pt x="5188189" y="0"/>
                </a:lnTo>
                <a:lnTo>
                  <a:pt x="5188189" y="525480"/>
                </a:lnTo>
                <a:lnTo>
                  <a:pt x="0" y="525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8942" y="293111"/>
            <a:ext cx="15220838" cy="104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2"/>
              </a:lnSpc>
            </a:pPr>
            <a:r>
              <a:rPr lang="en-US" sz="608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Diagrama de tempo de uma máquina de café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7419" y="1631266"/>
            <a:ext cx="6987140" cy="1374491"/>
            <a:chOff x="0" y="0"/>
            <a:chExt cx="1840234" cy="362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0234" cy="362006"/>
            </a:xfrm>
            <a:custGeom>
              <a:avLst/>
              <a:gdLst/>
              <a:ahLst/>
              <a:cxnLst/>
              <a:rect r="r" b="b" t="t" l="l"/>
              <a:pathLst>
                <a:path h="362006" w="1840234">
                  <a:moveTo>
                    <a:pt x="56509" y="0"/>
                  </a:moveTo>
                  <a:lnTo>
                    <a:pt x="1783725" y="0"/>
                  </a:lnTo>
                  <a:cubicBezTo>
                    <a:pt x="1814934" y="0"/>
                    <a:pt x="1840234" y="25300"/>
                    <a:pt x="1840234" y="56509"/>
                  </a:cubicBezTo>
                  <a:lnTo>
                    <a:pt x="1840234" y="305497"/>
                  </a:lnTo>
                  <a:cubicBezTo>
                    <a:pt x="1840234" y="336706"/>
                    <a:pt x="1814934" y="362006"/>
                    <a:pt x="1783725" y="362006"/>
                  </a:cubicBezTo>
                  <a:lnTo>
                    <a:pt x="56509" y="362006"/>
                  </a:lnTo>
                  <a:cubicBezTo>
                    <a:pt x="25300" y="362006"/>
                    <a:pt x="0" y="336706"/>
                    <a:pt x="0" y="305497"/>
                  </a:cubicBezTo>
                  <a:lnTo>
                    <a:pt x="0" y="56509"/>
                  </a:lnTo>
                  <a:cubicBezTo>
                    <a:pt x="0" y="25300"/>
                    <a:pt x="25300" y="0"/>
                    <a:pt x="56509" y="0"/>
                  </a:cubicBezTo>
                  <a:close/>
                </a:path>
              </a:pathLst>
            </a:custGeom>
            <a:solidFill>
              <a:srgbClr val="B6D99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40234" cy="390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7419" y="3274381"/>
            <a:ext cx="7149216" cy="1842341"/>
            <a:chOff x="0" y="0"/>
            <a:chExt cx="1882921" cy="4852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2921" cy="485226"/>
            </a:xfrm>
            <a:custGeom>
              <a:avLst/>
              <a:gdLst/>
              <a:ahLst/>
              <a:cxnLst/>
              <a:rect r="r" b="b" t="t" l="l"/>
              <a:pathLst>
                <a:path h="485226" w="1882921">
                  <a:moveTo>
                    <a:pt x="55228" y="0"/>
                  </a:moveTo>
                  <a:lnTo>
                    <a:pt x="1827693" y="0"/>
                  </a:lnTo>
                  <a:cubicBezTo>
                    <a:pt x="1858195" y="0"/>
                    <a:pt x="1882921" y="24726"/>
                    <a:pt x="1882921" y="55228"/>
                  </a:cubicBezTo>
                  <a:lnTo>
                    <a:pt x="1882921" y="429997"/>
                  </a:lnTo>
                  <a:cubicBezTo>
                    <a:pt x="1882921" y="460499"/>
                    <a:pt x="1858195" y="485226"/>
                    <a:pt x="1827693" y="485226"/>
                  </a:cubicBezTo>
                  <a:lnTo>
                    <a:pt x="55228" y="485226"/>
                  </a:lnTo>
                  <a:cubicBezTo>
                    <a:pt x="24726" y="485226"/>
                    <a:pt x="0" y="460499"/>
                    <a:pt x="0" y="429997"/>
                  </a:cubicBezTo>
                  <a:lnTo>
                    <a:pt x="0" y="55228"/>
                  </a:lnTo>
                  <a:cubicBezTo>
                    <a:pt x="0" y="24726"/>
                    <a:pt x="24726" y="0"/>
                    <a:pt x="55228" y="0"/>
                  </a:cubicBezTo>
                  <a:close/>
                </a:path>
              </a:pathLst>
            </a:custGeom>
            <a:solidFill>
              <a:srgbClr val="96CFB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882921" cy="513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50854" y="5383422"/>
            <a:ext cx="6925782" cy="4525918"/>
            <a:chOff x="0" y="0"/>
            <a:chExt cx="1824074" cy="11920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4074" cy="1192011"/>
            </a:xfrm>
            <a:custGeom>
              <a:avLst/>
              <a:gdLst/>
              <a:ahLst/>
              <a:cxnLst/>
              <a:rect r="r" b="b" t="t" l="l"/>
              <a:pathLst>
                <a:path h="1192011" w="1824074">
                  <a:moveTo>
                    <a:pt x="57010" y="0"/>
                  </a:moveTo>
                  <a:lnTo>
                    <a:pt x="1767064" y="0"/>
                  </a:lnTo>
                  <a:cubicBezTo>
                    <a:pt x="1782184" y="0"/>
                    <a:pt x="1796685" y="6006"/>
                    <a:pt x="1807377" y="16698"/>
                  </a:cubicBezTo>
                  <a:cubicBezTo>
                    <a:pt x="1818068" y="27389"/>
                    <a:pt x="1824074" y="41890"/>
                    <a:pt x="1824074" y="57010"/>
                  </a:cubicBezTo>
                  <a:lnTo>
                    <a:pt x="1824074" y="1135001"/>
                  </a:lnTo>
                  <a:cubicBezTo>
                    <a:pt x="1824074" y="1150121"/>
                    <a:pt x="1818068" y="1164622"/>
                    <a:pt x="1807377" y="1175314"/>
                  </a:cubicBezTo>
                  <a:cubicBezTo>
                    <a:pt x="1796685" y="1186005"/>
                    <a:pt x="1782184" y="1192011"/>
                    <a:pt x="1767064" y="1192011"/>
                  </a:cubicBezTo>
                  <a:lnTo>
                    <a:pt x="57010" y="1192011"/>
                  </a:lnTo>
                  <a:cubicBezTo>
                    <a:pt x="25524" y="1192011"/>
                    <a:pt x="0" y="1166487"/>
                    <a:pt x="0" y="1135001"/>
                  </a:cubicBezTo>
                  <a:lnTo>
                    <a:pt x="0" y="57010"/>
                  </a:lnTo>
                  <a:cubicBezTo>
                    <a:pt x="0" y="41890"/>
                    <a:pt x="6006" y="27389"/>
                    <a:pt x="16698" y="16698"/>
                  </a:cubicBezTo>
                  <a:cubicBezTo>
                    <a:pt x="27389" y="6006"/>
                    <a:pt x="41890" y="0"/>
                    <a:pt x="57010" y="0"/>
                  </a:cubicBezTo>
                  <a:close/>
                </a:path>
              </a:pathLst>
            </a:custGeom>
            <a:solidFill>
              <a:srgbClr val="4EA96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24074" cy="1220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74919" y="1681077"/>
            <a:ext cx="6551489" cy="3178594"/>
            <a:chOff x="0" y="0"/>
            <a:chExt cx="1725495" cy="837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5495" cy="837161"/>
            </a:xfrm>
            <a:custGeom>
              <a:avLst/>
              <a:gdLst/>
              <a:ahLst/>
              <a:cxnLst/>
              <a:rect r="r" b="b" t="t" l="l"/>
              <a:pathLst>
                <a:path h="837161" w="1725495">
                  <a:moveTo>
                    <a:pt x="60267" y="0"/>
                  </a:moveTo>
                  <a:lnTo>
                    <a:pt x="1665228" y="0"/>
                  </a:lnTo>
                  <a:cubicBezTo>
                    <a:pt x="1698513" y="0"/>
                    <a:pt x="1725495" y="26982"/>
                    <a:pt x="1725495" y="60267"/>
                  </a:cubicBezTo>
                  <a:lnTo>
                    <a:pt x="1725495" y="776894"/>
                  </a:lnTo>
                  <a:cubicBezTo>
                    <a:pt x="1725495" y="810178"/>
                    <a:pt x="1698513" y="837161"/>
                    <a:pt x="1665228" y="837161"/>
                  </a:cubicBezTo>
                  <a:lnTo>
                    <a:pt x="60267" y="837161"/>
                  </a:lnTo>
                  <a:cubicBezTo>
                    <a:pt x="26982" y="837161"/>
                    <a:pt x="0" y="810178"/>
                    <a:pt x="0" y="776894"/>
                  </a:cubicBezTo>
                  <a:lnTo>
                    <a:pt x="0" y="60267"/>
                  </a:lnTo>
                  <a:cubicBezTo>
                    <a:pt x="0" y="26982"/>
                    <a:pt x="26982" y="0"/>
                    <a:pt x="60267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25495" cy="865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117931" y="5173996"/>
            <a:ext cx="6465465" cy="2443515"/>
            <a:chOff x="0" y="0"/>
            <a:chExt cx="1702838" cy="643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2839" cy="643560"/>
            </a:xfrm>
            <a:custGeom>
              <a:avLst/>
              <a:gdLst/>
              <a:ahLst/>
              <a:cxnLst/>
              <a:rect r="r" b="b" t="t" l="l"/>
              <a:pathLst>
                <a:path h="643560" w="1702839">
                  <a:moveTo>
                    <a:pt x="61069" y="0"/>
                  </a:moveTo>
                  <a:lnTo>
                    <a:pt x="1641770" y="0"/>
                  </a:lnTo>
                  <a:cubicBezTo>
                    <a:pt x="1675497" y="0"/>
                    <a:pt x="1702839" y="27341"/>
                    <a:pt x="1702839" y="61069"/>
                  </a:cubicBezTo>
                  <a:lnTo>
                    <a:pt x="1702839" y="582491"/>
                  </a:lnTo>
                  <a:cubicBezTo>
                    <a:pt x="1702839" y="598687"/>
                    <a:pt x="1696404" y="614220"/>
                    <a:pt x="1684952" y="625673"/>
                  </a:cubicBezTo>
                  <a:cubicBezTo>
                    <a:pt x="1673499" y="637126"/>
                    <a:pt x="1657966" y="643560"/>
                    <a:pt x="1641770" y="643560"/>
                  </a:cubicBezTo>
                  <a:lnTo>
                    <a:pt x="61069" y="643560"/>
                  </a:lnTo>
                  <a:cubicBezTo>
                    <a:pt x="27341" y="643560"/>
                    <a:pt x="0" y="616218"/>
                    <a:pt x="0" y="582491"/>
                  </a:cubicBezTo>
                  <a:lnTo>
                    <a:pt x="0" y="61069"/>
                  </a:lnTo>
                  <a:cubicBezTo>
                    <a:pt x="0" y="27341"/>
                    <a:pt x="27341" y="0"/>
                    <a:pt x="61069" y="0"/>
                  </a:cubicBezTo>
                  <a:close/>
                </a:path>
              </a:pathLst>
            </a:custGeom>
            <a:solidFill>
              <a:srgbClr val="96CFB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702838" cy="67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20659" y="7759173"/>
            <a:ext cx="6540855" cy="2257106"/>
            <a:chOff x="0" y="0"/>
            <a:chExt cx="1722694" cy="5944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22694" cy="594464"/>
            </a:xfrm>
            <a:custGeom>
              <a:avLst/>
              <a:gdLst/>
              <a:ahLst/>
              <a:cxnLst/>
              <a:rect r="r" b="b" t="t" l="l"/>
              <a:pathLst>
                <a:path h="594464" w="1722694">
                  <a:moveTo>
                    <a:pt x="60365" y="0"/>
                  </a:moveTo>
                  <a:lnTo>
                    <a:pt x="1662329" y="0"/>
                  </a:lnTo>
                  <a:cubicBezTo>
                    <a:pt x="1678339" y="0"/>
                    <a:pt x="1693693" y="6360"/>
                    <a:pt x="1705014" y="17680"/>
                  </a:cubicBezTo>
                  <a:cubicBezTo>
                    <a:pt x="1716334" y="29001"/>
                    <a:pt x="1722694" y="44355"/>
                    <a:pt x="1722694" y="60365"/>
                  </a:cubicBezTo>
                  <a:lnTo>
                    <a:pt x="1722694" y="534099"/>
                  </a:lnTo>
                  <a:cubicBezTo>
                    <a:pt x="1722694" y="567438"/>
                    <a:pt x="1695668" y="594464"/>
                    <a:pt x="1662329" y="594464"/>
                  </a:cubicBezTo>
                  <a:lnTo>
                    <a:pt x="60365" y="594464"/>
                  </a:lnTo>
                  <a:cubicBezTo>
                    <a:pt x="27026" y="594464"/>
                    <a:pt x="0" y="567438"/>
                    <a:pt x="0" y="534099"/>
                  </a:cubicBezTo>
                  <a:lnTo>
                    <a:pt x="0" y="60365"/>
                  </a:lnTo>
                  <a:cubicBezTo>
                    <a:pt x="0" y="27026"/>
                    <a:pt x="27026" y="0"/>
                    <a:pt x="60365" y="0"/>
                  </a:cubicBezTo>
                  <a:close/>
                </a:path>
              </a:pathLst>
            </a:custGeom>
            <a:solidFill>
              <a:srgbClr val="B6D99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722694" cy="623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22573" y="426134"/>
            <a:ext cx="5601783" cy="1205131"/>
          </a:xfrm>
          <a:custGeom>
            <a:avLst/>
            <a:gdLst/>
            <a:ahLst/>
            <a:cxnLst/>
            <a:rect r="r" b="b" t="t" l="l"/>
            <a:pathLst>
              <a:path h="1205131" w="5601783">
                <a:moveTo>
                  <a:pt x="0" y="0"/>
                </a:moveTo>
                <a:lnTo>
                  <a:pt x="5601782" y="0"/>
                </a:lnTo>
                <a:lnTo>
                  <a:pt x="5601782" y="1205132"/>
                </a:lnTo>
                <a:lnTo>
                  <a:pt x="0" y="1205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20659" y="426134"/>
            <a:ext cx="5601783" cy="1205131"/>
          </a:xfrm>
          <a:custGeom>
            <a:avLst/>
            <a:gdLst/>
            <a:ahLst/>
            <a:cxnLst/>
            <a:rect r="r" b="b" t="t" l="l"/>
            <a:pathLst>
              <a:path h="1205131" w="5601783">
                <a:moveTo>
                  <a:pt x="0" y="0"/>
                </a:moveTo>
                <a:lnTo>
                  <a:pt x="5601783" y="0"/>
                </a:lnTo>
                <a:lnTo>
                  <a:pt x="5601783" y="1205132"/>
                </a:lnTo>
                <a:lnTo>
                  <a:pt x="0" y="1205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708274">
            <a:off x="4612529" y="5019608"/>
            <a:ext cx="9062943" cy="691049"/>
          </a:xfrm>
          <a:custGeom>
            <a:avLst/>
            <a:gdLst/>
            <a:ahLst/>
            <a:cxnLst/>
            <a:rect r="r" b="b" t="t" l="l"/>
            <a:pathLst>
              <a:path h="691049" w="9062943">
                <a:moveTo>
                  <a:pt x="0" y="0"/>
                </a:moveTo>
                <a:lnTo>
                  <a:pt x="9062942" y="0"/>
                </a:lnTo>
                <a:lnTo>
                  <a:pt x="9062942" y="691049"/>
                </a:lnTo>
                <a:lnTo>
                  <a:pt x="0" y="69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50854" y="1899456"/>
            <a:ext cx="6763705" cy="5477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Facilita a compreensão do comportamento de um sistema ao longo do tempo. </a:t>
            </a:r>
          </a:p>
          <a:p>
            <a:pPr algn="ctr">
              <a:lnSpc>
                <a:spcPts val="3654"/>
              </a:lnSpc>
              <a:spcBef>
                <a:spcPct val="0"/>
              </a:spcBef>
            </a:pPr>
          </a:p>
          <a:p>
            <a:pPr algn="ctr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Útil para analisar como diferentes componentes interagem e se coordenam no tempo.Fornece uma visualização clara dos estados de cada objeto em relação ao tempo.</a:t>
            </a:r>
          </a:p>
          <a:p>
            <a:pPr algn="ctr">
              <a:lnSpc>
                <a:spcPts val="3654"/>
              </a:lnSpc>
              <a:spcBef>
                <a:spcPct val="0"/>
              </a:spcBef>
            </a:pPr>
          </a:p>
          <a:p>
            <a:pPr algn="ctr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 diagrama de tempo é uma ferramenta valiosa em design de sistemas, análise de desempenho e depuração, especialmente em sistemas onde o tempo é um fator crítico.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74919" y="1466330"/>
            <a:ext cx="6416385" cy="333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</a:p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 sistemas com muitos objetos ou componentes interagindo, o diagrama pode se tornar muito complexo e difícil de entender. A quantidade de detalhes necessários para representar todas as interações ao longo do tempo pode resultar em um diagrama sobrecarregado e confuso.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20659" y="4907296"/>
            <a:ext cx="6229193" cy="272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4"/>
              </a:lnSpc>
              <a:spcBef>
                <a:spcPct val="0"/>
              </a:spcBef>
            </a:pPr>
          </a:p>
          <a:p>
            <a:pPr algn="ctr">
              <a:lnSpc>
                <a:spcPts val="3094"/>
              </a:lnSpc>
              <a:spcBef>
                <a:spcPct val="0"/>
              </a:spcBef>
            </a:pPr>
            <a:r>
              <a:rPr lang="en-US" sz="22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 diagrama de tempo é altamente especializado em mostrar a cronologia de eventos e mudanças de estado, mas ele pode não ser tão eficaz para capturar todos os aspectos do comportamento do sistema, como fluxos de controle ou estruturas de dados complexas.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61170" y="7560361"/>
            <a:ext cx="6122226" cy="245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4"/>
              </a:lnSpc>
              <a:spcBef>
                <a:spcPct val="0"/>
              </a:spcBef>
            </a:pPr>
          </a:p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Quando o número de objetos ou o período de tempo analisado aumenta, o diagrama pode se tornar impraticável, pois exigirá muito espaço para representar todas as interações de forma clara.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30030" y="7500529"/>
            <a:ext cx="5721100" cy="208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Ajuda a identificar problemas relacionados ao tempo, como latência, atraso de eventos ou problemas de sincronização, que podem ser críticos em sistemas em tempo real.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65519" y="477471"/>
            <a:ext cx="421719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DESVANTAGENS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14781" y="477471"/>
            <a:ext cx="32173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VANTAGENS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2868" y="1966912"/>
            <a:ext cx="11007532" cy="7315200"/>
            <a:chOff x="0" y="0"/>
            <a:chExt cx="2899103" cy="19266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9103" cy="1926637"/>
            </a:xfrm>
            <a:custGeom>
              <a:avLst/>
              <a:gdLst/>
              <a:ahLst/>
              <a:cxnLst/>
              <a:rect r="r" b="b" t="t" l="l"/>
              <a:pathLst>
                <a:path h="1926637" w="2899103">
                  <a:moveTo>
                    <a:pt x="35870" y="0"/>
                  </a:moveTo>
                  <a:lnTo>
                    <a:pt x="2863233" y="0"/>
                  </a:lnTo>
                  <a:cubicBezTo>
                    <a:pt x="2872747" y="0"/>
                    <a:pt x="2881870" y="3779"/>
                    <a:pt x="2888597" y="10506"/>
                  </a:cubicBezTo>
                  <a:cubicBezTo>
                    <a:pt x="2895324" y="17233"/>
                    <a:pt x="2899103" y="26357"/>
                    <a:pt x="2899103" y="35870"/>
                  </a:cubicBezTo>
                  <a:lnTo>
                    <a:pt x="2899103" y="1890767"/>
                  </a:lnTo>
                  <a:cubicBezTo>
                    <a:pt x="2899103" y="1910578"/>
                    <a:pt x="2883044" y="1926637"/>
                    <a:pt x="2863233" y="1926637"/>
                  </a:cubicBezTo>
                  <a:lnTo>
                    <a:pt x="35870" y="1926637"/>
                  </a:lnTo>
                  <a:cubicBezTo>
                    <a:pt x="26357" y="1926637"/>
                    <a:pt x="17233" y="1922858"/>
                    <a:pt x="10506" y="1916131"/>
                  </a:cubicBezTo>
                  <a:cubicBezTo>
                    <a:pt x="3779" y="1909404"/>
                    <a:pt x="0" y="1900281"/>
                    <a:pt x="0" y="1890767"/>
                  </a:cubicBezTo>
                  <a:lnTo>
                    <a:pt x="0" y="35870"/>
                  </a:lnTo>
                  <a:cubicBezTo>
                    <a:pt x="0" y="26357"/>
                    <a:pt x="3779" y="17233"/>
                    <a:pt x="10506" y="10506"/>
                  </a:cubicBezTo>
                  <a:cubicBezTo>
                    <a:pt x="17233" y="3779"/>
                    <a:pt x="26357" y="0"/>
                    <a:pt x="35870" y="0"/>
                  </a:cubicBezTo>
                  <a:close/>
                </a:path>
              </a:pathLst>
            </a:custGeom>
            <a:solidFill>
              <a:srgbClr val="B6D99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899103" cy="1955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-31707" y="5141837"/>
            <a:ext cx="7315200" cy="917725"/>
          </a:xfrm>
          <a:custGeom>
            <a:avLst/>
            <a:gdLst/>
            <a:ahLst/>
            <a:cxnLst/>
            <a:rect r="r" b="b" t="t" l="l"/>
            <a:pathLst>
              <a:path h="917725" w="7315200">
                <a:moveTo>
                  <a:pt x="0" y="0"/>
                </a:moveTo>
                <a:lnTo>
                  <a:pt x="7315200" y="0"/>
                </a:lnTo>
                <a:lnTo>
                  <a:pt x="7315200" y="917726"/>
                </a:lnTo>
                <a:lnTo>
                  <a:pt x="0" y="917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711187" y="5162792"/>
            <a:ext cx="7315200" cy="917725"/>
          </a:xfrm>
          <a:custGeom>
            <a:avLst/>
            <a:gdLst/>
            <a:ahLst/>
            <a:cxnLst/>
            <a:rect r="r" b="b" t="t" l="l"/>
            <a:pathLst>
              <a:path h="917725" w="7315200">
                <a:moveTo>
                  <a:pt x="0" y="0"/>
                </a:moveTo>
                <a:lnTo>
                  <a:pt x="7315200" y="0"/>
                </a:lnTo>
                <a:lnTo>
                  <a:pt x="7315200" y="917726"/>
                </a:lnTo>
                <a:lnTo>
                  <a:pt x="0" y="9177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73366" y="2254699"/>
            <a:ext cx="10608355" cy="669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 conclusão, tanto o diagrama de tempo quanto o diagrama de classes são ferramentas essenciais na modelagem de sistemas, cada um com um foco distinto e complementar. O diagrama de tempo proporciona uma visão detalhada do comportamento dinâmico dos componentes ao longo do tempo, sendo crucial para entender e otimizar a sequência e sincronização de eventos em sistemas onde o tempo é um fator crítico. Por outro lado, o diagrama de classes oferece uma visão estática da estrutura do sistema, detalhando a organização, atributos, métodos e relações entre as classes, o que é fundamental para o design e a arquitetura de sistemas orientados a objetos.</a:t>
            </a:r>
          </a:p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1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Juntos, esses diagramas permitem uma compreensão profunda tanto da estrutura quanto do comportamento de um sistema, contribuindo para um design mais robusto, eficiente e bem organizado. Usá-los de maneira integrada pode melhorar significativamente a comunicação entre equipes de desenvolvimento e garantir que o sistema final atenda às especificações de maneira eficiente e eficaz.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084246" y="9258300"/>
            <a:ext cx="7315200" cy="678319"/>
          </a:xfrm>
          <a:custGeom>
            <a:avLst/>
            <a:gdLst/>
            <a:ahLst/>
            <a:cxnLst/>
            <a:rect r="r" b="b" t="t" l="l"/>
            <a:pathLst>
              <a:path h="678319" w="7315200">
                <a:moveTo>
                  <a:pt x="0" y="0"/>
                </a:moveTo>
                <a:lnTo>
                  <a:pt x="7315200" y="0"/>
                </a:lnTo>
                <a:lnTo>
                  <a:pt x="7315200" y="678319"/>
                </a:lnTo>
                <a:lnTo>
                  <a:pt x="0" y="6783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5331">
            <a:off x="5716086" y="-437311"/>
            <a:ext cx="6213779" cy="2564596"/>
          </a:xfrm>
          <a:custGeom>
            <a:avLst/>
            <a:gdLst/>
            <a:ahLst/>
            <a:cxnLst/>
            <a:rect r="r" b="b" t="t" l="l"/>
            <a:pathLst>
              <a:path h="2564596" w="6213779">
                <a:moveTo>
                  <a:pt x="0" y="0"/>
                </a:moveTo>
                <a:lnTo>
                  <a:pt x="6213779" y="0"/>
                </a:lnTo>
                <a:lnTo>
                  <a:pt x="6213779" y="2564597"/>
                </a:lnTo>
                <a:lnTo>
                  <a:pt x="0" y="25645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976688" y="1791652"/>
            <a:ext cx="7160895" cy="433388"/>
            <a:chOff x="0" y="0"/>
            <a:chExt cx="9547860" cy="577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5720" y="31750"/>
              <a:ext cx="9451340" cy="514350"/>
            </a:xfrm>
            <a:custGeom>
              <a:avLst/>
              <a:gdLst/>
              <a:ahLst/>
              <a:cxnLst/>
              <a:rect r="r" b="b" t="t" l="l"/>
              <a:pathLst>
                <a:path h="514350" w="9451340">
                  <a:moveTo>
                    <a:pt x="8890" y="407670"/>
                  </a:moveTo>
                  <a:cubicBezTo>
                    <a:pt x="247650" y="201930"/>
                    <a:pt x="299720" y="177800"/>
                    <a:pt x="361950" y="153670"/>
                  </a:cubicBezTo>
                  <a:cubicBezTo>
                    <a:pt x="431800" y="128270"/>
                    <a:pt x="513080" y="114300"/>
                    <a:pt x="594360" y="99060"/>
                  </a:cubicBezTo>
                  <a:cubicBezTo>
                    <a:pt x="685800" y="81280"/>
                    <a:pt x="774700" y="67310"/>
                    <a:pt x="885190" y="58420"/>
                  </a:cubicBezTo>
                  <a:cubicBezTo>
                    <a:pt x="1028700" y="46990"/>
                    <a:pt x="1245870" y="33020"/>
                    <a:pt x="1383030" y="49530"/>
                  </a:cubicBezTo>
                  <a:cubicBezTo>
                    <a:pt x="1483360" y="60960"/>
                    <a:pt x="1555750" y="91440"/>
                    <a:pt x="1638300" y="116840"/>
                  </a:cubicBezTo>
                  <a:cubicBezTo>
                    <a:pt x="1720850" y="142240"/>
                    <a:pt x="1786890" y="176530"/>
                    <a:pt x="1879600" y="203200"/>
                  </a:cubicBezTo>
                  <a:cubicBezTo>
                    <a:pt x="2000250" y="238760"/>
                    <a:pt x="2170430" y="283210"/>
                    <a:pt x="2307590" y="302260"/>
                  </a:cubicBezTo>
                  <a:cubicBezTo>
                    <a:pt x="2432050" y="321310"/>
                    <a:pt x="2569210" y="314960"/>
                    <a:pt x="2668270" y="323850"/>
                  </a:cubicBezTo>
                  <a:cubicBezTo>
                    <a:pt x="2736850" y="331470"/>
                    <a:pt x="2782570" y="345440"/>
                    <a:pt x="2844800" y="350520"/>
                  </a:cubicBezTo>
                  <a:cubicBezTo>
                    <a:pt x="2913380" y="355600"/>
                    <a:pt x="2979420" y="360680"/>
                    <a:pt x="3060700" y="355600"/>
                  </a:cubicBezTo>
                  <a:cubicBezTo>
                    <a:pt x="3169920" y="347980"/>
                    <a:pt x="3326130" y="325120"/>
                    <a:pt x="3437890" y="295910"/>
                  </a:cubicBezTo>
                  <a:cubicBezTo>
                    <a:pt x="3533140" y="270510"/>
                    <a:pt x="3604260" y="237490"/>
                    <a:pt x="3694430" y="201930"/>
                  </a:cubicBezTo>
                  <a:cubicBezTo>
                    <a:pt x="3798570" y="158750"/>
                    <a:pt x="3933190" y="82550"/>
                    <a:pt x="4025900" y="54610"/>
                  </a:cubicBezTo>
                  <a:cubicBezTo>
                    <a:pt x="4088130" y="35560"/>
                    <a:pt x="4131310" y="33020"/>
                    <a:pt x="4189730" y="26670"/>
                  </a:cubicBezTo>
                  <a:cubicBezTo>
                    <a:pt x="4255770" y="20320"/>
                    <a:pt x="4316730" y="20320"/>
                    <a:pt x="4404360" y="19050"/>
                  </a:cubicBezTo>
                  <a:cubicBezTo>
                    <a:pt x="4542790" y="16510"/>
                    <a:pt x="4813300" y="0"/>
                    <a:pt x="4939030" y="19050"/>
                  </a:cubicBezTo>
                  <a:cubicBezTo>
                    <a:pt x="5011420" y="30480"/>
                    <a:pt x="5038090" y="46990"/>
                    <a:pt x="5102860" y="71120"/>
                  </a:cubicBezTo>
                  <a:cubicBezTo>
                    <a:pt x="5207000" y="107950"/>
                    <a:pt x="5398770" y="184150"/>
                    <a:pt x="5497830" y="231140"/>
                  </a:cubicBezTo>
                  <a:cubicBezTo>
                    <a:pt x="5560060" y="260350"/>
                    <a:pt x="5591810" y="285750"/>
                    <a:pt x="5646420" y="312420"/>
                  </a:cubicBezTo>
                  <a:cubicBezTo>
                    <a:pt x="5707380" y="342900"/>
                    <a:pt x="5781040" y="377190"/>
                    <a:pt x="5850890" y="400050"/>
                  </a:cubicBezTo>
                  <a:cubicBezTo>
                    <a:pt x="5918200" y="420370"/>
                    <a:pt x="5972810" y="435610"/>
                    <a:pt x="6057900" y="443230"/>
                  </a:cubicBezTo>
                  <a:cubicBezTo>
                    <a:pt x="6186170" y="457200"/>
                    <a:pt x="6422390" y="462280"/>
                    <a:pt x="6551930" y="439420"/>
                  </a:cubicBezTo>
                  <a:cubicBezTo>
                    <a:pt x="6640830" y="422910"/>
                    <a:pt x="6703060" y="401320"/>
                    <a:pt x="6769100" y="360680"/>
                  </a:cubicBezTo>
                  <a:cubicBezTo>
                    <a:pt x="6838950" y="318770"/>
                    <a:pt x="6910070" y="227330"/>
                    <a:pt x="6959600" y="189230"/>
                  </a:cubicBezTo>
                  <a:cubicBezTo>
                    <a:pt x="6987540" y="167640"/>
                    <a:pt x="7000240" y="157480"/>
                    <a:pt x="7030720" y="143510"/>
                  </a:cubicBezTo>
                  <a:cubicBezTo>
                    <a:pt x="7076440" y="123190"/>
                    <a:pt x="7137400" y="105410"/>
                    <a:pt x="7212330" y="91440"/>
                  </a:cubicBezTo>
                  <a:cubicBezTo>
                    <a:pt x="7329170" y="68580"/>
                    <a:pt x="7593330" y="69850"/>
                    <a:pt x="7672070" y="49530"/>
                  </a:cubicBezTo>
                  <a:cubicBezTo>
                    <a:pt x="7701280" y="43180"/>
                    <a:pt x="7707630" y="30480"/>
                    <a:pt x="7727950" y="25400"/>
                  </a:cubicBezTo>
                  <a:cubicBezTo>
                    <a:pt x="7749540" y="19050"/>
                    <a:pt x="7766050" y="20320"/>
                    <a:pt x="7799070" y="20320"/>
                  </a:cubicBezTo>
                  <a:cubicBezTo>
                    <a:pt x="7877810" y="17780"/>
                    <a:pt x="8075930" y="8890"/>
                    <a:pt x="8192770" y="27940"/>
                  </a:cubicBezTo>
                  <a:cubicBezTo>
                    <a:pt x="8290560" y="43180"/>
                    <a:pt x="8382000" y="91440"/>
                    <a:pt x="8454390" y="109220"/>
                  </a:cubicBezTo>
                  <a:cubicBezTo>
                    <a:pt x="8505190" y="120650"/>
                    <a:pt x="8536940" y="120650"/>
                    <a:pt x="8586470" y="132080"/>
                  </a:cubicBezTo>
                  <a:cubicBezTo>
                    <a:pt x="8649970" y="147320"/>
                    <a:pt x="8735060" y="181610"/>
                    <a:pt x="8802370" y="195580"/>
                  </a:cubicBezTo>
                  <a:cubicBezTo>
                    <a:pt x="8856980" y="207010"/>
                    <a:pt x="8900160" y="204470"/>
                    <a:pt x="8956040" y="217170"/>
                  </a:cubicBezTo>
                  <a:cubicBezTo>
                    <a:pt x="9022080" y="231140"/>
                    <a:pt x="9097010" y="265430"/>
                    <a:pt x="9173210" y="279400"/>
                  </a:cubicBezTo>
                  <a:cubicBezTo>
                    <a:pt x="9255760" y="293370"/>
                    <a:pt x="9399270" y="275590"/>
                    <a:pt x="9433560" y="295910"/>
                  </a:cubicBezTo>
                  <a:cubicBezTo>
                    <a:pt x="9444990" y="302260"/>
                    <a:pt x="9451340" y="313690"/>
                    <a:pt x="9451340" y="321310"/>
                  </a:cubicBezTo>
                  <a:cubicBezTo>
                    <a:pt x="9450070" y="330200"/>
                    <a:pt x="9431020" y="345440"/>
                    <a:pt x="9422130" y="345440"/>
                  </a:cubicBezTo>
                  <a:cubicBezTo>
                    <a:pt x="9414510" y="344170"/>
                    <a:pt x="9399270" y="323850"/>
                    <a:pt x="9400540" y="314960"/>
                  </a:cubicBezTo>
                  <a:cubicBezTo>
                    <a:pt x="9401810" y="307340"/>
                    <a:pt x="9422130" y="294640"/>
                    <a:pt x="9431020" y="294640"/>
                  </a:cubicBezTo>
                  <a:cubicBezTo>
                    <a:pt x="9437370" y="295910"/>
                    <a:pt x="9447530" y="303530"/>
                    <a:pt x="9448800" y="309880"/>
                  </a:cubicBezTo>
                  <a:cubicBezTo>
                    <a:pt x="9451340" y="318770"/>
                    <a:pt x="9450070" y="332740"/>
                    <a:pt x="9441180" y="340360"/>
                  </a:cubicBezTo>
                  <a:cubicBezTo>
                    <a:pt x="9419590" y="356870"/>
                    <a:pt x="9319260" y="345440"/>
                    <a:pt x="9268460" y="341630"/>
                  </a:cubicBezTo>
                  <a:cubicBezTo>
                    <a:pt x="9226550" y="339090"/>
                    <a:pt x="9198610" y="335280"/>
                    <a:pt x="9156700" y="326390"/>
                  </a:cubicBezTo>
                  <a:cubicBezTo>
                    <a:pt x="9097010" y="314960"/>
                    <a:pt x="9034780" y="288290"/>
                    <a:pt x="8950960" y="266700"/>
                  </a:cubicBezTo>
                  <a:cubicBezTo>
                    <a:pt x="8818880" y="233680"/>
                    <a:pt x="8576310" y="193040"/>
                    <a:pt x="8435340" y="156210"/>
                  </a:cubicBezTo>
                  <a:cubicBezTo>
                    <a:pt x="8336280" y="129540"/>
                    <a:pt x="8280400" y="93980"/>
                    <a:pt x="8185150" y="77470"/>
                  </a:cubicBezTo>
                  <a:cubicBezTo>
                    <a:pt x="8063230" y="58420"/>
                    <a:pt x="7846060" y="58420"/>
                    <a:pt x="7759700" y="71120"/>
                  </a:cubicBezTo>
                  <a:cubicBezTo>
                    <a:pt x="7720330" y="77470"/>
                    <a:pt x="7715250" y="91440"/>
                    <a:pt x="7675880" y="100330"/>
                  </a:cubicBezTo>
                  <a:cubicBezTo>
                    <a:pt x="7586980" y="119380"/>
                    <a:pt x="7340600" y="119380"/>
                    <a:pt x="7227570" y="139700"/>
                  </a:cubicBezTo>
                  <a:cubicBezTo>
                    <a:pt x="7156450" y="152400"/>
                    <a:pt x="7101840" y="167640"/>
                    <a:pt x="7056120" y="187960"/>
                  </a:cubicBezTo>
                  <a:cubicBezTo>
                    <a:pt x="7021830" y="203200"/>
                    <a:pt x="7005320" y="215900"/>
                    <a:pt x="6973570" y="240030"/>
                  </a:cubicBezTo>
                  <a:cubicBezTo>
                    <a:pt x="6926580" y="276860"/>
                    <a:pt x="6873240" y="354330"/>
                    <a:pt x="6808470" y="394970"/>
                  </a:cubicBezTo>
                  <a:cubicBezTo>
                    <a:pt x="6737350" y="439420"/>
                    <a:pt x="6659880" y="469900"/>
                    <a:pt x="6560820" y="488950"/>
                  </a:cubicBezTo>
                  <a:cubicBezTo>
                    <a:pt x="6423660" y="514350"/>
                    <a:pt x="6186170" y="508000"/>
                    <a:pt x="6051550" y="494030"/>
                  </a:cubicBezTo>
                  <a:cubicBezTo>
                    <a:pt x="5962650" y="485140"/>
                    <a:pt x="5902960" y="469900"/>
                    <a:pt x="5831840" y="447040"/>
                  </a:cubicBezTo>
                  <a:cubicBezTo>
                    <a:pt x="5759450" y="424180"/>
                    <a:pt x="5683250" y="387350"/>
                    <a:pt x="5619750" y="356870"/>
                  </a:cubicBezTo>
                  <a:cubicBezTo>
                    <a:pt x="5567680" y="330200"/>
                    <a:pt x="5542280" y="307340"/>
                    <a:pt x="5478780" y="278130"/>
                  </a:cubicBezTo>
                  <a:cubicBezTo>
                    <a:pt x="5358130" y="220980"/>
                    <a:pt x="5121910" y="102870"/>
                    <a:pt x="4939030" y="69850"/>
                  </a:cubicBezTo>
                  <a:cubicBezTo>
                    <a:pt x="4762500" y="36830"/>
                    <a:pt x="4540250" y="67310"/>
                    <a:pt x="4404360" y="69850"/>
                  </a:cubicBezTo>
                  <a:cubicBezTo>
                    <a:pt x="4320540" y="71120"/>
                    <a:pt x="4262120" y="71120"/>
                    <a:pt x="4198620" y="77470"/>
                  </a:cubicBezTo>
                  <a:cubicBezTo>
                    <a:pt x="4144010" y="82550"/>
                    <a:pt x="4104640" y="83820"/>
                    <a:pt x="4044950" y="101600"/>
                  </a:cubicBezTo>
                  <a:cubicBezTo>
                    <a:pt x="3953510" y="129540"/>
                    <a:pt x="3815080" y="207010"/>
                    <a:pt x="3709670" y="250190"/>
                  </a:cubicBezTo>
                  <a:cubicBezTo>
                    <a:pt x="3619500" y="287020"/>
                    <a:pt x="3514090" y="325120"/>
                    <a:pt x="3451860" y="344170"/>
                  </a:cubicBezTo>
                  <a:cubicBezTo>
                    <a:pt x="3417570" y="355600"/>
                    <a:pt x="3407410" y="359410"/>
                    <a:pt x="3371850" y="367030"/>
                  </a:cubicBezTo>
                  <a:cubicBezTo>
                    <a:pt x="3302000" y="381000"/>
                    <a:pt x="3186430" y="402590"/>
                    <a:pt x="3060700" y="406400"/>
                  </a:cubicBezTo>
                  <a:cubicBezTo>
                    <a:pt x="2865120" y="411480"/>
                    <a:pt x="2531110" y="388620"/>
                    <a:pt x="2315210" y="356870"/>
                  </a:cubicBezTo>
                  <a:cubicBezTo>
                    <a:pt x="2145030" y="331470"/>
                    <a:pt x="2012950" y="293370"/>
                    <a:pt x="1864360" y="252730"/>
                  </a:cubicBezTo>
                  <a:cubicBezTo>
                    <a:pt x="1718310" y="210820"/>
                    <a:pt x="1543050" y="129540"/>
                    <a:pt x="1432560" y="107950"/>
                  </a:cubicBezTo>
                  <a:cubicBezTo>
                    <a:pt x="1367790" y="96520"/>
                    <a:pt x="1334770" y="101600"/>
                    <a:pt x="1272540" y="100330"/>
                  </a:cubicBezTo>
                  <a:cubicBezTo>
                    <a:pt x="1183640" y="99060"/>
                    <a:pt x="1062990" y="96520"/>
                    <a:pt x="949960" y="104140"/>
                  </a:cubicBezTo>
                  <a:cubicBezTo>
                    <a:pt x="822960" y="111760"/>
                    <a:pt x="654050" y="130810"/>
                    <a:pt x="551180" y="152400"/>
                  </a:cubicBezTo>
                  <a:cubicBezTo>
                    <a:pt x="482600" y="166370"/>
                    <a:pt x="438150" y="179070"/>
                    <a:pt x="384810" y="199390"/>
                  </a:cubicBezTo>
                  <a:cubicBezTo>
                    <a:pt x="331470" y="219710"/>
                    <a:pt x="280670" y="240030"/>
                    <a:pt x="228600" y="275590"/>
                  </a:cubicBezTo>
                  <a:cubicBezTo>
                    <a:pt x="165100" y="318770"/>
                    <a:pt x="76200" y="439420"/>
                    <a:pt x="38100" y="449580"/>
                  </a:cubicBezTo>
                  <a:cubicBezTo>
                    <a:pt x="22860" y="453390"/>
                    <a:pt x="10160" y="448310"/>
                    <a:pt x="5080" y="441960"/>
                  </a:cubicBezTo>
                  <a:cubicBezTo>
                    <a:pt x="0" y="434340"/>
                    <a:pt x="8890" y="407670"/>
                    <a:pt x="8890" y="40767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892867" y="1757362"/>
            <a:ext cx="4637722" cy="436245"/>
            <a:chOff x="0" y="0"/>
            <a:chExt cx="6183630" cy="5816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530" y="41910"/>
              <a:ext cx="6084570" cy="488950"/>
            </a:xfrm>
            <a:custGeom>
              <a:avLst/>
              <a:gdLst/>
              <a:ahLst/>
              <a:cxnLst/>
              <a:rect r="r" b="b" t="t" l="l"/>
              <a:pathLst>
                <a:path h="488950" w="6084570">
                  <a:moveTo>
                    <a:pt x="16510" y="361950"/>
                  </a:moveTo>
                  <a:cubicBezTo>
                    <a:pt x="285750" y="226060"/>
                    <a:pt x="439420" y="113030"/>
                    <a:pt x="516890" y="68580"/>
                  </a:cubicBezTo>
                  <a:cubicBezTo>
                    <a:pt x="560070" y="45720"/>
                    <a:pt x="574040" y="31750"/>
                    <a:pt x="618490" y="20320"/>
                  </a:cubicBezTo>
                  <a:cubicBezTo>
                    <a:pt x="692150" y="2540"/>
                    <a:pt x="803910" y="0"/>
                    <a:pt x="925830" y="8890"/>
                  </a:cubicBezTo>
                  <a:cubicBezTo>
                    <a:pt x="1111250" y="20320"/>
                    <a:pt x="1499870" y="97790"/>
                    <a:pt x="1619250" y="127000"/>
                  </a:cubicBezTo>
                  <a:cubicBezTo>
                    <a:pt x="1661160" y="138430"/>
                    <a:pt x="1664970" y="147320"/>
                    <a:pt x="1704340" y="156210"/>
                  </a:cubicBezTo>
                  <a:cubicBezTo>
                    <a:pt x="1781810" y="173990"/>
                    <a:pt x="1986280" y="187960"/>
                    <a:pt x="2062480" y="205740"/>
                  </a:cubicBezTo>
                  <a:cubicBezTo>
                    <a:pt x="2098040" y="214630"/>
                    <a:pt x="2105660" y="226060"/>
                    <a:pt x="2139950" y="233680"/>
                  </a:cubicBezTo>
                  <a:cubicBezTo>
                    <a:pt x="2204720" y="246380"/>
                    <a:pt x="2324100" y="242570"/>
                    <a:pt x="2425700" y="252730"/>
                  </a:cubicBezTo>
                  <a:cubicBezTo>
                    <a:pt x="2546350" y="265430"/>
                    <a:pt x="2680970" y="295910"/>
                    <a:pt x="2813050" y="308610"/>
                  </a:cubicBezTo>
                  <a:cubicBezTo>
                    <a:pt x="2950210" y="322580"/>
                    <a:pt x="3122930" y="317500"/>
                    <a:pt x="3232150" y="330200"/>
                  </a:cubicBezTo>
                  <a:cubicBezTo>
                    <a:pt x="3303270" y="337820"/>
                    <a:pt x="3345180" y="354330"/>
                    <a:pt x="3406140" y="359410"/>
                  </a:cubicBezTo>
                  <a:cubicBezTo>
                    <a:pt x="3474720" y="365760"/>
                    <a:pt x="3564890" y="381000"/>
                    <a:pt x="3620770" y="363220"/>
                  </a:cubicBezTo>
                  <a:cubicBezTo>
                    <a:pt x="3665220" y="349250"/>
                    <a:pt x="3689350" y="307340"/>
                    <a:pt x="3726180" y="285750"/>
                  </a:cubicBezTo>
                  <a:cubicBezTo>
                    <a:pt x="3761740" y="265430"/>
                    <a:pt x="3797300" y="250190"/>
                    <a:pt x="3836670" y="237490"/>
                  </a:cubicBezTo>
                  <a:cubicBezTo>
                    <a:pt x="3879850" y="223520"/>
                    <a:pt x="3938270" y="222250"/>
                    <a:pt x="3978910" y="209550"/>
                  </a:cubicBezTo>
                  <a:cubicBezTo>
                    <a:pt x="4011930" y="199390"/>
                    <a:pt x="4032250" y="181610"/>
                    <a:pt x="4065270" y="171450"/>
                  </a:cubicBezTo>
                  <a:cubicBezTo>
                    <a:pt x="4105910" y="160020"/>
                    <a:pt x="4138930" y="154940"/>
                    <a:pt x="4202430" y="149860"/>
                  </a:cubicBezTo>
                  <a:cubicBezTo>
                    <a:pt x="4340860" y="138430"/>
                    <a:pt x="4751070" y="130810"/>
                    <a:pt x="4872990" y="146050"/>
                  </a:cubicBezTo>
                  <a:cubicBezTo>
                    <a:pt x="4919980" y="152400"/>
                    <a:pt x="4927600" y="163830"/>
                    <a:pt x="4968240" y="171450"/>
                  </a:cubicBezTo>
                  <a:cubicBezTo>
                    <a:pt x="5040630" y="185420"/>
                    <a:pt x="5171440" y="185420"/>
                    <a:pt x="5273040" y="201930"/>
                  </a:cubicBezTo>
                  <a:cubicBezTo>
                    <a:pt x="5375910" y="218440"/>
                    <a:pt x="5514340" y="246380"/>
                    <a:pt x="5579110" y="274320"/>
                  </a:cubicBezTo>
                  <a:cubicBezTo>
                    <a:pt x="5612130" y="288290"/>
                    <a:pt x="5622290" y="306070"/>
                    <a:pt x="5650230" y="320040"/>
                  </a:cubicBezTo>
                  <a:cubicBezTo>
                    <a:pt x="5684520" y="336550"/>
                    <a:pt x="5725160" y="353060"/>
                    <a:pt x="5773420" y="365760"/>
                  </a:cubicBezTo>
                  <a:cubicBezTo>
                    <a:pt x="5835650" y="382270"/>
                    <a:pt x="5938520" y="383540"/>
                    <a:pt x="5993130" y="402590"/>
                  </a:cubicBezTo>
                  <a:cubicBezTo>
                    <a:pt x="6028690" y="414020"/>
                    <a:pt x="6064250" y="429260"/>
                    <a:pt x="6075680" y="444500"/>
                  </a:cubicBezTo>
                  <a:cubicBezTo>
                    <a:pt x="6082030" y="452120"/>
                    <a:pt x="6084570" y="459740"/>
                    <a:pt x="6083300" y="467360"/>
                  </a:cubicBezTo>
                  <a:cubicBezTo>
                    <a:pt x="6082030" y="473710"/>
                    <a:pt x="6074410" y="482600"/>
                    <a:pt x="6068060" y="486410"/>
                  </a:cubicBezTo>
                  <a:cubicBezTo>
                    <a:pt x="6061710" y="488950"/>
                    <a:pt x="6050280" y="487680"/>
                    <a:pt x="6043930" y="483870"/>
                  </a:cubicBezTo>
                  <a:cubicBezTo>
                    <a:pt x="6038850" y="480060"/>
                    <a:pt x="6032500" y="469900"/>
                    <a:pt x="6032500" y="463550"/>
                  </a:cubicBezTo>
                  <a:cubicBezTo>
                    <a:pt x="6032500" y="455930"/>
                    <a:pt x="6037580" y="445770"/>
                    <a:pt x="6043930" y="441960"/>
                  </a:cubicBezTo>
                  <a:cubicBezTo>
                    <a:pt x="6049010" y="438150"/>
                    <a:pt x="6060440" y="435610"/>
                    <a:pt x="6066790" y="438150"/>
                  </a:cubicBezTo>
                  <a:cubicBezTo>
                    <a:pt x="6074410" y="443230"/>
                    <a:pt x="6084570" y="464820"/>
                    <a:pt x="6082030" y="472440"/>
                  </a:cubicBezTo>
                  <a:cubicBezTo>
                    <a:pt x="6079490" y="480060"/>
                    <a:pt x="6066790" y="487680"/>
                    <a:pt x="6055360" y="487680"/>
                  </a:cubicBezTo>
                  <a:cubicBezTo>
                    <a:pt x="6033770" y="487680"/>
                    <a:pt x="5999480" y="453390"/>
                    <a:pt x="5961380" y="440690"/>
                  </a:cubicBezTo>
                  <a:cubicBezTo>
                    <a:pt x="5906770" y="424180"/>
                    <a:pt x="5816600" y="429260"/>
                    <a:pt x="5756910" y="414020"/>
                  </a:cubicBezTo>
                  <a:cubicBezTo>
                    <a:pt x="5706110" y="401320"/>
                    <a:pt x="5657850" y="381000"/>
                    <a:pt x="5623560" y="363220"/>
                  </a:cubicBezTo>
                  <a:cubicBezTo>
                    <a:pt x="5599430" y="350520"/>
                    <a:pt x="5588000" y="334010"/>
                    <a:pt x="5565140" y="322580"/>
                  </a:cubicBezTo>
                  <a:cubicBezTo>
                    <a:pt x="5535930" y="308610"/>
                    <a:pt x="5501640" y="303530"/>
                    <a:pt x="5458460" y="293370"/>
                  </a:cubicBezTo>
                  <a:cubicBezTo>
                    <a:pt x="5392420" y="276860"/>
                    <a:pt x="5293360" y="254000"/>
                    <a:pt x="5209540" y="242570"/>
                  </a:cubicBezTo>
                  <a:cubicBezTo>
                    <a:pt x="5126990" y="229870"/>
                    <a:pt x="5017770" y="232410"/>
                    <a:pt x="4956810" y="220980"/>
                  </a:cubicBezTo>
                  <a:cubicBezTo>
                    <a:pt x="4921250" y="214630"/>
                    <a:pt x="4914900" y="203200"/>
                    <a:pt x="4872990" y="196850"/>
                  </a:cubicBezTo>
                  <a:cubicBezTo>
                    <a:pt x="4756150" y="180340"/>
                    <a:pt x="4382770" y="180340"/>
                    <a:pt x="4197350" y="201930"/>
                  </a:cubicBezTo>
                  <a:cubicBezTo>
                    <a:pt x="4065270" y="218440"/>
                    <a:pt x="3940810" y="255270"/>
                    <a:pt x="3860800" y="281940"/>
                  </a:cubicBezTo>
                  <a:cubicBezTo>
                    <a:pt x="3815080" y="297180"/>
                    <a:pt x="3789680" y="309880"/>
                    <a:pt x="3752850" y="328930"/>
                  </a:cubicBezTo>
                  <a:cubicBezTo>
                    <a:pt x="3713480" y="350520"/>
                    <a:pt x="3683000" y="393700"/>
                    <a:pt x="3633470" y="408940"/>
                  </a:cubicBezTo>
                  <a:cubicBezTo>
                    <a:pt x="3572510" y="427990"/>
                    <a:pt x="3474720" y="416560"/>
                    <a:pt x="3403600" y="410210"/>
                  </a:cubicBezTo>
                  <a:cubicBezTo>
                    <a:pt x="3342640" y="405130"/>
                    <a:pt x="3302000" y="388620"/>
                    <a:pt x="3230880" y="381000"/>
                  </a:cubicBezTo>
                  <a:cubicBezTo>
                    <a:pt x="3124200" y="369570"/>
                    <a:pt x="2957830" y="374650"/>
                    <a:pt x="2823210" y="361950"/>
                  </a:cubicBezTo>
                  <a:cubicBezTo>
                    <a:pt x="2689860" y="349250"/>
                    <a:pt x="2548890" y="317500"/>
                    <a:pt x="2425700" y="303530"/>
                  </a:cubicBezTo>
                  <a:cubicBezTo>
                    <a:pt x="2319020" y="292100"/>
                    <a:pt x="2190750" y="295910"/>
                    <a:pt x="2127250" y="281940"/>
                  </a:cubicBezTo>
                  <a:cubicBezTo>
                    <a:pt x="2095500" y="275590"/>
                    <a:pt x="2091690" y="265430"/>
                    <a:pt x="2058670" y="256540"/>
                  </a:cubicBezTo>
                  <a:cubicBezTo>
                    <a:pt x="1986280" y="238760"/>
                    <a:pt x="1770380" y="223520"/>
                    <a:pt x="1692910" y="205740"/>
                  </a:cubicBezTo>
                  <a:cubicBezTo>
                    <a:pt x="1656080" y="196850"/>
                    <a:pt x="1648460" y="187960"/>
                    <a:pt x="1612900" y="177800"/>
                  </a:cubicBezTo>
                  <a:cubicBezTo>
                    <a:pt x="1544320" y="160020"/>
                    <a:pt x="1413510" y="138430"/>
                    <a:pt x="1304290" y="119380"/>
                  </a:cubicBezTo>
                  <a:cubicBezTo>
                    <a:pt x="1178560" y="99060"/>
                    <a:pt x="1021080" y="66040"/>
                    <a:pt x="900430" y="59690"/>
                  </a:cubicBezTo>
                  <a:cubicBezTo>
                    <a:pt x="803910" y="53340"/>
                    <a:pt x="701040" y="52070"/>
                    <a:pt x="637540" y="67310"/>
                  </a:cubicBezTo>
                  <a:cubicBezTo>
                    <a:pt x="598170" y="77470"/>
                    <a:pt x="586740" y="88900"/>
                    <a:pt x="546100" y="111760"/>
                  </a:cubicBezTo>
                  <a:cubicBezTo>
                    <a:pt x="455930" y="161290"/>
                    <a:pt x="217170" y="328930"/>
                    <a:pt x="124460" y="374650"/>
                  </a:cubicBezTo>
                  <a:cubicBezTo>
                    <a:pt x="80010" y="394970"/>
                    <a:pt x="44450" y="415290"/>
                    <a:pt x="24130" y="411480"/>
                  </a:cubicBezTo>
                  <a:cubicBezTo>
                    <a:pt x="12700" y="408940"/>
                    <a:pt x="3810" y="400050"/>
                    <a:pt x="1270" y="392430"/>
                  </a:cubicBezTo>
                  <a:cubicBezTo>
                    <a:pt x="0" y="383540"/>
                    <a:pt x="16510" y="361950"/>
                    <a:pt x="16510" y="36195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427720" y="1791652"/>
            <a:ext cx="3524250" cy="459105"/>
            <a:chOff x="0" y="0"/>
            <a:chExt cx="4699000" cy="612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0" y="44450"/>
              <a:ext cx="4598670" cy="563880"/>
            </a:xfrm>
            <a:custGeom>
              <a:avLst/>
              <a:gdLst/>
              <a:ahLst/>
              <a:cxnLst/>
              <a:rect r="r" b="b" t="t" l="l"/>
              <a:pathLst>
                <a:path h="563880" w="4598670">
                  <a:moveTo>
                    <a:pt x="25400" y="464820"/>
                  </a:moveTo>
                  <a:cubicBezTo>
                    <a:pt x="513080" y="462280"/>
                    <a:pt x="518160" y="463550"/>
                    <a:pt x="538480" y="454660"/>
                  </a:cubicBezTo>
                  <a:cubicBezTo>
                    <a:pt x="575310" y="436880"/>
                    <a:pt x="621030" y="384810"/>
                    <a:pt x="684530" y="341630"/>
                  </a:cubicBezTo>
                  <a:cubicBezTo>
                    <a:pt x="787400" y="270510"/>
                    <a:pt x="960120" y="140970"/>
                    <a:pt x="1106170" y="86360"/>
                  </a:cubicBezTo>
                  <a:cubicBezTo>
                    <a:pt x="1245870" y="35560"/>
                    <a:pt x="1399540" y="26670"/>
                    <a:pt x="1541780" y="13970"/>
                  </a:cubicBezTo>
                  <a:cubicBezTo>
                    <a:pt x="1676400" y="1270"/>
                    <a:pt x="1835150" y="0"/>
                    <a:pt x="1939290" y="6350"/>
                  </a:cubicBezTo>
                  <a:cubicBezTo>
                    <a:pt x="2006600" y="10160"/>
                    <a:pt x="2063750" y="15240"/>
                    <a:pt x="2106930" y="27940"/>
                  </a:cubicBezTo>
                  <a:cubicBezTo>
                    <a:pt x="2137410" y="36830"/>
                    <a:pt x="2145030" y="49530"/>
                    <a:pt x="2178050" y="62230"/>
                  </a:cubicBezTo>
                  <a:cubicBezTo>
                    <a:pt x="2252980" y="88900"/>
                    <a:pt x="2437130" y="119380"/>
                    <a:pt x="2552700" y="163830"/>
                  </a:cubicBezTo>
                  <a:cubicBezTo>
                    <a:pt x="2658110" y="204470"/>
                    <a:pt x="2736850" y="274320"/>
                    <a:pt x="2844800" y="312420"/>
                  </a:cubicBezTo>
                  <a:cubicBezTo>
                    <a:pt x="2965450" y="355600"/>
                    <a:pt x="3131820" y="384810"/>
                    <a:pt x="3247390" y="397510"/>
                  </a:cubicBezTo>
                  <a:cubicBezTo>
                    <a:pt x="3332480" y="407670"/>
                    <a:pt x="3404870" y="396240"/>
                    <a:pt x="3469640" y="403860"/>
                  </a:cubicBezTo>
                  <a:cubicBezTo>
                    <a:pt x="3521710" y="408940"/>
                    <a:pt x="3554730" y="422910"/>
                    <a:pt x="3609340" y="429260"/>
                  </a:cubicBezTo>
                  <a:cubicBezTo>
                    <a:pt x="3681730" y="438150"/>
                    <a:pt x="3776980" y="443230"/>
                    <a:pt x="3867150" y="447040"/>
                  </a:cubicBezTo>
                  <a:cubicBezTo>
                    <a:pt x="3967480" y="450850"/>
                    <a:pt x="4121150" y="455930"/>
                    <a:pt x="4184650" y="449580"/>
                  </a:cubicBezTo>
                  <a:cubicBezTo>
                    <a:pt x="4210050" y="447040"/>
                    <a:pt x="4215130" y="448310"/>
                    <a:pt x="4240530" y="438150"/>
                  </a:cubicBezTo>
                  <a:cubicBezTo>
                    <a:pt x="4297680" y="414020"/>
                    <a:pt x="4451350" y="294640"/>
                    <a:pt x="4512310" y="267970"/>
                  </a:cubicBezTo>
                  <a:cubicBezTo>
                    <a:pt x="4540250" y="256540"/>
                    <a:pt x="4561840" y="247650"/>
                    <a:pt x="4575810" y="251460"/>
                  </a:cubicBezTo>
                  <a:cubicBezTo>
                    <a:pt x="4585970" y="254000"/>
                    <a:pt x="4596130" y="265430"/>
                    <a:pt x="4597400" y="273050"/>
                  </a:cubicBezTo>
                  <a:cubicBezTo>
                    <a:pt x="4598670" y="280670"/>
                    <a:pt x="4594860" y="292100"/>
                    <a:pt x="4589780" y="295910"/>
                  </a:cubicBezTo>
                  <a:cubicBezTo>
                    <a:pt x="4582160" y="299720"/>
                    <a:pt x="4558030" y="298450"/>
                    <a:pt x="4552950" y="292100"/>
                  </a:cubicBezTo>
                  <a:cubicBezTo>
                    <a:pt x="4547870" y="285750"/>
                    <a:pt x="4551680" y="260350"/>
                    <a:pt x="4558030" y="255270"/>
                  </a:cubicBezTo>
                  <a:cubicBezTo>
                    <a:pt x="4564380" y="250190"/>
                    <a:pt x="4589780" y="255270"/>
                    <a:pt x="4593590" y="262890"/>
                  </a:cubicBezTo>
                  <a:cubicBezTo>
                    <a:pt x="4598670" y="270510"/>
                    <a:pt x="4592320" y="290830"/>
                    <a:pt x="4584700" y="298450"/>
                  </a:cubicBezTo>
                  <a:cubicBezTo>
                    <a:pt x="4577080" y="306070"/>
                    <a:pt x="4560570" y="299720"/>
                    <a:pt x="4544060" y="307340"/>
                  </a:cubicBezTo>
                  <a:cubicBezTo>
                    <a:pt x="4511040" y="321310"/>
                    <a:pt x="4457700" y="372110"/>
                    <a:pt x="4410710" y="401320"/>
                  </a:cubicBezTo>
                  <a:cubicBezTo>
                    <a:pt x="4359910" y="433070"/>
                    <a:pt x="4291330" y="472440"/>
                    <a:pt x="4248150" y="487680"/>
                  </a:cubicBezTo>
                  <a:cubicBezTo>
                    <a:pt x="4222750" y="496570"/>
                    <a:pt x="4213860" y="497840"/>
                    <a:pt x="4184650" y="500380"/>
                  </a:cubicBezTo>
                  <a:cubicBezTo>
                    <a:pt x="4118610" y="506730"/>
                    <a:pt x="3964940" y="501650"/>
                    <a:pt x="3863340" y="497840"/>
                  </a:cubicBezTo>
                  <a:cubicBezTo>
                    <a:pt x="3771900" y="494030"/>
                    <a:pt x="3675380" y="488950"/>
                    <a:pt x="3602990" y="480060"/>
                  </a:cubicBezTo>
                  <a:cubicBezTo>
                    <a:pt x="3550920" y="472440"/>
                    <a:pt x="3516630" y="459740"/>
                    <a:pt x="3469640" y="454660"/>
                  </a:cubicBezTo>
                  <a:cubicBezTo>
                    <a:pt x="3413760" y="448310"/>
                    <a:pt x="3343910" y="455930"/>
                    <a:pt x="3290570" y="450850"/>
                  </a:cubicBezTo>
                  <a:cubicBezTo>
                    <a:pt x="3244850" y="447040"/>
                    <a:pt x="3218180" y="439420"/>
                    <a:pt x="3167380" y="429260"/>
                  </a:cubicBezTo>
                  <a:cubicBezTo>
                    <a:pt x="3086100" y="414020"/>
                    <a:pt x="2948940" y="403860"/>
                    <a:pt x="2844800" y="368300"/>
                  </a:cubicBezTo>
                  <a:cubicBezTo>
                    <a:pt x="2738120" y="331470"/>
                    <a:pt x="2646680" y="255270"/>
                    <a:pt x="2536190" y="212090"/>
                  </a:cubicBezTo>
                  <a:cubicBezTo>
                    <a:pt x="2419350" y="166370"/>
                    <a:pt x="2226310" y="134620"/>
                    <a:pt x="2156460" y="107950"/>
                  </a:cubicBezTo>
                  <a:cubicBezTo>
                    <a:pt x="2127250" y="96520"/>
                    <a:pt x="2122170" y="85090"/>
                    <a:pt x="2098040" y="77470"/>
                  </a:cubicBezTo>
                  <a:cubicBezTo>
                    <a:pt x="2065020" y="67310"/>
                    <a:pt x="2028190" y="60960"/>
                    <a:pt x="1974850" y="57150"/>
                  </a:cubicBezTo>
                  <a:cubicBezTo>
                    <a:pt x="1875790" y="49530"/>
                    <a:pt x="1657350" y="57150"/>
                    <a:pt x="1550670" y="63500"/>
                  </a:cubicBezTo>
                  <a:cubicBezTo>
                    <a:pt x="1485900" y="67310"/>
                    <a:pt x="1443990" y="69850"/>
                    <a:pt x="1394460" y="80010"/>
                  </a:cubicBezTo>
                  <a:cubicBezTo>
                    <a:pt x="1350010" y="88900"/>
                    <a:pt x="1313180" y="109220"/>
                    <a:pt x="1267460" y="118110"/>
                  </a:cubicBezTo>
                  <a:cubicBezTo>
                    <a:pt x="1217930" y="128270"/>
                    <a:pt x="1174750" y="110490"/>
                    <a:pt x="1108710" y="133350"/>
                  </a:cubicBezTo>
                  <a:cubicBezTo>
                    <a:pt x="970280" y="181610"/>
                    <a:pt x="712470" y="457200"/>
                    <a:pt x="516890" y="514350"/>
                  </a:cubicBezTo>
                  <a:cubicBezTo>
                    <a:pt x="351790" y="563880"/>
                    <a:pt x="85090" y="542290"/>
                    <a:pt x="25400" y="515620"/>
                  </a:cubicBezTo>
                  <a:cubicBezTo>
                    <a:pt x="8890" y="509270"/>
                    <a:pt x="0" y="496570"/>
                    <a:pt x="0" y="487680"/>
                  </a:cubicBezTo>
                  <a:cubicBezTo>
                    <a:pt x="1270" y="480060"/>
                    <a:pt x="25400" y="464820"/>
                    <a:pt x="25400" y="46482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966132" y="1861185"/>
            <a:ext cx="1066800" cy="309562"/>
            <a:chOff x="0" y="0"/>
            <a:chExt cx="1422400" cy="412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260" y="48260"/>
              <a:ext cx="1323340" cy="318770"/>
            </a:xfrm>
            <a:custGeom>
              <a:avLst/>
              <a:gdLst/>
              <a:ahLst/>
              <a:cxnLst/>
              <a:rect r="r" b="b" t="t" l="l"/>
              <a:pathLst>
                <a:path h="318770" w="1323340">
                  <a:moveTo>
                    <a:pt x="31750" y="170180"/>
                  </a:moveTo>
                  <a:cubicBezTo>
                    <a:pt x="527050" y="269240"/>
                    <a:pt x="728980" y="267970"/>
                    <a:pt x="807720" y="261620"/>
                  </a:cubicBezTo>
                  <a:cubicBezTo>
                    <a:pt x="839470" y="259080"/>
                    <a:pt x="844550" y="261620"/>
                    <a:pt x="875030" y="250190"/>
                  </a:cubicBezTo>
                  <a:cubicBezTo>
                    <a:pt x="956310" y="219710"/>
                    <a:pt x="1231900" y="7620"/>
                    <a:pt x="1290320" y="2540"/>
                  </a:cubicBezTo>
                  <a:cubicBezTo>
                    <a:pt x="1305560" y="1270"/>
                    <a:pt x="1315720" y="6350"/>
                    <a:pt x="1319530" y="12700"/>
                  </a:cubicBezTo>
                  <a:cubicBezTo>
                    <a:pt x="1323340" y="20320"/>
                    <a:pt x="1316990" y="43180"/>
                    <a:pt x="1310640" y="49530"/>
                  </a:cubicBezTo>
                  <a:cubicBezTo>
                    <a:pt x="1304290" y="53340"/>
                    <a:pt x="1292860" y="52070"/>
                    <a:pt x="1286510" y="49530"/>
                  </a:cubicBezTo>
                  <a:cubicBezTo>
                    <a:pt x="1280160" y="46990"/>
                    <a:pt x="1273810" y="36830"/>
                    <a:pt x="1272540" y="30480"/>
                  </a:cubicBezTo>
                  <a:cubicBezTo>
                    <a:pt x="1271270" y="22860"/>
                    <a:pt x="1275080" y="12700"/>
                    <a:pt x="1281430" y="7620"/>
                  </a:cubicBezTo>
                  <a:cubicBezTo>
                    <a:pt x="1286510" y="2540"/>
                    <a:pt x="1296670" y="0"/>
                    <a:pt x="1304290" y="2540"/>
                  </a:cubicBezTo>
                  <a:cubicBezTo>
                    <a:pt x="1311910" y="5080"/>
                    <a:pt x="1322070" y="17780"/>
                    <a:pt x="1323340" y="26670"/>
                  </a:cubicBezTo>
                  <a:cubicBezTo>
                    <a:pt x="1323340" y="33020"/>
                    <a:pt x="1319530" y="39370"/>
                    <a:pt x="1311910" y="46990"/>
                  </a:cubicBezTo>
                  <a:cubicBezTo>
                    <a:pt x="1294130" y="66040"/>
                    <a:pt x="1228090" y="87630"/>
                    <a:pt x="1188720" y="113030"/>
                  </a:cubicBezTo>
                  <a:cubicBezTo>
                    <a:pt x="1146810" y="138430"/>
                    <a:pt x="1115060" y="171450"/>
                    <a:pt x="1070610" y="200660"/>
                  </a:cubicBezTo>
                  <a:cubicBezTo>
                    <a:pt x="1016000" y="234950"/>
                    <a:pt x="933450" y="281940"/>
                    <a:pt x="883920" y="299720"/>
                  </a:cubicBezTo>
                  <a:cubicBezTo>
                    <a:pt x="853440" y="309880"/>
                    <a:pt x="843280" y="309880"/>
                    <a:pt x="807720" y="312420"/>
                  </a:cubicBezTo>
                  <a:cubicBezTo>
                    <a:pt x="723900" y="318770"/>
                    <a:pt x="518160" y="318770"/>
                    <a:pt x="382270" y="302260"/>
                  </a:cubicBezTo>
                  <a:cubicBezTo>
                    <a:pt x="255270" y="285750"/>
                    <a:pt x="57150" y="251460"/>
                    <a:pt x="16510" y="218440"/>
                  </a:cubicBezTo>
                  <a:cubicBezTo>
                    <a:pt x="5080" y="208280"/>
                    <a:pt x="0" y="195580"/>
                    <a:pt x="2540" y="187960"/>
                  </a:cubicBezTo>
                  <a:cubicBezTo>
                    <a:pt x="5080" y="180340"/>
                    <a:pt x="31750" y="170180"/>
                    <a:pt x="31750" y="17018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259580" y="1786890"/>
            <a:ext cx="331470" cy="191452"/>
            <a:chOff x="0" y="0"/>
            <a:chExt cx="441960" cy="2552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8260" y="48260"/>
              <a:ext cx="342900" cy="166370"/>
            </a:xfrm>
            <a:custGeom>
              <a:avLst/>
              <a:gdLst/>
              <a:ahLst/>
              <a:cxnLst/>
              <a:rect r="r" b="b" t="t" l="l"/>
              <a:pathLst>
                <a:path h="166370" w="342900">
                  <a:moveTo>
                    <a:pt x="328930" y="49530"/>
                  </a:moveTo>
                  <a:cubicBezTo>
                    <a:pt x="252730" y="80010"/>
                    <a:pt x="213360" y="66040"/>
                    <a:pt x="190500" y="78740"/>
                  </a:cubicBezTo>
                  <a:cubicBezTo>
                    <a:pt x="167640" y="91440"/>
                    <a:pt x="165100" y="137160"/>
                    <a:pt x="140970" y="149860"/>
                  </a:cubicBezTo>
                  <a:cubicBezTo>
                    <a:pt x="111760" y="166370"/>
                    <a:pt x="39370" y="163830"/>
                    <a:pt x="19050" y="154940"/>
                  </a:cubicBezTo>
                  <a:cubicBezTo>
                    <a:pt x="8890" y="151130"/>
                    <a:pt x="3810" y="144780"/>
                    <a:pt x="2540" y="138430"/>
                  </a:cubicBezTo>
                  <a:cubicBezTo>
                    <a:pt x="1270" y="129540"/>
                    <a:pt x="7620" y="114300"/>
                    <a:pt x="13970" y="109220"/>
                  </a:cubicBezTo>
                  <a:cubicBezTo>
                    <a:pt x="19050" y="105410"/>
                    <a:pt x="30480" y="105410"/>
                    <a:pt x="36830" y="107950"/>
                  </a:cubicBezTo>
                  <a:cubicBezTo>
                    <a:pt x="43180" y="110490"/>
                    <a:pt x="52070" y="119380"/>
                    <a:pt x="52070" y="127000"/>
                  </a:cubicBezTo>
                  <a:cubicBezTo>
                    <a:pt x="52070" y="135890"/>
                    <a:pt x="38100" y="154940"/>
                    <a:pt x="29210" y="156210"/>
                  </a:cubicBezTo>
                  <a:cubicBezTo>
                    <a:pt x="21590" y="157480"/>
                    <a:pt x="6350" y="148590"/>
                    <a:pt x="2540" y="140970"/>
                  </a:cubicBezTo>
                  <a:cubicBezTo>
                    <a:pt x="0" y="133350"/>
                    <a:pt x="2540" y="116840"/>
                    <a:pt x="11430" y="110490"/>
                  </a:cubicBezTo>
                  <a:cubicBezTo>
                    <a:pt x="26670" y="99060"/>
                    <a:pt x="87630" y="123190"/>
                    <a:pt x="114300" y="109220"/>
                  </a:cubicBezTo>
                  <a:cubicBezTo>
                    <a:pt x="139700" y="95250"/>
                    <a:pt x="146050" y="48260"/>
                    <a:pt x="170180" y="34290"/>
                  </a:cubicBezTo>
                  <a:cubicBezTo>
                    <a:pt x="194310" y="20320"/>
                    <a:pt x="232410" y="31750"/>
                    <a:pt x="259080" y="25400"/>
                  </a:cubicBezTo>
                  <a:cubicBezTo>
                    <a:pt x="281940" y="20320"/>
                    <a:pt x="307340" y="0"/>
                    <a:pt x="321310" y="2540"/>
                  </a:cubicBezTo>
                  <a:cubicBezTo>
                    <a:pt x="330200" y="5080"/>
                    <a:pt x="340360" y="15240"/>
                    <a:pt x="341630" y="24130"/>
                  </a:cubicBezTo>
                  <a:cubicBezTo>
                    <a:pt x="342900" y="31750"/>
                    <a:pt x="328930" y="49530"/>
                    <a:pt x="328930" y="4953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292918" y="1784033"/>
            <a:ext cx="307658" cy="176212"/>
            <a:chOff x="0" y="0"/>
            <a:chExt cx="410210" cy="234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8260" y="46990"/>
              <a:ext cx="311150" cy="138430"/>
            </a:xfrm>
            <a:custGeom>
              <a:avLst/>
              <a:gdLst/>
              <a:ahLst/>
              <a:cxnLst/>
              <a:rect r="r" b="b" t="t" l="l"/>
              <a:pathLst>
                <a:path h="138430" w="311150">
                  <a:moveTo>
                    <a:pt x="135890" y="48260"/>
                  </a:moveTo>
                  <a:cubicBezTo>
                    <a:pt x="33020" y="135890"/>
                    <a:pt x="25400" y="138430"/>
                    <a:pt x="19050" y="135890"/>
                  </a:cubicBezTo>
                  <a:cubicBezTo>
                    <a:pt x="12700" y="134620"/>
                    <a:pt x="3810" y="127000"/>
                    <a:pt x="2540" y="120650"/>
                  </a:cubicBezTo>
                  <a:cubicBezTo>
                    <a:pt x="0" y="113030"/>
                    <a:pt x="1270" y="100330"/>
                    <a:pt x="10160" y="92710"/>
                  </a:cubicBezTo>
                  <a:cubicBezTo>
                    <a:pt x="34290" y="69850"/>
                    <a:pt x="168910" y="55880"/>
                    <a:pt x="222250" y="48260"/>
                  </a:cubicBezTo>
                  <a:cubicBezTo>
                    <a:pt x="254000" y="44450"/>
                    <a:pt x="284480" y="36830"/>
                    <a:pt x="298450" y="44450"/>
                  </a:cubicBezTo>
                  <a:cubicBezTo>
                    <a:pt x="306070" y="48260"/>
                    <a:pt x="309880" y="57150"/>
                    <a:pt x="309880" y="64770"/>
                  </a:cubicBezTo>
                  <a:cubicBezTo>
                    <a:pt x="309880" y="71120"/>
                    <a:pt x="306070" y="82550"/>
                    <a:pt x="299720" y="86360"/>
                  </a:cubicBezTo>
                  <a:cubicBezTo>
                    <a:pt x="292100" y="90170"/>
                    <a:pt x="269240" y="85090"/>
                    <a:pt x="262890" y="78740"/>
                  </a:cubicBezTo>
                  <a:cubicBezTo>
                    <a:pt x="259080" y="73660"/>
                    <a:pt x="259080" y="62230"/>
                    <a:pt x="261620" y="54610"/>
                  </a:cubicBezTo>
                  <a:cubicBezTo>
                    <a:pt x="264160" y="48260"/>
                    <a:pt x="273050" y="40640"/>
                    <a:pt x="280670" y="40640"/>
                  </a:cubicBezTo>
                  <a:cubicBezTo>
                    <a:pt x="288290" y="39370"/>
                    <a:pt x="304800" y="46990"/>
                    <a:pt x="307340" y="54610"/>
                  </a:cubicBezTo>
                  <a:cubicBezTo>
                    <a:pt x="311150" y="62230"/>
                    <a:pt x="307340" y="78740"/>
                    <a:pt x="294640" y="88900"/>
                  </a:cubicBezTo>
                  <a:cubicBezTo>
                    <a:pt x="261620" y="116840"/>
                    <a:pt x="17780" y="137160"/>
                    <a:pt x="17780" y="135890"/>
                  </a:cubicBezTo>
                  <a:cubicBezTo>
                    <a:pt x="17780" y="135890"/>
                    <a:pt x="41910" y="132080"/>
                    <a:pt x="41910" y="132080"/>
                  </a:cubicBezTo>
                  <a:cubicBezTo>
                    <a:pt x="41910" y="130810"/>
                    <a:pt x="15240" y="135890"/>
                    <a:pt x="8890" y="130810"/>
                  </a:cubicBezTo>
                  <a:cubicBezTo>
                    <a:pt x="2540" y="124460"/>
                    <a:pt x="1270" y="109220"/>
                    <a:pt x="6350" y="96520"/>
                  </a:cubicBezTo>
                  <a:cubicBezTo>
                    <a:pt x="13970" y="74930"/>
                    <a:pt x="59690" y="34290"/>
                    <a:pt x="85090" y="19050"/>
                  </a:cubicBezTo>
                  <a:cubicBezTo>
                    <a:pt x="102870" y="8890"/>
                    <a:pt x="124460" y="0"/>
                    <a:pt x="134620" y="3810"/>
                  </a:cubicBezTo>
                  <a:cubicBezTo>
                    <a:pt x="143510" y="6350"/>
                    <a:pt x="149860" y="21590"/>
                    <a:pt x="148590" y="29210"/>
                  </a:cubicBezTo>
                  <a:cubicBezTo>
                    <a:pt x="148590" y="35560"/>
                    <a:pt x="135890" y="48260"/>
                    <a:pt x="135890" y="4826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341495" y="1778317"/>
            <a:ext cx="301942" cy="167640"/>
            <a:chOff x="0" y="0"/>
            <a:chExt cx="402590" cy="223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8260" y="36830"/>
              <a:ext cx="304800" cy="134620"/>
            </a:xfrm>
            <a:custGeom>
              <a:avLst/>
              <a:gdLst/>
              <a:ahLst/>
              <a:cxnLst/>
              <a:rect r="r" b="b" t="t" l="l"/>
              <a:pathLst>
                <a:path h="134620" w="304800">
                  <a:moveTo>
                    <a:pt x="278130" y="63500"/>
                  </a:moveTo>
                  <a:cubicBezTo>
                    <a:pt x="67310" y="96520"/>
                    <a:pt x="44450" y="132080"/>
                    <a:pt x="27940" y="134620"/>
                  </a:cubicBezTo>
                  <a:cubicBezTo>
                    <a:pt x="19050" y="134620"/>
                    <a:pt x="10160" y="129540"/>
                    <a:pt x="6350" y="124460"/>
                  </a:cubicBezTo>
                  <a:cubicBezTo>
                    <a:pt x="2540" y="118110"/>
                    <a:pt x="0" y="106680"/>
                    <a:pt x="2540" y="100330"/>
                  </a:cubicBezTo>
                  <a:cubicBezTo>
                    <a:pt x="6350" y="92710"/>
                    <a:pt x="20320" y="83820"/>
                    <a:pt x="27940" y="83820"/>
                  </a:cubicBezTo>
                  <a:cubicBezTo>
                    <a:pt x="35560" y="83820"/>
                    <a:pt x="45720" y="90170"/>
                    <a:pt x="48260" y="96520"/>
                  </a:cubicBezTo>
                  <a:cubicBezTo>
                    <a:pt x="52070" y="101600"/>
                    <a:pt x="53340" y="113030"/>
                    <a:pt x="49530" y="119380"/>
                  </a:cubicBezTo>
                  <a:cubicBezTo>
                    <a:pt x="45720" y="127000"/>
                    <a:pt x="30480" y="134620"/>
                    <a:pt x="22860" y="133350"/>
                  </a:cubicBezTo>
                  <a:cubicBezTo>
                    <a:pt x="15240" y="133350"/>
                    <a:pt x="6350" y="125730"/>
                    <a:pt x="3810" y="119380"/>
                  </a:cubicBezTo>
                  <a:cubicBezTo>
                    <a:pt x="1270" y="113030"/>
                    <a:pt x="1270" y="104140"/>
                    <a:pt x="5080" y="95250"/>
                  </a:cubicBezTo>
                  <a:cubicBezTo>
                    <a:pt x="13970" y="78740"/>
                    <a:pt x="48260" y="49530"/>
                    <a:pt x="82550" y="35560"/>
                  </a:cubicBezTo>
                  <a:cubicBezTo>
                    <a:pt x="132080" y="16510"/>
                    <a:pt x="254000" y="0"/>
                    <a:pt x="284480" y="13970"/>
                  </a:cubicBezTo>
                  <a:cubicBezTo>
                    <a:pt x="295910" y="19050"/>
                    <a:pt x="304800" y="33020"/>
                    <a:pt x="303530" y="40640"/>
                  </a:cubicBezTo>
                  <a:cubicBezTo>
                    <a:pt x="302260" y="49530"/>
                    <a:pt x="278130" y="63500"/>
                    <a:pt x="278130" y="6350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214812" y="1841183"/>
            <a:ext cx="217170" cy="146685"/>
            <a:chOff x="0" y="0"/>
            <a:chExt cx="289560" cy="1955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530" y="38100"/>
              <a:ext cx="189230" cy="106680"/>
            </a:xfrm>
            <a:custGeom>
              <a:avLst/>
              <a:gdLst/>
              <a:ahLst/>
              <a:cxnLst/>
              <a:rect r="r" b="b" t="t" l="l"/>
              <a:pathLst>
                <a:path h="106680" w="189230">
                  <a:moveTo>
                    <a:pt x="78740" y="59690"/>
                  </a:moveTo>
                  <a:cubicBezTo>
                    <a:pt x="165100" y="15240"/>
                    <a:pt x="173990" y="16510"/>
                    <a:pt x="179070" y="20320"/>
                  </a:cubicBezTo>
                  <a:cubicBezTo>
                    <a:pt x="184150" y="25400"/>
                    <a:pt x="189230" y="35560"/>
                    <a:pt x="189230" y="41910"/>
                  </a:cubicBezTo>
                  <a:cubicBezTo>
                    <a:pt x="187960" y="49530"/>
                    <a:pt x="185420" y="57150"/>
                    <a:pt x="176530" y="62230"/>
                  </a:cubicBezTo>
                  <a:cubicBezTo>
                    <a:pt x="156210" y="74930"/>
                    <a:pt x="54610" y="71120"/>
                    <a:pt x="26670" y="62230"/>
                  </a:cubicBezTo>
                  <a:cubicBezTo>
                    <a:pt x="13970" y="57150"/>
                    <a:pt x="5080" y="50800"/>
                    <a:pt x="2540" y="43180"/>
                  </a:cubicBezTo>
                  <a:cubicBezTo>
                    <a:pt x="0" y="35560"/>
                    <a:pt x="7620" y="17780"/>
                    <a:pt x="13970" y="15240"/>
                  </a:cubicBezTo>
                  <a:cubicBezTo>
                    <a:pt x="21590" y="11430"/>
                    <a:pt x="44450" y="17780"/>
                    <a:pt x="49530" y="24130"/>
                  </a:cubicBezTo>
                  <a:cubicBezTo>
                    <a:pt x="53340" y="30480"/>
                    <a:pt x="53340" y="41910"/>
                    <a:pt x="49530" y="48260"/>
                  </a:cubicBezTo>
                  <a:cubicBezTo>
                    <a:pt x="46990" y="54610"/>
                    <a:pt x="36830" y="62230"/>
                    <a:pt x="30480" y="62230"/>
                  </a:cubicBezTo>
                  <a:cubicBezTo>
                    <a:pt x="21590" y="60960"/>
                    <a:pt x="2540" y="46990"/>
                    <a:pt x="1270" y="38100"/>
                  </a:cubicBezTo>
                  <a:cubicBezTo>
                    <a:pt x="1270" y="30480"/>
                    <a:pt x="7620" y="17780"/>
                    <a:pt x="19050" y="12700"/>
                  </a:cubicBezTo>
                  <a:cubicBezTo>
                    <a:pt x="44450" y="0"/>
                    <a:pt x="160020" y="2540"/>
                    <a:pt x="179070" y="20320"/>
                  </a:cubicBezTo>
                  <a:cubicBezTo>
                    <a:pt x="187960" y="29210"/>
                    <a:pt x="187960" y="46990"/>
                    <a:pt x="181610" y="58420"/>
                  </a:cubicBezTo>
                  <a:cubicBezTo>
                    <a:pt x="171450" y="77470"/>
                    <a:pt x="120650" y="104140"/>
                    <a:pt x="99060" y="105410"/>
                  </a:cubicBezTo>
                  <a:cubicBezTo>
                    <a:pt x="86360" y="106680"/>
                    <a:pt x="72390" y="100330"/>
                    <a:pt x="68580" y="92710"/>
                  </a:cubicBezTo>
                  <a:cubicBezTo>
                    <a:pt x="64770" y="85090"/>
                    <a:pt x="78740" y="59690"/>
                    <a:pt x="78740" y="5969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217670" y="1878330"/>
            <a:ext cx="111442" cy="108585"/>
            <a:chOff x="0" y="0"/>
            <a:chExt cx="148590" cy="1447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6990" y="44450"/>
              <a:ext cx="50800" cy="52070"/>
            </a:xfrm>
            <a:custGeom>
              <a:avLst/>
              <a:gdLst/>
              <a:ahLst/>
              <a:cxnLst/>
              <a:rect r="r" b="b" t="t" l="l"/>
              <a:pathLst>
                <a:path h="52070" w="50800">
                  <a:moveTo>
                    <a:pt x="50800" y="17780"/>
                  </a:moveTo>
                  <a:cubicBezTo>
                    <a:pt x="29210" y="52070"/>
                    <a:pt x="8890" y="45720"/>
                    <a:pt x="3810" y="39370"/>
                  </a:cubicBezTo>
                  <a:cubicBezTo>
                    <a:pt x="0" y="31750"/>
                    <a:pt x="3810" y="11430"/>
                    <a:pt x="10160" y="6350"/>
                  </a:cubicBezTo>
                  <a:cubicBezTo>
                    <a:pt x="16510" y="0"/>
                    <a:pt x="44450" y="7620"/>
                    <a:pt x="44450" y="762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211955" y="1840230"/>
            <a:ext cx="204788" cy="152400"/>
            <a:chOff x="0" y="0"/>
            <a:chExt cx="273050" cy="203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8260" y="49530"/>
              <a:ext cx="173990" cy="102870"/>
            </a:xfrm>
            <a:custGeom>
              <a:avLst/>
              <a:gdLst/>
              <a:ahLst/>
              <a:cxnLst/>
              <a:rect r="r" b="b" t="t" l="l"/>
              <a:pathLst>
                <a:path h="102870" w="173990">
                  <a:moveTo>
                    <a:pt x="19050" y="53340"/>
                  </a:moveTo>
                  <a:cubicBezTo>
                    <a:pt x="162560" y="3810"/>
                    <a:pt x="172720" y="15240"/>
                    <a:pt x="172720" y="22860"/>
                  </a:cubicBezTo>
                  <a:cubicBezTo>
                    <a:pt x="173990" y="31750"/>
                    <a:pt x="158750" y="50800"/>
                    <a:pt x="149860" y="52070"/>
                  </a:cubicBezTo>
                  <a:cubicBezTo>
                    <a:pt x="142240" y="53340"/>
                    <a:pt x="128270" y="43180"/>
                    <a:pt x="124460" y="35560"/>
                  </a:cubicBezTo>
                  <a:cubicBezTo>
                    <a:pt x="121920" y="29210"/>
                    <a:pt x="123190" y="17780"/>
                    <a:pt x="127000" y="11430"/>
                  </a:cubicBezTo>
                  <a:cubicBezTo>
                    <a:pt x="132080" y="5080"/>
                    <a:pt x="148590" y="0"/>
                    <a:pt x="156210" y="2540"/>
                  </a:cubicBezTo>
                  <a:cubicBezTo>
                    <a:pt x="163830" y="5080"/>
                    <a:pt x="171450" y="12700"/>
                    <a:pt x="172720" y="20320"/>
                  </a:cubicBezTo>
                  <a:cubicBezTo>
                    <a:pt x="173990" y="27940"/>
                    <a:pt x="170180" y="39370"/>
                    <a:pt x="161290" y="48260"/>
                  </a:cubicBezTo>
                  <a:cubicBezTo>
                    <a:pt x="140970" y="67310"/>
                    <a:pt x="60960" y="102870"/>
                    <a:pt x="33020" y="102870"/>
                  </a:cubicBezTo>
                  <a:cubicBezTo>
                    <a:pt x="19050" y="101600"/>
                    <a:pt x="5080" y="95250"/>
                    <a:pt x="2540" y="87630"/>
                  </a:cubicBezTo>
                  <a:cubicBezTo>
                    <a:pt x="0" y="78740"/>
                    <a:pt x="19050" y="53340"/>
                    <a:pt x="19050" y="5334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277678" y="1801177"/>
            <a:ext cx="162878" cy="114300"/>
            <a:chOff x="0" y="0"/>
            <a:chExt cx="217170" cy="152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9530" y="44450"/>
              <a:ext cx="116840" cy="58420"/>
            </a:xfrm>
            <a:custGeom>
              <a:avLst/>
              <a:gdLst/>
              <a:ahLst/>
              <a:cxnLst/>
              <a:rect r="r" b="b" t="t" l="l"/>
              <a:pathLst>
                <a:path h="58420" w="116840">
                  <a:moveTo>
                    <a:pt x="91440" y="57150"/>
                  </a:moveTo>
                  <a:cubicBezTo>
                    <a:pt x="3810" y="45720"/>
                    <a:pt x="0" y="30480"/>
                    <a:pt x="3810" y="22860"/>
                  </a:cubicBezTo>
                  <a:cubicBezTo>
                    <a:pt x="6350" y="15240"/>
                    <a:pt x="21590" y="6350"/>
                    <a:pt x="30480" y="6350"/>
                  </a:cubicBezTo>
                  <a:cubicBezTo>
                    <a:pt x="38100" y="7620"/>
                    <a:pt x="50800" y="20320"/>
                    <a:pt x="52070" y="27940"/>
                  </a:cubicBezTo>
                  <a:cubicBezTo>
                    <a:pt x="53340" y="34290"/>
                    <a:pt x="49530" y="45720"/>
                    <a:pt x="44450" y="50800"/>
                  </a:cubicBezTo>
                  <a:cubicBezTo>
                    <a:pt x="39370" y="55880"/>
                    <a:pt x="27940" y="58420"/>
                    <a:pt x="21590" y="57150"/>
                  </a:cubicBezTo>
                  <a:cubicBezTo>
                    <a:pt x="13970" y="54610"/>
                    <a:pt x="2540" y="41910"/>
                    <a:pt x="1270" y="33020"/>
                  </a:cubicBezTo>
                  <a:cubicBezTo>
                    <a:pt x="1270" y="25400"/>
                    <a:pt x="8890" y="12700"/>
                    <a:pt x="19050" y="7620"/>
                  </a:cubicBezTo>
                  <a:cubicBezTo>
                    <a:pt x="34290" y="0"/>
                    <a:pt x="74930" y="0"/>
                    <a:pt x="91440" y="6350"/>
                  </a:cubicBezTo>
                  <a:cubicBezTo>
                    <a:pt x="102870" y="11430"/>
                    <a:pt x="115570" y="20320"/>
                    <a:pt x="116840" y="29210"/>
                  </a:cubicBezTo>
                  <a:cubicBezTo>
                    <a:pt x="116840" y="38100"/>
                    <a:pt x="91440" y="57150"/>
                    <a:pt x="91440" y="5715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3981450" y="2012633"/>
            <a:ext cx="111442" cy="108585"/>
            <a:chOff x="0" y="0"/>
            <a:chExt cx="148590" cy="1447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6990" y="45720"/>
              <a:ext cx="49530" cy="52070"/>
            </a:xfrm>
            <a:custGeom>
              <a:avLst/>
              <a:gdLst/>
              <a:ahLst/>
              <a:cxnLst/>
              <a:rect r="r" b="b" t="t" l="l"/>
              <a:pathLst>
                <a:path h="52070" w="49530">
                  <a:moveTo>
                    <a:pt x="49530" y="17780"/>
                  </a:moveTo>
                  <a:cubicBezTo>
                    <a:pt x="27940" y="52070"/>
                    <a:pt x="7620" y="45720"/>
                    <a:pt x="3810" y="39370"/>
                  </a:cubicBezTo>
                  <a:cubicBezTo>
                    <a:pt x="0" y="31750"/>
                    <a:pt x="3810" y="11430"/>
                    <a:pt x="10160" y="5080"/>
                  </a:cubicBezTo>
                  <a:cubicBezTo>
                    <a:pt x="16510" y="0"/>
                    <a:pt x="43180" y="7620"/>
                    <a:pt x="43180" y="762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4005262" y="2012633"/>
            <a:ext cx="111442" cy="108585"/>
            <a:chOff x="0" y="0"/>
            <a:chExt cx="148590" cy="1447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6990" y="45720"/>
              <a:ext cx="50800" cy="52070"/>
            </a:xfrm>
            <a:custGeom>
              <a:avLst/>
              <a:gdLst/>
              <a:ahLst/>
              <a:cxnLst/>
              <a:rect r="r" b="b" t="t" l="l"/>
              <a:pathLst>
                <a:path h="52070" w="50800">
                  <a:moveTo>
                    <a:pt x="50800" y="17780"/>
                  </a:moveTo>
                  <a:cubicBezTo>
                    <a:pt x="29210" y="52070"/>
                    <a:pt x="8890" y="45720"/>
                    <a:pt x="3810" y="39370"/>
                  </a:cubicBezTo>
                  <a:cubicBezTo>
                    <a:pt x="0" y="31750"/>
                    <a:pt x="3810" y="11430"/>
                    <a:pt x="10160" y="5080"/>
                  </a:cubicBezTo>
                  <a:cubicBezTo>
                    <a:pt x="16510" y="0"/>
                    <a:pt x="44450" y="7620"/>
                    <a:pt x="44450" y="762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014788" y="2012633"/>
            <a:ext cx="111442" cy="108585"/>
            <a:chOff x="0" y="0"/>
            <a:chExt cx="148590" cy="1447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6990" y="45720"/>
              <a:ext cx="50800" cy="52070"/>
            </a:xfrm>
            <a:custGeom>
              <a:avLst/>
              <a:gdLst/>
              <a:ahLst/>
              <a:cxnLst/>
              <a:rect r="r" b="b" t="t" l="l"/>
              <a:pathLst>
                <a:path h="52070" w="50800">
                  <a:moveTo>
                    <a:pt x="50800" y="17780"/>
                  </a:moveTo>
                  <a:cubicBezTo>
                    <a:pt x="29210" y="52070"/>
                    <a:pt x="8890" y="45720"/>
                    <a:pt x="3810" y="39370"/>
                  </a:cubicBezTo>
                  <a:cubicBezTo>
                    <a:pt x="0" y="31750"/>
                    <a:pt x="3810" y="11430"/>
                    <a:pt x="10160" y="5080"/>
                  </a:cubicBezTo>
                  <a:cubicBezTo>
                    <a:pt x="16510" y="0"/>
                    <a:pt x="44450" y="7620"/>
                    <a:pt x="44450" y="762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4046220" y="1965960"/>
            <a:ext cx="134302" cy="114300"/>
            <a:chOff x="0" y="0"/>
            <a:chExt cx="179070" cy="152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50800" y="46990"/>
              <a:ext cx="77470" cy="55880"/>
            </a:xfrm>
            <a:custGeom>
              <a:avLst/>
              <a:gdLst/>
              <a:ahLst/>
              <a:cxnLst/>
              <a:rect r="r" b="b" t="t" l="l"/>
              <a:pathLst>
                <a:path h="55880" w="77470">
                  <a:moveTo>
                    <a:pt x="50800" y="54610"/>
                  </a:moveTo>
                  <a:cubicBezTo>
                    <a:pt x="10160" y="49530"/>
                    <a:pt x="2540" y="41910"/>
                    <a:pt x="1270" y="35560"/>
                  </a:cubicBezTo>
                  <a:cubicBezTo>
                    <a:pt x="0" y="27940"/>
                    <a:pt x="6350" y="11430"/>
                    <a:pt x="12700" y="6350"/>
                  </a:cubicBezTo>
                  <a:cubicBezTo>
                    <a:pt x="17780" y="2540"/>
                    <a:pt x="29210" y="2540"/>
                    <a:pt x="35560" y="5080"/>
                  </a:cubicBezTo>
                  <a:cubicBezTo>
                    <a:pt x="41910" y="8890"/>
                    <a:pt x="49530" y="17780"/>
                    <a:pt x="50800" y="24130"/>
                  </a:cubicBezTo>
                  <a:cubicBezTo>
                    <a:pt x="52070" y="31750"/>
                    <a:pt x="48260" y="41910"/>
                    <a:pt x="43180" y="46990"/>
                  </a:cubicBezTo>
                  <a:cubicBezTo>
                    <a:pt x="38100" y="52070"/>
                    <a:pt x="26670" y="55880"/>
                    <a:pt x="20320" y="53340"/>
                  </a:cubicBezTo>
                  <a:cubicBezTo>
                    <a:pt x="12700" y="50800"/>
                    <a:pt x="0" y="38100"/>
                    <a:pt x="0" y="30480"/>
                  </a:cubicBezTo>
                  <a:cubicBezTo>
                    <a:pt x="0" y="21590"/>
                    <a:pt x="8890" y="8890"/>
                    <a:pt x="17780" y="5080"/>
                  </a:cubicBezTo>
                  <a:cubicBezTo>
                    <a:pt x="25400" y="0"/>
                    <a:pt x="41910" y="0"/>
                    <a:pt x="50800" y="3810"/>
                  </a:cubicBezTo>
                  <a:cubicBezTo>
                    <a:pt x="60960" y="6350"/>
                    <a:pt x="76200" y="17780"/>
                    <a:pt x="76200" y="25400"/>
                  </a:cubicBezTo>
                  <a:cubicBezTo>
                    <a:pt x="77470" y="34290"/>
                    <a:pt x="50800" y="54610"/>
                    <a:pt x="50800" y="5461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011930" y="1965008"/>
            <a:ext cx="115252" cy="120015"/>
            <a:chOff x="0" y="0"/>
            <a:chExt cx="153670" cy="1600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9530" y="49530"/>
              <a:ext cx="53340" cy="59690"/>
            </a:xfrm>
            <a:custGeom>
              <a:avLst/>
              <a:gdLst/>
              <a:ahLst/>
              <a:cxnLst/>
              <a:rect r="r" b="b" t="t" l="l"/>
              <a:pathLst>
                <a:path h="59690" w="53340">
                  <a:moveTo>
                    <a:pt x="53340" y="34290"/>
                  </a:moveTo>
                  <a:cubicBezTo>
                    <a:pt x="19050" y="59690"/>
                    <a:pt x="8890" y="53340"/>
                    <a:pt x="5080" y="46990"/>
                  </a:cubicBezTo>
                  <a:cubicBezTo>
                    <a:pt x="2540" y="40640"/>
                    <a:pt x="1270" y="29210"/>
                    <a:pt x="3810" y="22860"/>
                  </a:cubicBezTo>
                  <a:cubicBezTo>
                    <a:pt x="7620" y="16510"/>
                    <a:pt x="16510" y="10160"/>
                    <a:pt x="22860" y="8890"/>
                  </a:cubicBezTo>
                  <a:cubicBezTo>
                    <a:pt x="30480" y="7620"/>
                    <a:pt x="40640" y="11430"/>
                    <a:pt x="45720" y="16510"/>
                  </a:cubicBezTo>
                  <a:cubicBezTo>
                    <a:pt x="50800" y="21590"/>
                    <a:pt x="53340" y="33020"/>
                    <a:pt x="52070" y="39370"/>
                  </a:cubicBezTo>
                  <a:cubicBezTo>
                    <a:pt x="50800" y="45720"/>
                    <a:pt x="43180" y="54610"/>
                    <a:pt x="36830" y="57150"/>
                  </a:cubicBezTo>
                  <a:cubicBezTo>
                    <a:pt x="30480" y="59690"/>
                    <a:pt x="19050" y="59690"/>
                    <a:pt x="12700" y="54610"/>
                  </a:cubicBezTo>
                  <a:cubicBezTo>
                    <a:pt x="6350" y="49530"/>
                    <a:pt x="0" y="36830"/>
                    <a:pt x="1270" y="27940"/>
                  </a:cubicBezTo>
                  <a:cubicBezTo>
                    <a:pt x="2540" y="17780"/>
                    <a:pt x="15240" y="2540"/>
                    <a:pt x="24130" y="1270"/>
                  </a:cubicBezTo>
                  <a:cubicBezTo>
                    <a:pt x="33020" y="0"/>
                    <a:pt x="53340" y="21590"/>
                    <a:pt x="53340" y="2159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3984308" y="2000250"/>
            <a:ext cx="157162" cy="122873"/>
            <a:chOff x="0" y="0"/>
            <a:chExt cx="209550" cy="16383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49530" y="46990"/>
              <a:ext cx="110490" cy="67310"/>
            </a:xfrm>
            <a:custGeom>
              <a:avLst/>
              <a:gdLst/>
              <a:ahLst/>
              <a:cxnLst/>
              <a:rect r="r" b="b" t="t" l="l"/>
              <a:pathLst>
                <a:path h="67310" w="110490">
                  <a:moveTo>
                    <a:pt x="88900" y="53340"/>
                  </a:moveTo>
                  <a:cubicBezTo>
                    <a:pt x="5080" y="58420"/>
                    <a:pt x="0" y="36830"/>
                    <a:pt x="2540" y="29210"/>
                  </a:cubicBezTo>
                  <a:cubicBezTo>
                    <a:pt x="6350" y="21590"/>
                    <a:pt x="22860" y="15240"/>
                    <a:pt x="30480" y="16510"/>
                  </a:cubicBezTo>
                  <a:cubicBezTo>
                    <a:pt x="38100" y="16510"/>
                    <a:pt x="46990" y="24130"/>
                    <a:pt x="49530" y="31750"/>
                  </a:cubicBezTo>
                  <a:cubicBezTo>
                    <a:pt x="52070" y="39370"/>
                    <a:pt x="46990" y="55880"/>
                    <a:pt x="40640" y="60960"/>
                  </a:cubicBezTo>
                  <a:cubicBezTo>
                    <a:pt x="35560" y="66040"/>
                    <a:pt x="24130" y="67310"/>
                    <a:pt x="17780" y="64770"/>
                  </a:cubicBezTo>
                  <a:cubicBezTo>
                    <a:pt x="11430" y="62230"/>
                    <a:pt x="2540" y="54610"/>
                    <a:pt x="1270" y="48260"/>
                  </a:cubicBezTo>
                  <a:cubicBezTo>
                    <a:pt x="0" y="39370"/>
                    <a:pt x="3810" y="26670"/>
                    <a:pt x="12700" y="19050"/>
                  </a:cubicBezTo>
                  <a:cubicBezTo>
                    <a:pt x="24130" y="8890"/>
                    <a:pt x="60960" y="0"/>
                    <a:pt x="77470" y="3810"/>
                  </a:cubicBezTo>
                  <a:cubicBezTo>
                    <a:pt x="91440" y="6350"/>
                    <a:pt x="107950" y="16510"/>
                    <a:pt x="109220" y="25400"/>
                  </a:cubicBezTo>
                  <a:cubicBezTo>
                    <a:pt x="110490" y="34290"/>
                    <a:pt x="88900" y="53340"/>
                    <a:pt x="88900" y="5334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3971925" y="2018348"/>
            <a:ext cx="125730" cy="117158"/>
            <a:chOff x="0" y="0"/>
            <a:chExt cx="167640" cy="15621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49530" y="49530"/>
              <a:ext cx="69850" cy="57150"/>
            </a:xfrm>
            <a:custGeom>
              <a:avLst/>
              <a:gdLst/>
              <a:ahLst/>
              <a:cxnLst/>
              <a:rect r="r" b="b" t="t" l="l"/>
              <a:pathLst>
                <a:path h="57150" w="69850">
                  <a:moveTo>
                    <a:pt x="41910" y="1270"/>
                  </a:moveTo>
                  <a:cubicBezTo>
                    <a:pt x="67310" y="19050"/>
                    <a:pt x="68580" y="30480"/>
                    <a:pt x="66040" y="36830"/>
                  </a:cubicBezTo>
                  <a:cubicBezTo>
                    <a:pt x="63500" y="43180"/>
                    <a:pt x="54610" y="50800"/>
                    <a:pt x="46990" y="52070"/>
                  </a:cubicBezTo>
                  <a:cubicBezTo>
                    <a:pt x="40640" y="53340"/>
                    <a:pt x="29210" y="50800"/>
                    <a:pt x="24130" y="45720"/>
                  </a:cubicBezTo>
                  <a:cubicBezTo>
                    <a:pt x="19050" y="40640"/>
                    <a:pt x="15240" y="30480"/>
                    <a:pt x="16510" y="22860"/>
                  </a:cubicBezTo>
                  <a:cubicBezTo>
                    <a:pt x="19050" y="15240"/>
                    <a:pt x="31750" y="3810"/>
                    <a:pt x="39370" y="1270"/>
                  </a:cubicBezTo>
                  <a:cubicBezTo>
                    <a:pt x="46990" y="0"/>
                    <a:pt x="57150" y="5080"/>
                    <a:pt x="60960" y="10160"/>
                  </a:cubicBezTo>
                  <a:cubicBezTo>
                    <a:pt x="66040" y="16510"/>
                    <a:pt x="69850" y="26670"/>
                    <a:pt x="66040" y="34290"/>
                  </a:cubicBezTo>
                  <a:cubicBezTo>
                    <a:pt x="62230" y="43180"/>
                    <a:pt x="40640" y="57150"/>
                    <a:pt x="29210" y="55880"/>
                  </a:cubicBezTo>
                  <a:cubicBezTo>
                    <a:pt x="17780" y="54610"/>
                    <a:pt x="2540" y="39370"/>
                    <a:pt x="1270" y="30480"/>
                  </a:cubicBezTo>
                  <a:cubicBezTo>
                    <a:pt x="0" y="21590"/>
                    <a:pt x="16510" y="1270"/>
                    <a:pt x="16510" y="127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3998595" y="1985962"/>
            <a:ext cx="149542" cy="152400"/>
            <a:chOff x="0" y="0"/>
            <a:chExt cx="199390" cy="203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9530" y="44450"/>
              <a:ext cx="102870" cy="107950"/>
            </a:xfrm>
            <a:custGeom>
              <a:avLst/>
              <a:gdLst/>
              <a:ahLst/>
              <a:cxnLst/>
              <a:rect r="r" b="b" t="t" l="l"/>
              <a:pathLst>
                <a:path h="107950" w="102870">
                  <a:moveTo>
                    <a:pt x="95250" y="41910"/>
                  </a:moveTo>
                  <a:cubicBezTo>
                    <a:pt x="26670" y="107950"/>
                    <a:pt x="12700" y="104140"/>
                    <a:pt x="6350" y="99060"/>
                  </a:cubicBezTo>
                  <a:cubicBezTo>
                    <a:pt x="1270" y="93980"/>
                    <a:pt x="0" y="82550"/>
                    <a:pt x="1270" y="76200"/>
                  </a:cubicBezTo>
                  <a:cubicBezTo>
                    <a:pt x="2540" y="68580"/>
                    <a:pt x="10160" y="59690"/>
                    <a:pt x="16510" y="58420"/>
                  </a:cubicBezTo>
                  <a:cubicBezTo>
                    <a:pt x="25400" y="55880"/>
                    <a:pt x="40640" y="60960"/>
                    <a:pt x="46990" y="67310"/>
                  </a:cubicBezTo>
                  <a:cubicBezTo>
                    <a:pt x="50800" y="72390"/>
                    <a:pt x="52070" y="83820"/>
                    <a:pt x="49530" y="90170"/>
                  </a:cubicBezTo>
                  <a:cubicBezTo>
                    <a:pt x="45720" y="97790"/>
                    <a:pt x="31750" y="107950"/>
                    <a:pt x="24130" y="106680"/>
                  </a:cubicBezTo>
                  <a:cubicBezTo>
                    <a:pt x="15240" y="105410"/>
                    <a:pt x="1270" y="90170"/>
                    <a:pt x="1270" y="78740"/>
                  </a:cubicBezTo>
                  <a:cubicBezTo>
                    <a:pt x="1270" y="59690"/>
                    <a:pt x="39370" y="15240"/>
                    <a:pt x="59690" y="6350"/>
                  </a:cubicBezTo>
                  <a:cubicBezTo>
                    <a:pt x="72390" y="0"/>
                    <a:pt x="91440" y="1270"/>
                    <a:pt x="97790" y="7620"/>
                  </a:cubicBezTo>
                  <a:cubicBezTo>
                    <a:pt x="102870" y="13970"/>
                    <a:pt x="95250" y="41910"/>
                    <a:pt x="95250" y="4191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4046220" y="1856423"/>
            <a:ext cx="313372" cy="239078"/>
            <a:chOff x="0" y="0"/>
            <a:chExt cx="417830" cy="31877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49530" y="49530"/>
              <a:ext cx="320040" cy="218440"/>
            </a:xfrm>
            <a:custGeom>
              <a:avLst/>
              <a:gdLst/>
              <a:ahLst/>
              <a:cxnLst/>
              <a:rect r="r" b="b" t="t" l="l"/>
              <a:pathLst>
                <a:path h="218440" w="320040">
                  <a:moveTo>
                    <a:pt x="40640" y="167640"/>
                  </a:moveTo>
                  <a:cubicBezTo>
                    <a:pt x="78740" y="96520"/>
                    <a:pt x="123190" y="74930"/>
                    <a:pt x="158750" y="55880"/>
                  </a:cubicBezTo>
                  <a:cubicBezTo>
                    <a:pt x="198120" y="34290"/>
                    <a:pt x="261620" y="0"/>
                    <a:pt x="288290" y="1270"/>
                  </a:cubicBezTo>
                  <a:cubicBezTo>
                    <a:pt x="299720" y="1270"/>
                    <a:pt x="311150" y="6350"/>
                    <a:pt x="313690" y="13970"/>
                  </a:cubicBezTo>
                  <a:cubicBezTo>
                    <a:pt x="317500" y="21590"/>
                    <a:pt x="314960" y="36830"/>
                    <a:pt x="307340" y="45720"/>
                  </a:cubicBezTo>
                  <a:cubicBezTo>
                    <a:pt x="290830" y="64770"/>
                    <a:pt x="232410" y="66040"/>
                    <a:pt x="194310" y="88900"/>
                  </a:cubicBezTo>
                  <a:cubicBezTo>
                    <a:pt x="143510" y="116840"/>
                    <a:pt x="71120" y="209550"/>
                    <a:pt x="36830" y="214630"/>
                  </a:cubicBezTo>
                  <a:cubicBezTo>
                    <a:pt x="21590" y="217170"/>
                    <a:pt x="6350" y="208280"/>
                    <a:pt x="2540" y="200660"/>
                  </a:cubicBezTo>
                  <a:cubicBezTo>
                    <a:pt x="0" y="193040"/>
                    <a:pt x="6350" y="176530"/>
                    <a:pt x="11430" y="171450"/>
                  </a:cubicBezTo>
                  <a:cubicBezTo>
                    <a:pt x="17780" y="166370"/>
                    <a:pt x="29210" y="165100"/>
                    <a:pt x="35560" y="167640"/>
                  </a:cubicBezTo>
                  <a:cubicBezTo>
                    <a:pt x="41910" y="170180"/>
                    <a:pt x="49530" y="179070"/>
                    <a:pt x="50800" y="185420"/>
                  </a:cubicBezTo>
                  <a:cubicBezTo>
                    <a:pt x="53340" y="191770"/>
                    <a:pt x="50800" y="203200"/>
                    <a:pt x="45720" y="208280"/>
                  </a:cubicBezTo>
                  <a:cubicBezTo>
                    <a:pt x="40640" y="213360"/>
                    <a:pt x="30480" y="218440"/>
                    <a:pt x="22860" y="217170"/>
                  </a:cubicBezTo>
                  <a:cubicBezTo>
                    <a:pt x="15240" y="214630"/>
                    <a:pt x="3810" y="203200"/>
                    <a:pt x="1270" y="195580"/>
                  </a:cubicBezTo>
                  <a:cubicBezTo>
                    <a:pt x="0" y="187960"/>
                    <a:pt x="2540" y="181610"/>
                    <a:pt x="10160" y="172720"/>
                  </a:cubicBezTo>
                  <a:cubicBezTo>
                    <a:pt x="30480" y="143510"/>
                    <a:pt x="139700" y="64770"/>
                    <a:pt x="193040" y="35560"/>
                  </a:cubicBezTo>
                  <a:cubicBezTo>
                    <a:pt x="228600" y="16510"/>
                    <a:pt x="267970" y="1270"/>
                    <a:pt x="288290" y="1270"/>
                  </a:cubicBezTo>
                  <a:cubicBezTo>
                    <a:pt x="298450" y="1270"/>
                    <a:pt x="306070" y="3810"/>
                    <a:pt x="309880" y="8890"/>
                  </a:cubicBezTo>
                  <a:cubicBezTo>
                    <a:pt x="314960" y="13970"/>
                    <a:pt x="320040" y="22860"/>
                    <a:pt x="317500" y="31750"/>
                  </a:cubicBezTo>
                  <a:cubicBezTo>
                    <a:pt x="304800" y="57150"/>
                    <a:pt x="149860" y="99060"/>
                    <a:pt x="110490" y="134620"/>
                  </a:cubicBezTo>
                  <a:cubicBezTo>
                    <a:pt x="90170" y="154940"/>
                    <a:pt x="88900" y="189230"/>
                    <a:pt x="74930" y="195580"/>
                  </a:cubicBezTo>
                  <a:cubicBezTo>
                    <a:pt x="67310" y="199390"/>
                    <a:pt x="57150" y="198120"/>
                    <a:pt x="52070" y="194310"/>
                  </a:cubicBezTo>
                  <a:cubicBezTo>
                    <a:pt x="45720" y="189230"/>
                    <a:pt x="40640" y="167640"/>
                    <a:pt x="40640" y="16764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4481512" y="1768792"/>
            <a:ext cx="344805" cy="159067"/>
            <a:chOff x="0" y="0"/>
            <a:chExt cx="459740" cy="21209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49530" y="50800"/>
              <a:ext cx="360680" cy="114300"/>
            </a:xfrm>
            <a:custGeom>
              <a:avLst/>
              <a:gdLst/>
              <a:ahLst/>
              <a:cxnLst/>
              <a:rect r="r" b="b" t="t" l="l"/>
              <a:pathLst>
                <a:path h="114300" w="360680">
                  <a:moveTo>
                    <a:pt x="58420" y="0"/>
                  </a:moveTo>
                  <a:cubicBezTo>
                    <a:pt x="344170" y="31750"/>
                    <a:pt x="349250" y="34290"/>
                    <a:pt x="354330" y="39370"/>
                  </a:cubicBezTo>
                  <a:cubicBezTo>
                    <a:pt x="358140" y="45720"/>
                    <a:pt x="360680" y="55880"/>
                    <a:pt x="358140" y="63500"/>
                  </a:cubicBezTo>
                  <a:cubicBezTo>
                    <a:pt x="355600" y="69850"/>
                    <a:pt x="349250" y="76200"/>
                    <a:pt x="336550" y="81280"/>
                  </a:cubicBezTo>
                  <a:cubicBezTo>
                    <a:pt x="299720" y="93980"/>
                    <a:pt x="162560" y="72390"/>
                    <a:pt x="104140" y="81280"/>
                  </a:cubicBezTo>
                  <a:cubicBezTo>
                    <a:pt x="68580" y="87630"/>
                    <a:pt x="38100" y="113030"/>
                    <a:pt x="20320" y="107950"/>
                  </a:cubicBezTo>
                  <a:cubicBezTo>
                    <a:pt x="11430" y="105410"/>
                    <a:pt x="2540" y="93980"/>
                    <a:pt x="1270" y="86360"/>
                  </a:cubicBezTo>
                  <a:cubicBezTo>
                    <a:pt x="0" y="80010"/>
                    <a:pt x="2540" y="69850"/>
                    <a:pt x="10160" y="64770"/>
                  </a:cubicBezTo>
                  <a:cubicBezTo>
                    <a:pt x="22860" y="54610"/>
                    <a:pt x="72390" y="46990"/>
                    <a:pt x="91440" y="50800"/>
                  </a:cubicBezTo>
                  <a:cubicBezTo>
                    <a:pt x="104140" y="52070"/>
                    <a:pt x="115570" y="57150"/>
                    <a:pt x="119380" y="64770"/>
                  </a:cubicBezTo>
                  <a:cubicBezTo>
                    <a:pt x="123190" y="71120"/>
                    <a:pt x="119380" y="88900"/>
                    <a:pt x="113030" y="93980"/>
                  </a:cubicBezTo>
                  <a:cubicBezTo>
                    <a:pt x="107950" y="99060"/>
                    <a:pt x="96520" y="101600"/>
                    <a:pt x="90170" y="100330"/>
                  </a:cubicBezTo>
                  <a:cubicBezTo>
                    <a:pt x="83820" y="97790"/>
                    <a:pt x="74930" y="90170"/>
                    <a:pt x="72390" y="83820"/>
                  </a:cubicBezTo>
                  <a:cubicBezTo>
                    <a:pt x="69850" y="77470"/>
                    <a:pt x="72390" y="66040"/>
                    <a:pt x="76200" y="60960"/>
                  </a:cubicBezTo>
                  <a:cubicBezTo>
                    <a:pt x="80010" y="54610"/>
                    <a:pt x="90170" y="49530"/>
                    <a:pt x="97790" y="49530"/>
                  </a:cubicBezTo>
                  <a:cubicBezTo>
                    <a:pt x="105410" y="50800"/>
                    <a:pt x="119380" y="60960"/>
                    <a:pt x="120650" y="69850"/>
                  </a:cubicBezTo>
                  <a:cubicBezTo>
                    <a:pt x="123190" y="77470"/>
                    <a:pt x="118110" y="91440"/>
                    <a:pt x="109220" y="97790"/>
                  </a:cubicBezTo>
                  <a:cubicBezTo>
                    <a:pt x="93980" y="109220"/>
                    <a:pt x="45720" y="114300"/>
                    <a:pt x="26670" y="109220"/>
                  </a:cubicBezTo>
                  <a:cubicBezTo>
                    <a:pt x="15240" y="105410"/>
                    <a:pt x="2540" y="95250"/>
                    <a:pt x="1270" y="86360"/>
                  </a:cubicBezTo>
                  <a:cubicBezTo>
                    <a:pt x="1270" y="74930"/>
                    <a:pt x="22860" y="52070"/>
                    <a:pt x="39370" y="43180"/>
                  </a:cubicBezTo>
                  <a:cubicBezTo>
                    <a:pt x="57150" y="33020"/>
                    <a:pt x="76200" y="33020"/>
                    <a:pt x="104140" y="30480"/>
                  </a:cubicBezTo>
                  <a:cubicBezTo>
                    <a:pt x="158750" y="25400"/>
                    <a:pt x="304800" y="11430"/>
                    <a:pt x="339090" y="30480"/>
                  </a:cubicBezTo>
                  <a:cubicBezTo>
                    <a:pt x="353060" y="38100"/>
                    <a:pt x="360680" y="54610"/>
                    <a:pt x="358140" y="63500"/>
                  </a:cubicBezTo>
                  <a:cubicBezTo>
                    <a:pt x="356870" y="69850"/>
                    <a:pt x="349250" y="77470"/>
                    <a:pt x="336550" y="81280"/>
                  </a:cubicBezTo>
                  <a:cubicBezTo>
                    <a:pt x="297180" y="92710"/>
                    <a:pt x="120650" y="71120"/>
                    <a:pt x="69850" y="55880"/>
                  </a:cubicBezTo>
                  <a:cubicBezTo>
                    <a:pt x="49530" y="49530"/>
                    <a:pt x="31750" y="41910"/>
                    <a:pt x="27940" y="31750"/>
                  </a:cubicBezTo>
                  <a:cubicBezTo>
                    <a:pt x="24130" y="25400"/>
                    <a:pt x="26670" y="13970"/>
                    <a:pt x="30480" y="8890"/>
                  </a:cubicBezTo>
                  <a:cubicBezTo>
                    <a:pt x="35560" y="2540"/>
                    <a:pt x="58420" y="0"/>
                    <a:pt x="58420" y="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5427345" y="1941195"/>
            <a:ext cx="1012507" cy="177165"/>
            <a:chOff x="0" y="0"/>
            <a:chExt cx="1350010" cy="2362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49530" y="50800"/>
              <a:ext cx="1249680" cy="156210"/>
            </a:xfrm>
            <a:custGeom>
              <a:avLst/>
              <a:gdLst/>
              <a:ahLst/>
              <a:cxnLst/>
              <a:rect r="r" b="b" t="t" l="l"/>
              <a:pathLst>
                <a:path h="156210" w="1249680">
                  <a:moveTo>
                    <a:pt x="26670" y="0"/>
                  </a:moveTo>
                  <a:cubicBezTo>
                    <a:pt x="377190" y="35560"/>
                    <a:pt x="398780" y="53340"/>
                    <a:pt x="469900" y="62230"/>
                  </a:cubicBezTo>
                  <a:cubicBezTo>
                    <a:pt x="624840" y="82550"/>
                    <a:pt x="1149350" y="52070"/>
                    <a:pt x="1224280" y="83820"/>
                  </a:cubicBezTo>
                  <a:cubicBezTo>
                    <a:pt x="1240790" y="90170"/>
                    <a:pt x="1248410" y="99060"/>
                    <a:pt x="1248410" y="106680"/>
                  </a:cubicBezTo>
                  <a:cubicBezTo>
                    <a:pt x="1248410" y="115570"/>
                    <a:pt x="1230630" y="134620"/>
                    <a:pt x="1223010" y="134620"/>
                  </a:cubicBezTo>
                  <a:cubicBezTo>
                    <a:pt x="1214120" y="134620"/>
                    <a:pt x="1197610" y="116840"/>
                    <a:pt x="1197610" y="107950"/>
                  </a:cubicBezTo>
                  <a:cubicBezTo>
                    <a:pt x="1198880" y="99060"/>
                    <a:pt x="1217930" y="83820"/>
                    <a:pt x="1225550" y="83820"/>
                  </a:cubicBezTo>
                  <a:cubicBezTo>
                    <a:pt x="1234440" y="83820"/>
                    <a:pt x="1245870" y="97790"/>
                    <a:pt x="1248410" y="105410"/>
                  </a:cubicBezTo>
                  <a:cubicBezTo>
                    <a:pt x="1249680" y="111760"/>
                    <a:pt x="1245870" y="123190"/>
                    <a:pt x="1240790" y="128270"/>
                  </a:cubicBezTo>
                  <a:cubicBezTo>
                    <a:pt x="1234440" y="133350"/>
                    <a:pt x="1217930" y="134620"/>
                    <a:pt x="1210310" y="130810"/>
                  </a:cubicBezTo>
                  <a:cubicBezTo>
                    <a:pt x="1203960" y="128270"/>
                    <a:pt x="1197610" y="118110"/>
                    <a:pt x="1197610" y="110490"/>
                  </a:cubicBezTo>
                  <a:cubicBezTo>
                    <a:pt x="1197610" y="102870"/>
                    <a:pt x="1207770" y="88900"/>
                    <a:pt x="1215390" y="85090"/>
                  </a:cubicBezTo>
                  <a:cubicBezTo>
                    <a:pt x="1221740" y="82550"/>
                    <a:pt x="1235710" y="85090"/>
                    <a:pt x="1240790" y="91440"/>
                  </a:cubicBezTo>
                  <a:cubicBezTo>
                    <a:pt x="1245870" y="96520"/>
                    <a:pt x="1249680" y="111760"/>
                    <a:pt x="1247140" y="119380"/>
                  </a:cubicBezTo>
                  <a:cubicBezTo>
                    <a:pt x="1243330" y="127000"/>
                    <a:pt x="1236980" y="130810"/>
                    <a:pt x="1223010" y="134620"/>
                  </a:cubicBezTo>
                  <a:cubicBezTo>
                    <a:pt x="1145540" y="156210"/>
                    <a:pt x="655320" y="133350"/>
                    <a:pt x="458470" y="111760"/>
                  </a:cubicBezTo>
                  <a:cubicBezTo>
                    <a:pt x="332740" y="97790"/>
                    <a:pt x="233680" y="63500"/>
                    <a:pt x="152400" y="54610"/>
                  </a:cubicBezTo>
                  <a:cubicBezTo>
                    <a:pt x="99060" y="48260"/>
                    <a:pt x="43180" y="63500"/>
                    <a:pt x="20320" y="50800"/>
                  </a:cubicBezTo>
                  <a:cubicBezTo>
                    <a:pt x="8890" y="44450"/>
                    <a:pt x="0" y="30480"/>
                    <a:pt x="1270" y="22860"/>
                  </a:cubicBezTo>
                  <a:cubicBezTo>
                    <a:pt x="2540" y="13970"/>
                    <a:pt x="26670" y="0"/>
                    <a:pt x="26670" y="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5344478" y="1907858"/>
            <a:ext cx="586740" cy="191452"/>
            <a:chOff x="0" y="0"/>
            <a:chExt cx="782320" cy="2552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0800" y="31750"/>
              <a:ext cx="683260" cy="171450"/>
            </a:xfrm>
            <a:custGeom>
              <a:avLst/>
              <a:gdLst/>
              <a:ahLst/>
              <a:cxnLst/>
              <a:rect r="r" b="b" t="t" l="l"/>
              <a:pathLst>
                <a:path h="171450" w="683260">
                  <a:moveTo>
                    <a:pt x="650240" y="171450"/>
                  </a:moveTo>
                  <a:cubicBezTo>
                    <a:pt x="312420" y="95250"/>
                    <a:pt x="62230" y="96520"/>
                    <a:pt x="17780" y="68580"/>
                  </a:cubicBezTo>
                  <a:cubicBezTo>
                    <a:pt x="5080" y="60960"/>
                    <a:pt x="0" y="50800"/>
                    <a:pt x="0" y="41910"/>
                  </a:cubicBezTo>
                  <a:cubicBezTo>
                    <a:pt x="2540" y="34290"/>
                    <a:pt x="20320" y="17780"/>
                    <a:pt x="29210" y="19050"/>
                  </a:cubicBezTo>
                  <a:cubicBezTo>
                    <a:pt x="38100" y="20320"/>
                    <a:pt x="52070" y="40640"/>
                    <a:pt x="50800" y="48260"/>
                  </a:cubicBezTo>
                  <a:cubicBezTo>
                    <a:pt x="49530" y="57150"/>
                    <a:pt x="29210" y="69850"/>
                    <a:pt x="20320" y="68580"/>
                  </a:cubicBezTo>
                  <a:cubicBezTo>
                    <a:pt x="12700" y="67310"/>
                    <a:pt x="0" y="53340"/>
                    <a:pt x="0" y="44450"/>
                  </a:cubicBezTo>
                  <a:cubicBezTo>
                    <a:pt x="1270" y="36830"/>
                    <a:pt x="10160" y="24130"/>
                    <a:pt x="26670" y="19050"/>
                  </a:cubicBezTo>
                  <a:cubicBezTo>
                    <a:pt x="78740" y="0"/>
                    <a:pt x="308610" y="44450"/>
                    <a:pt x="425450" y="64770"/>
                  </a:cubicBezTo>
                  <a:cubicBezTo>
                    <a:pt x="516890" y="81280"/>
                    <a:pt x="640080" y="99060"/>
                    <a:pt x="669290" y="125730"/>
                  </a:cubicBezTo>
                  <a:cubicBezTo>
                    <a:pt x="679450" y="134620"/>
                    <a:pt x="683260" y="149860"/>
                    <a:pt x="680720" y="157480"/>
                  </a:cubicBezTo>
                  <a:cubicBezTo>
                    <a:pt x="676910" y="165100"/>
                    <a:pt x="650240" y="171450"/>
                    <a:pt x="650240" y="17145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362700" y="1985010"/>
            <a:ext cx="357188" cy="167640"/>
            <a:chOff x="0" y="0"/>
            <a:chExt cx="476250" cy="223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49530" y="46990"/>
              <a:ext cx="375920" cy="130810"/>
            </a:xfrm>
            <a:custGeom>
              <a:avLst/>
              <a:gdLst/>
              <a:ahLst/>
              <a:cxnLst/>
              <a:rect r="r" b="b" t="t" l="l"/>
              <a:pathLst>
                <a:path h="130810" w="375920">
                  <a:moveTo>
                    <a:pt x="360680" y="52070"/>
                  </a:moveTo>
                  <a:cubicBezTo>
                    <a:pt x="233680" y="95250"/>
                    <a:pt x="146050" y="109220"/>
                    <a:pt x="116840" y="99060"/>
                  </a:cubicBezTo>
                  <a:cubicBezTo>
                    <a:pt x="102870" y="95250"/>
                    <a:pt x="92710" y="85090"/>
                    <a:pt x="91440" y="77470"/>
                  </a:cubicBezTo>
                  <a:cubicBezTo>
                    <a:pt x="90170" y="68580"/>
                    <a:pt x="99060" y="54610"/>
                    <a:pt x="110490" y="49530"/>
                  </a:cubicBezTo>
                  <a:cubicBezTo>
                    <a:pt x="129540" y="40640"/>
                    <a:pt x="189230" y="48260"/>
                    <a:pt x="207010" y="60960"/>
                  </a:cubicBezTo>
                  <a:cubicBezTo>
                    <a:pt x="215900" y="68580"/>
                    <a:pt x="222250" y="83820"/>
                    <a:pt x="220980" y="92710"/>
                  </a:cubicBezTo>
                  <a:cubicBezTo>
                    <a:pt x="218440" y="101600"/>
                    <a:pt x="204470" y="109220"/>
                    <a:pt x="191770" y="114300"/>
                  </a:cubicBezTo>
                  <a:cubicBezTo>
                    <a:pt x="171450" y="121920"/>
                    <a:pt x="135890" y="123190"/>
                    <a:pt x="107950" y="124460"/>
                  </a:cubicBezTo>
                  <a:cubicBezTo>
                    <a:pt x="77470" y="125730"/>
                    <a:pt x="30480" y="130810"/>
                    <a:pt x="13970" y="121920"/>
                  </a:cubicBezTo>
                  <a:cubicBezTo>
                    <a:pt x="6350" y="118110"/>
                    <a:pt x="1270" y="110490"/>
                    <a:pt x="1270" y="102870"/>
                  </a:cubicBezTo>
                  <a:cubicBezTo>
                    <a:pt x="0" y="95250"/>
                    <a:pt x="5080" y="83820"/>
                    <a:pt x="13970" y="77470"/>
                  </a:cubicBezTo>
                  <a:cubicBezTo>
                    <a:pt x="35560" y="62230"/>
                    <a:pt x="135890" y="43180"/>
                    <a:pt x="156210" y="52070"/>
                  </a:cubicBezTo>
                  <a:cubicBezTo>
                    <a:pt x="165100" y="55880"/>
                    <a:pt x="168910" y="66040"/>
                    <a:pt x="168910" y="72390"/>
                  </a:cubicBezTo>
                  <a:cubicBezTo>
                    <a:pt x="168910" y="80010"/>
                    <a:pt x="163830" y="90170"/>
                    <a:pt x="158750" y="93980"/>
                  </a:cubicBezTo>
                  <a:cubicBezTo>
                    <a:pt x="153670" y="99060"/>
                    <a:pt x="142240" y="100330"/>
                    <a:pt x="135890" y="97790"/>
                  </a:cubicBezTo>
                  <a:cubicBezTo>
                    <a:pt x="128270" y="95250"/>
                    <a:pt x="120650" y="87630"/>
                    <a:pt x="119380" y="81280"/>
                  </a:cubicBezTo>
                  <a:cubicBezTo>
                    <a:pt x="116840" y="73660"/>
                    <a:pt x="119380" y="63500"/>
                    <a:pt x="124460" y="57150"/>
                  </a:cubicBezTo>
                  <a:cubicBezTo>
                    <a:pt x="129540" y="52070"/>
                    <a:pt x="139700" y="48260"/>
                    <a:pt x="146050" y="49530"/>
                  </a:cubicBezTo>
                  <a:cubicBezTo>
                    <a:pt x="153670" y="49530"/>
                    <a:pt x="163830" y="55880"/>
                    <a:pt x="166370" y="62230"/>
                  </a:cubicBezTo>
                  <a:cubicBezTo>
                    <a:pt x="168910" y="69850"/>
                    <a:pt x="167640" y="83820"/>
                    <a:pt x="161290" y="92710"/>
                  </a:cubicBezTo>
                  <a:cubicBezTo>
                    <a:pt x="149860" y="106680"/>
                    <a:pt x="111760" y="120650"/>
                    <a:pt x="86360" y="125730"/>
                  </a:cubicBezTo>
                  <a:cubicBezTo>
                    <a:pt x="60960" y="129540"/>
                    <a:pt x="21590" y="129540"/>
                    <a:pt x="8890" y="119380"/>
                  </a:cubicBezTo>
                  <a:cubicBezTo>
                    <a:pt x="1270" y="113030"/>
                    <a:pt x="0" y="97790"/>
                    <a:pt x="2540" y="91440"/>
                  </a:cubicBezTo>
                  <a:cubicBezTo>
                    <a:pt x="3810" y="83820"/>
                    <a:pt x="10160" y="78740"/>
                    <a:pt x="20320" y="74930"/>
                  </a:cubicBezTo>
                  <a:cubicBezTo>
                    <a:pt x="44450" y="64770"/>
                    <a:pt x="132080" y="74930"/>
                    <a:pt x="171450" y="68580"/>
                  </a:cubicBezTo>
                  <a:cubicBezTo>
                    <a:pt x="196850" y="64770"/>
                    <a:pt x="220980" y="44450"/>
                    <a:pt x="234950" y="49530"/>
                  </a:cubicBezTo>
                  <a:cubicBezTo>
                    <a:pt x="245110" y="53340"/>
                    <a:pt x="256540" y="68580"/>
                    <a:pt x="256540" y="77470"/>
                  </a:cubicBezTo>
                  <a:cubicBezTo>
                    <a:pt x="255270" y="87630"/>
                    <a:pt x="240030" y="101600"/>
                    <a:pt x="224790" y="107950"/>
                  </a:cubicBezTo>
                  <a:cubicBezTo>
                    <a:pt x="199390" y="116840"/>
                    <a:pt x="130810" y="110490"/>
                    <a:pt x="110490" y="99060"/>
                  </a:cubicBezTo>
                  <a:cubicBezTo>
                    <a:pt x="99060" y="92710"/>
                    <a:pt x="90170" y="80010"/>
                    <a:pt x="91440" y="71120"/>
                  </a:cubicBezTo>
                  <a:cubicBezTo>
                    <a:pt x="91440" y="63500"/>
                    <a:pt x="99060" y="54610"/>
                    <a:pt x="110490" y="49530"/>
                  </a:cubicBezTo>
                  <a:cubicBezTo>
                    <a:pt x="135890" y="36830"/>
                    <a:pt x="220980" y="45720"/>
                    <a:pt x="264160" y="36830"/>
                  </a:cubicBezTo>
                  <a:cubicBezTo>
                    <a:pt x="298450" y="29210"/>
                    <a:pt x="331470" y="0"/>
                    <a:pt x="350520" y="3810"/>
                  </a:cubicBezTo>
                  <a:cubicBezTo>
                    <a:pt x="361950" y="6350"/>
                    <a:pt x="373380" y="17780"/>
                    <a:pt x="374650" y="26670"/>
                  </a:cubicBezTo>
                  <a:cubicBezTo>
                    <a:pt x="375920" y="34290"/>
                    <a:pt x="360680" y="52070"/>
                    <a:pt x="360680" y="5207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909435" y="1801177"/>
            <a:ext cx="982980" cy="167640"/>
            <a:chOff x="0" y="0"/>
            <a:chExt cx="1310640" cy="223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49530" y="34290"/>
              <a:ext cx="1211580" cy="142240"/>
            </a:xfrm>
            <a:custGeom>
              <a:avLst/>
              <a:gdLst/>
              <a:ahLst/>
              <a:cxnLst/>
              <a:rect r="r" b="b" t="t" l="l"/>
              <a:pathLst>
                <a:path h="142240" w="1211580">
                  <a:moveTo>
                    <a:pt x="11430" y="92710"/>
                  </a:moveTo>
                  <a:cubicBezTo>
                    <a:pt x="302260" y="0"/>
                    <a:pt x="673100" y="11430"/>
                    <a:pt x="857250" y="16510"/>
                  </a:cubicBezTo>
                  <a:cubicBezTo>
                    <a:pt x="977900" y="20320"/>
                    <a:pt x="1097280" y="21590"/>
                    <a:pt x="1155700" y="40640"/>
                  </a:cubicBezTo>
                  <a:cubicBezTo>
                    <a:pt x="1181100" y="48260"/>
                    <a:pt x="1203960" y="59690"/>
                    <a:pt x="1209040" y="72390"/>
                  </a:cubicBezTo>
                  <a:cubicBezTo>
                    <a:pt x="1211580" y="81280"/>
                    <a:pt x="1205230" y="96520"/>
                    <a:pt x="1198880" y="101600"/>
                  </a:cubicBezTo>
                  <a:cubicBezTo>
                    <a:pt x="1193800" y="106680"/>
                    <a:pt x="1182370" y="106680"/>
                    <a:pt x="1176020" y="104140"/>
                  </a:cubicBezTo>
                  <a:cubicBezTo>
                    <a:pt x="1169670" y="101600"/>
                    <a:pt x="1162050" y="93980"/>
                    <a:pt x="1159510" y="86360"/>
                  </a:cubicBezTo>
                  <a:cubicBezTo>
                    <a:pt x="1158240" y="80010"/>
                    <a:pt x="1160780" y="68580"/>
                    <a:pt x="1165860" y="63500"/>
                  </a:cubicBezTo>
                  <a:cubicBezTo>
                    <a:pt x="1170940" y="58420"/>
                    <a:pt x="1181100" y="54610"/>
                    <a:pt x="1188720" y="55880"/>
                  </a:cubicBezTo>
                  <a:cubicBezTo>
                    <a:pt x="1196340" y="57150"/>
                    <a:pt x="1209040" y="69850"/>
                    <a:pt x="1210310" y="77470"/>
                  </a:cubicBezTo>
                  <a:cubicBezTo>
                    <a:pt x="1210310" y="86360"/>
                    <a:pt x="1195070" y="105410"/>
                    <a:pt x="1186180" y="106680"/>
                  </a:cubicBezTo>
                  <a:cubicBezTo>
                    <a:pt x="1178560" y="107950"/>
                    <a:pt x="1173480" y="93980"/>
                    <a:pt x="1160780" y="88900"/>
                  </a:cubicBezTo>
                  <a:cubicBezTo>
                    <a:pt x="1137920" y="80010"/>
                    <a:pt x="1103630" y="77470"/>
                    <a:pt x="1050290" y="73660"/>
                  </a:cubicBezTo>
                  <a:cubicBezTo>
                    <a:pt x="920750" y="64770"/>
                    <a:pt x="535940" y="64770"/>
                    <a:pt x="374650" y="68580"/>
                  </a:cubicBezTo>
                  <a:cubicBezTo>
                    <a:pt x="283210" y="71120"/>
                    <a:pt x="224790" y="67310"/>
                    <a:pt x="162560" y="81280"/>
                  </a:cubicBezTo>
                  <a:cubicBezTo>
                    <a:pt x="109220" y="92710"/>
                    <a:pt x="49530" y="142240"/>
                    <a:pt x="22860" y="138430"/>
                  </a:cubicBezTo>
                  <a:cubicBezTo>
                    <a:pt x="12700" y="137160"/>
                    <a:pt x="3810" y="127000"/>
                    <a:pt x="1270" y="119380"/>
                  </a:cubicBezTo>
                  <a:cubicBezTo>
                    <a:pt x="0" y="111760"/>
                    <a:pt x="11430" y="92710"/>
                    <a:pt x="11430" y="9271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6877050" y="1821180"/>
            <a:ext cx="1033462" cy="167640"/>
            <a:chOff x="0" y="0"/>
            <a:chExt cx="1377950" cy="223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46990" y="30480"/>
              <a:ext cx="1283970" cy="143510"/>
            </a:xfrm>
            <a:custGeom>
              <a:avLst/>
              <a:gdLst/>
              <a:ahLst/>
              <a:cxnLst/>
              <a:rect r="r" b="b" t="t" l="l"/>
              <a:pathLst>
                <a:path h="143510" w="1283970">
                  <a:moveTo>
                    <a:pt x="13970" y="93980"/>
                  </a:moveTo>
                  <a:cubicBezTo>
                    <a:pt x="321310" y="0"/>
                    <a:pt x="594360" y="11430"/>
                    <a:pt x="777240" y="20320"/>
                  </a:cubicBezTo>
                  <a:cubicBezTo>
                    <a:pt x="935990" y="26670"/>
                    <a:pt x="1146810" y="44450"/>
                    <a:pt x="1223010" y="66040"/>
                  </a:cubicBezTo>
                  <a:cubicBezTo>
                    <a:pt x="1252220" y="73660"/>
                    <a:pt x="1272540" y="81280"/>
                    <a:pt x="1278890" y="92710"/>
                  </a:cubicBezTo>
                  <a:cubicBezTo>
                    <a:pt x="1283970" y="99060"/>
                    <a:pt x="1282700" y="110490"/>
                    <a:pt x="1277620" y="115570"/>
                  </a:cubicBezTo>
                  <a:cubicBezTo>
                    <a:pt x="1273810" y="123190"/>
                    <a:pt x="1257300" y="129540"/>
                    <a:pt x="1249680" y="127000"/>
                  </a:cubicBezTo>
                  <a:cubicBezTo>
                    <a:pt x="1242060" y="125730"/>
                    <a:pt x="1234440" y="118110"/>
                    <a:pt x="1231900" y="111760"/>
                  </a:cubicBezTo>
                  <a:cubicBezTo>
                    <a:pt x="1229360" y="104140"/>
                    <a:pt x="1231900" y="93980"/>
                    <a:pt x="1235710" y="87630"/>
                  </a:cubicBezTo>
                  <a:cubicBezTo>
                    <a:pt x="1239520" y="82550"/>
                    <a:pt x="1250950" y="77470"/>
                    <a:pt x="1257300" y="77470"/>
                  </a:cubicBezTo>
                  <a:cubicBezTo>
                    <a:pt x="1264920" y="77470"/>
                    <a:pt x="1275080" y="83820"/>
                    <a:pt x="1277620" y="90170"/>
                  </a:cubicBezTo>
                  <a:cubicBezTo>
                    <a:pt x="1281430" y="97790"/>
                    <a:pt x="1278890" y="118110"/>
                    <a:pt x="1268730" y="125730"/>
                  </a:cubicBezTo>
                  <a:cubicBezTo>
                    <a:pt x="1240790" y="142240"/>
                    <a:pt x="1125220" y="99060"/>
                    <a:pt x="1047750" y="90170"/>
                  </a:cubicBezTo>
                  <a:cubicBezTo>
                    <a:pt x="962660" y="80010"/>
                    <a:pt x="868680" y="73660"/>
                    <a:pt x="775970" y="71120"/>
                  </a:cubicBezTo>
                  <a:cubicBezTo>
                    <a:pt x="679450" y="67310"/>
                    <a:pt x="579120" y="69850"/>
                    <a:pt x="477520" y="71120"/>
                  </a:cubicBezTo>
                  <a:cubicBezTo>
                    <a:pt x="373380" y="72390"/>
                    <a:pt x="240030" y="59690"/>
                    <a:pt x="158750" y="78740"/>
                  </a:cubicBezTo>
                  <a:cubicBezTo>
                    <a:pt x="102870" y="92710"/>
                    <a:pt x="53340" y="143510"/>
                    <a:pt x="27940" y="140970"/>
                  </a:cubicBezTo>
                  <a:cubicBezTo>
                    <a:pt x="16510" y="140970"/>
                    <a:pt x="6350" y="133350"/>
                    <a:pt x="3810" y="125730"/>
                  </a:cubicBezTo>
                  <a:cubicBezTo>
                    <a:pt x="0" y="118110"/>
                    <a:pt x="13970" y="93980"/>
                    <a:pt x="13970" y="9398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6957060" y="1804035"/>
            <a:ext cx="167640" cy="135255"/>
            <a:chOff x="0" y="0"/>
            <a:chExt cx="223520" cy="1803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50800" y="49530"/>
              <a:ext cx="123190" cy="85090"/>
            </a:xfrm>
            <a:custGeom>
              <a:avLst/>
              <a:gdLst/>
              <a:ahLst/>
              <a:cxnLst/>
              <a:rect r="r" b="b" t="t" l="l"/>
              <a:pathLst>
                <a:path h="85090" w="123190">
                  <a:moveTo>
                    <a:pt x="13970" y="33020"/>
                  </a:moveTo>
                  <a:cubicBezTo>
                    <a:pt x="83820" y="0"/>
                    <a:pt x="92710" y="1270"/>
                    <a:pt x="100330" y="5080"/>
                  </a:cubicBezTo>
                  <a:cubicBezTo>
                    <a:pt x="107950" y="8890"/>
                    <a:pt x="119380" y="16510"/>
                    <a:pt x="121920" y="24130"/>
                  </a:cubicBezTo>
                  <a:cubicBezTo>
                    <a:pt x="123190" y="31750"/>
                    <a:pt x="115570" y="49530"/>
                    <a:pt x="107950" y="52070"/>
                  </a:cubicBezTo>
                  <a:cubicBezTo>
                    <a:pt x="100330" y="55880"/>
                    <a:pt x="78740" y="46990"/>
                    <a:pt x="73660" y="40640"/>
                  </a:cubicBezTo>
                  <a:cubicBezTo>
                    <a:pt x="69850" y="34290"/>
                    <a:pt x="71120" y="22860"/>
                    <a:pt x="74930" y="16510"/>
                  </a:cubicBezTo>
                  <a:cubicBezTo>
                    <a:pt x="78740" y="10160"/>
                    <a:pt x="87630" y="5080"/>
                    <a:pt x="95250" y="3810"/>
                  </a:cubicBezTo>
                  <a:cubicBezTo>
                    <a:pt x="101600" y="3810"/>
                    <a:pt x="113030" y="8890"/>
                    <a:pt x="116840" y="13970"/>
                  </a:cubicBezTo>
                  <a:cubicBezTo>
                    <a:pt x="120650" y="20320"/>
                    <a:pt x="123190" y="30480"/>
                    <a:pt x="120650" y="38100"/>
                  </a:cubicBezTo>
                  <a:cubicBezTo>
                    <a:pt x="118110" y="44450"/>
                    <a:pt x="110490" y="52070"/>
                    <a:pt x="102870" y="54610"/>
                  </a:cubicBezTo>
                  <a:cubicBezTo>
                    <a:pt x="96520" y="55880"/>
                    <a:pt x="85090" y="53340"/>
                    <a:pt x="80010" y="49530"/>
                  </a:cubicBezTo>
                  <a:cubicBezTo>
                    <a:pt x="74930" y="44450"/>
                    <a:pt x="69850" y="34290"/>
                    <a:pt x="71120" y="26670"/>
                  </a:cubicBezTo>
                  <a:cubicBezTo>
                    <a:pt x="72390" y="19050"/>
                    <a:pt x="81280" y="7620"/>
                    <a:pt x="87630" y="5080"/>
                  </a:cubicBezTo>
                  <a:cubicBezTo>
                    <a:pt x="95250" y="3810"/>
                    <a:pt x="111760" y="7620"/>
                    <a:pt x="115570" y="13970"/>
                  </a:cubicBezTo>
                  <a:cubicBezTo>
                    <a:pt x="120650" y="20320"/>
                    <a:pt x="121920" y="38100"/>
                    <a:pt x="115570" y="46990"/>
                  </a:cubicBezTo>
                  <a:cubicBezTo>
                    <a:pt x="102870" y="63500"/>
                    <a:pt x="38100" y="85090"/>
                    <a:pt x="19050" y="80010"/>
                  </a:cubicBezTo>
                  <a:cubicBezTo>
                    <a:pt x="8890" y="77470"/>
                    <a:pt x="1270" y="66040"/>
                    <a:pt x="0" y="58420"/>
                  </a:cubicBezTo>
                  <a:cubicBezTo>
                    <a:pt x="0" y="49530"/>
                    <a:pt x="13970" y="33020"/>
                    <a:pt x="13970" y="3302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6972300" y="1825942"/>
            <a:ext cx="380047" cy="160972"/>
            <a:chOff x="0" y="0"/>
            <a:chExt cx="506730" cy="21463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48260" y="49530"/>
              <a:ext cx="407670" cy="123190"/>
            </a:xfrm>
            <a:custGeom>
              <a:avLst/>
              <a:gdLst/>
              <a:ahLst/>
              <a:cxnLst/>
              <a:rect r="r" b="b" t="t" l="l"/>
              <a:pathLst>
                <a:path h="123190" w="407670">
                  <a:moveTo>
                    <a:pt x="26670" y="64770"/>
                  </a:moveTo>
                  <a:cubicBezTo>
                    <a:pt x="397510" y="5080"/>
                    <a:pt x="406400" y="13970"/>
                    <a:pt x="406400" y="22860"/>
                  </a:cubicBezTo>
                  <a:cubicBezTo>
                    <a:pt x="406400" y="31750"/>
                    <a:pt x="392430" y="50800"/>
                    <a:pt x="383540" y="52070"/>
                  </a:cubicBezTo>
                  <a:cubicBezTo>
                    <a:pt x="374650" y="52070"/>
                    <a:pt x="355600" y="35560"/>
                    <a:pt x="355600" y="26670"/>
                  </a:cubicBezTo>
                  <a:cubicBezTo>
                    <a:pt x="355600" y="19050"/>
                    <a:pt x="373380" y="1270"/>
                    <a:pt x="382270" y="1270"/>
                  </a:cubicBezTo>
                  <a:cubicBezTo>
                    <a:pt x="389890" y="0"/>
                    <a:pt x="403860" y="11430"/>
                    <a:pt x="406400" y="20320"/>
                  </a:cubicBezTo>
                  <a:cubicBezTo>
                    <a:pt x="407670" y="27940"/>
                    <a:pt x="403860" y="39370"/>
                    <a:pt x="393700" y="48260"/>
                  </a:cubicBezTo>
                  <a:cubicBezTo>
                    <a:pt x="363220" y="73660"/>
                    <a:pt x="195580" y="95250"/>
                    <a:pt x="125730" y="105410"/>
                  </a:cubicBezTo>
                  <a:cubicBezTo>
                    <a:pt x="81280" y="111760"/>
                    <a:pt x="33020" y="123190"/>
                    <a:pt x="15240" y="113030"/>
                  </a:cubicBezTo>
                  <a:cubicBezTo>
                    <a:pt x="6350" y="107950"/>
                    <a:pt x="0" y="95250"/>
                    <a:pt x="2540" y="87630"/>
                  </a:cubicBezTo>
                  <a:cubicBezTo>
                    <a:pt x="3810" y="78740"/>
                    <a:pt x="26670" y="64770"/>
                    <a:pt x="26670" y="6477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6986588" y="1835467"/>
            <a:ext cx="326708" cy="114300"/>
            <a:chOff x="0" y="0"/>
            <a:chExt cx="435610" cy="152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49530" y="50800"/>
              <a:ext cx="335280" cy="69850"/>
            </a:xfrm>
            <a:custGeom>
              <a:avLst/>
              <a:gdLst/>
              <a:ahLst/>
              <a:cxnLst/>
              <a:rect r="r" b="b" t="t" l="l"/>
              <a:pathLst>
                <a:path h="69850" w="335280">
                  <a:moveTo>
                    <a:pt x="26670" y="0"/>
                  </a:moveTo>
                  <a:cubicBezTo>
                    <a:pt x="330200" y="8890"/>
                    <a:pt x="335280" y="26670"/>
                    <a:pt x="332740" y="34290"/>
                  </a:cubicBezTo>
                  <a:cubicBezTo>
                    <a:pt x="330200" y="41910"/>
                    <a:pt x="314960" y="50800"/>
                    <a:pt x="306070" y="50800"/>
                  </a:cubicBezTo>
                  <a:cubicBezTo>
                    <a:pt x="299720" y="50800"/>
                    <a:pt x="289560" y="43180"/>
                    <a:pt x="287020" y="36830"/>
                  </a:cubicBezTo>
                  <a:cubicBezTo>
                    <a:pt x="283210" y="29210"/>
                    <a:pt x="285750" y="12700"/>
                    <a:pt x="292100" y="6350"/>
                  </a:cubicBezTo>
                  <a:cubicBezTo>
                    <a:pt x="298450" y="1270"/>
                    <a:pt x="314960" y="0"/>
                    <a:pt x="322580" y="3810"/>
                  </a:cubicBezTo>
                  <a:cubicBezTo>
                    <a:pt x="328930" y="6350"/>
                    <a:pt x="335280" y="16510"/>
                    <a:pt x="335280" y="24130"/>
                  </a:cubicBezTo>
                  <a:cubicBezTo>
                    <a:pt x="334010" y="33020"/>
                    <a:pt x="325120" y="44450"/>
                    <a:pt x="309880" y="50800"/>
                  </a:cubicBezTo>
                  <a:cubicBezTo>
                    <a:pt x="266700" y="68580"/>
                    <a:pt x="68580" y="69850"/>
                    <a:pt x="26670" y="50800"/>
                  </a:cubicBezTo>
                  <a:cubicBezTo>
                    <a:pt x="11430" y="43180"/>
                    <a:pt x="0" y="30480"/>
                    <a:pt x="1270" y="21590"/>
                  </a:cubicBezTo>
                  <a:cubicBezTo>
                    <a:pt x="1270" y="13970"/>
                    <a:pt x="26670" y="0"/>
                    <a:pt x="26670" y="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7531418" y="1784033"/>
            <a:ext cx="393382" cy="221933"/>
            <a:chOff x="0" y="0"/>
            <a:chExt cx="524510" cy="29591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48260" y="44450"/>
              <a:ext cx="425450" cy="212090"/>
            </a:xfrm>
            <a:custGeom>
              <a:avLst/>
              <a:gdLst/>
              <a:ahLst/>
              <a:cxnLst/>
              <a:rect r="r" b="b" t="t" l="l"/>
              <a:pathLst>
                <a:path h="212090" w="425450">
                  <a:moveTo>
                    <a:pt x="111760" y="81280"/>
                  </a:moveTo>
                  <a:cubicBezTo>
                    <a:pt x="417830" y="156210"/>
                    <a:pt x="424180" y="163830"/>
                    <a:pt x="424180" y="172720"/>
                  </a:cubicBezTo>
                  <a:cubicBezTo>
                    <a:pt x="424180" y="181610"/>
                    <a:pt x="412750" y="196850"/>
                    <a:pt x="398780" y="199390"/>
                  </a:cubicBezTo>
                  <a:cubicBezTo>
                    <a:pt x="354330" y="208280"/>
                    <a:pt x="154940" y="77470"/>
                    <a:pt x="109220" y="60960"/>
                  </a:cubicBezTo>
                  <a:cubicBezTo>
                    <a:pt x="95250" y="55880"/>
                    <a:pt x="92710" y="53340"/>
                    <a:pt x="81280" y="53340"/>
                  </a:cubicBezTo>
                  <a:cubicBezTo>
                    <a:pt x="66040" y="53340"/>
                    <a:pt x="34290" y="73660"/>
                    <a:pt x="21590" y="68580"/>
                  </a:cubicBezTo>
                  <a:cubicBezTo>
                    <a:pt x="11430" y="64770"/>
                    <a:pt x="0" y="44450"/>
                    <a:pt x="2540" y="36830"/>
                  </a:cubicBezTo>
                  <a:cubicBezTo>
                    <a:pt x="5080" y="29210"/>
                    <a:pt x="27940" y="16510"/>
                    <a:pt x="35560" y="20320"/>
                  </a:cubicBezTo>
                  <a:cubicBezTo>
                    <a:pt x="43180" y="22860"/>
                    <a:pt x="53340" y="45720"/>
                    <a:pt x="50800" y="53340"/>
                  </a:cubicBezTo>
                  <a:cubicBezTo>
                    <a:pt x="46990" y="60960"/>
                    <a:pt x="24130" y="68580"/>
                    <a:pt x="16510" y="67310"/>
                  </a:cubicBezTo>
                  <a:cubicBezTo>
                    <a:pt x="10160" y="64770"/>
                    <a:pt x="2540" y="54610"/>
                    <a:pt x="2540" y="48260"/>
                  </a:cubicBezTo>
                  <a:cubicBezTo>
                    <a:pt x="1270" y="40640"/>
                    <a:pt x="2540" y="31750"/>
                    <a:pt x="10160" y="25400"/>
                  </a:cubicBezTo>
                  <a:cubicBezTo>
                    <a:pt x="24130" y="12700"/>
                    <a:pt x="71120" y="0"/>
                    <a:pt x="113030" y="6350"/>
                  </a:cubicBezTo>
                  <a:cubicBezTo>
                    <a:pt x="187960" y="16510"/>
                    <a:pt x="378460" y="121920"/>
                    <a:pt x="411480" y="152400"/>
                  </a:cubicBezTo>
                  <a:cubicBezTo>
                    <a:pt x="420370" y="160020"/>
                    <a:pt x="425450" y="165100"/>
                    <a:pt x="424180" y="172720"/>
                  </a:cubicBezTo>
                  <a:cubicBezTo>
                    <a:pt x="422910" y="180340"/>
                    <a:pt x="412750" y="195580"/>
                    <a:pt x="398780" y="199390"/>
                  </a:cubicBezTo>
                  <a:cubicBezTo>
                    <a:pt x="358140" y="212090"/>
                    <a:pt x="204470" y="162560"/>
                    <a:pt x="148590" y="146050"/>
                  </a:cubicBezTo>
                  <a:cubicBezTo>
                    <a:pt x="119380" y="137160"/>
                    <a:pt x="91440" y="132080"/>
                    <a:pt x="83820" y="119380"/>
                  </a:cubicBezTo>
                  <a:cubicBezTo>
                    <a:pt x="78740" y="111760"/>
                    <a:pt x="80010" y="96520"/>
                    <a:pt x="85090" y="91440"/>
                  </a:cubicBezTo>
                  <a:cubicBezTo>
                    <a:pt x="90170" y="85090"/>
                    <a:pt x="111760" y="81280"/>
                    <a:pt x="111760" y="8128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7547610" y="1837373"/>
            <a:ext cx="1144905" cy="435293"/>
            <a:chOff x="0" y="0"/>
            <a:chExt cx="1526540" cy="58039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48260" y="50800"/>
              <a:ext cx="1427480" cy="485140"/>
            </a:xfrm>
            <a:custGeom>
              <a:avLst/>
              <a:gdLst/>
              <a:ahLst/>
              <a:cxnLst/>
              <a:rect r="r" b="b" t="t" l="l"/>
              <a:pathLst>
                <a:path h="485140" w="1427480">
                  <a:moveTo>
                    <a:pt x="35560" y="0"/>
                  </a:moveTo>
                  <a:cubicBezTo>
                    <a:pt x="506730" y="101600"/>
                    <a:pt x="513080" y="111760"/>
                    <a:pt x="511810" y="119380"/>
                  </a:cubicBezTo>
                  <a:cubicBezTo>
                    <a:pt x="510540" y="128270"/>
                    <a:pt x="494030" y="142240"/>
                    <a:pt x="481330" y="142240"/>
                  </a:cubicBezTo>
                  <a:cubicBezTo>
                    <a:pt x="462280" y="142240"/>
                    <a:pt x="435610" y="106680"/>
                    <a:pt x="411480" y="93980"/>
                  </a:cubicBezTo>
                  <a:cubicBezTo>
                    <a:pt x="388620" y="83820"/>
                    <a:pt x="355600" y="82550"/>
                    <a:pt x="341630" y="72390"/>
                  </a:cubicBezTo>
                  <a:cubicBezTo>
                    <a:pt x="334010" y="67310"/>
                    <a:pt x="328930" y="59690"/>
                    <a:pt x="328930" y="53340"/>
                  </a:cubicBezTo>
                  <a:cubicBezTo>
                    <a:pt x="330200" y="44450"/>
                    <a:pt x="341630" y="29210"/>
                    <a:pt x="355600" y="25400"/>
                  </a:cubicBezTo>
                  <a:cubicBezTo>
                    <a:pt x="379730" y="16510"/>
                    <a:pt x="435610" y="33020"/>
                    <a:pt x="477520" y="45720"/>
                  </a:cubicBezTo>
                  <a:cubicBezTo>
                    <a:pt x="525780" y="60960"/>
                    <a:pt x="574040" y="82550"/>
                    <a:pt x="627380" y="110490"/>
                  </a:cubicBezTo>
                  <a:cubicBezTo>
                    <a:pt x="695960" y="146050"/>
                    <a:pt x="769620" y="204470"/>
                    <a:pt x="849630" y="246380"/>
                  </a:cubicBezTo>
                  <a:cubicBezTo>
                    <a:pt x="937260" y="292100"/>
                    <a:pt x="1038860" y="339090"/>
                    <a:pt x="1134110" y="369570"/>
                  </a:cubicBezTo>
                  <a:cubicBezTo>
                    <a:pt x="1225550" y="400050"/>
                    <a:pt x="1377950" y="403860"/>
                    <a:pt x="1410970" y="429260"/>
                  </a:cubicBezTo>
                  <a:cubicBezTo>
                    <a:pt x="1422400" y="438150"/>
                    <a:pt x="1426210" y="448310"/>
                    <a:pt x="1426210" y="457200"/>
                  </a:cubicBezTo>
                  <a:cubicBezTo>
                    <a:pt x="1424940" y="463550"/>
                    <a:pt x="1418590" y="472440"/>
                    <a:pt x="1412240" y="476250"/>
                  </a:cubicBezTo>
                  <a:cubicBezTo>
                    <a:pt x="1405890" y="478790"/>
                    <a:pt x="1393190" y="478790"/>
                    <a:pt x="1388110" y="474980"/>
                  </a:cubicBezTo>
                  <a:cubicBezTo>
                    <a:pt x="1381760" y="469900"/>
                    <a:pt x="1374140" y="454660"/>
                    <a:pt x="1376680" y="445770"/>
                  </a:cubicBezTo>
                  <a:cubicBezTo>
                    <a:pt x="1377950" y="438150"/>
                    <a:pt x="1393190" y="427990"/>
                    <a:pt x="1400810" y="427990"/>
                  </a:cubicBezTo>
                  <a:cubicBezTo>
                    <a:pt x="1407160" y="426720"/>
                    <a:pt x="1417320" y="433070"/>
                    <a:pt x="1421130" y="438150"/>
                  </a:cubicBezTo>
                  <a:cubicBezTo>
                    <a:pt x="1426210" y="444500"/>
                    <a:pt x="1427480" y="455930"/>
                    <a:pt x="1424940" y="462280"/>
                  </a:cubicBezTo>
                  <a:cubicBezTo>
                    <a:pt x="1421130" y="469900"/>
                    <a:pt x="1412240" y="476250"/>
                    <a:pt x="1398270" y="478790"/>
                  </a:cubicBezTo>
                  <a:cubicBezTo>
                    <a:pt x="1355090" y="485140"/>
                    <a:pt x="1203960" y="447040"/>
                    <a:pt x="1113790" y="417830"/>
                  </a:cubicBezTo>
                  <a:cubicBezTo>
                    <a:pt x="1027430" y="389890"/>
                    <a:pt x="947420" y="350520"/>
                    <a:pt x="866140" y="308610"/>
                  </a:cubicBezTo>
                  <a:cubicBezTo>
                    <a:pt x="781050" y="265430"/>
                    <a:pt x="689610" y="198120"/>
                    <a:pt x="614680" y="160020"/>
                  </a:cubicBezTo>
                  <a:cubicBezTo>
                    <a:pt x="557530" y="130810"/>
                    <a:pt x="508000" y="107950"/>
                    <a:pt x="459740" y="93980"/>
                  </a:cubicBezTo>
                  <a:cubicBezTo>
                    <a:pt x="417830" y="81280"/>
                    <a:pt x="359410" y="88900"/>
                    <a:pt x="341630" y="72390"/>
                  </a:cubicBezTo>
                  <a:cubicBezTo>
                    <a:pt x="332740" y="63500"/>
                    <a:pt x="328930" y="43180"/>
                    <a:pt x="334010" y="35560"/>
                  </a:cubicBezTo>
                  <a:cubicBezTo>
                    <a:pt x="339090" y="26670"/>
                    <a:pt x="363220" y="25400"/>
                    <a:pt x="379730" y="27940"/>
                  </a:cubicBezTo>
                  <a:cubicBezTo>
                    <a:pt x="400050" y="29210"/>
                    <a:pt x="421640" y="40640"/>
                    <a:pt x="441960" y="52070"/>
                  </a:cubicBezTo>
                  <a:cubicBezTo>
                    <a:pt x="464820" y="64770"/>
                    <a:pt x="499110" y="86360"/>
                    <a:pt x="508000" y="102870"/>
                  </a:cubicBezTo>
                  <a:cubicBezTo>
                    <a:pt x="511810" y="111760"/>
                    <a:pt x="513080" y="124460"/>
                    <a:pt x="508000" y="130810"/>
                  </a:cubicBezTo>
                  <a:cubicBezTo>
                    <a:pt x="502920" y="138430"/>
                    <a:pt x="494030" y="142240"/>
                    <a:pt x="476250" y="143510"/>
                  </a:cubicBezTo>
                  <a:cubicBezTo>
                    <a:pt x="415290" y="148590"/>
                    <a:pt x="107950" y="86360"/>
                    <a:pt x="41910" y="55880"/>
                  </a:cubicBezTo>
                  <a:cubicBezTo>
                    <a:pt x="19050" y="45720"/>
                    <a:pt x="5080" y="35560"/>
                    <a:pt x="2540" y="25400"/>
                  </a:cubicBezTo>
                  <a:cubicBezTo>
                    <a:pt x="0" y="17780"/>
                    <a:pt x="6350" y="7620"/>
                    <a:pt x="12700" y="3810"/>
                  </a:cubicBezTo>
                  <a:cubicBezTo>
                    <a:pt x="17780" y="0"/>
                    <a:pt x="35560" y="0"/>
                    <a:pt x="35560" y="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8359140" y="2057400"/>
            <a:ext cx="361950" cy="181928"/>
            <a:chOff x="0" y="0"/>
            <a:chExt cx="482600" cy="24257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46990" y="50800"/>
              <a:ext cx="386080" cy="154940"/>
            </a:xfrm>
            <a:custGeom>
              <a:avLst/>
              <a:gdLst/>
              <a:ahLst/>
              <a:cxnLst/>
              <a:rect r="r" b="b" t="t" l="l"/>
              <a:pathLst>
                <a:path h="154940" w="386080">
                  <a:moveTo>
                    <a:pt x="35560" y="0"/>
                  </a:moveTo>
                  <a:cubicBezTo>
                    <a:pt x="292100" y="100330"/>
                    <a:pt x="356870" y="83820"/>
                    <a:pt x="374650" y="95250"/>
                  </a:cubicBezTo>
                  <a:cubicBezTo>
                    <a:pt x="382270" y="100330"/>
                    <a:pt x="386080" y="110490"/>
                    <a:pt x="384810" y="116840"/>
                  </a:cubicBezTo>
                  <a:cubicBezTo>
                    <a:pt x="383540" y="125730"/>
                    <a:pt x="373380" y="139700"/>
                    <a:pt x="364490" y="140970"/>
                  </a:cubicBezTo>
                  <a:cubicBezTo>
                    <a:pt x="355600" y="142240"/>
                    <a:pt x="335280" y="128270"/>
                    <a:pt x="334010" y="119380"/>
                  </a:cubicBezTo>
                  <a:cubicBezTo>
                    <a:pt x="332740" y="111760"/>
                    <a:pt x="347980" y="92710"/>
                    <a:pt x="356870" y="90170"/>
                  </a:cubicBezTo>
                  <a:cubicBezTo>
                    <a:pt x="364490" y="88900"/>
                    <a:pt x="381000" y="99060"/>
                    <a:pt x="383540" y="106680"/>
                  </a:cubicBezTo>
                  <a:cubicBezTo>
                    <a:pt x="386080" y="114300"/>
                    <a:pt x="379730" y="132080"/>
                    <a:pt x="367030" y="139700"/>
                  </a:cubicBezTo>
                  <a:cubicBezTo>
                    <a:pt x="342900" y="154940"/>
                    <a:pt x="266700" y="148590"/>
                    <a:pt x="213360" y="137160"/>
                  </a:cubicBezTo>
                  <a:cubicBezTo>
                    <a:pt x="149860" y="121920"/>
                    <a:pt x="36830" y="73660"/>
                    <a:pt x="12700" y="45720"/>
                  </a:cubicBezTo>
                  <a:cubicBezTo>
                    <a:pt x="3810" y="34290"/>
                    <a:pt x="0" y="20320"/>
                    <a:pt x="3810" y="12700"/>
                  </a:cubicBezTo>
                  <a:cubicBezTo>
                    <a:pt x="7620" y="5080"/>
                    <a:pt x="35560" y="0"/>
                    <a:pt x="35560" y="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8942070" y="1909762"/>
            <a:ext cx="342900" cy="260033"/>
            <a:chOff x="0" y="0"/>
            <a:chExt cx="457200" cy="34671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45720" y="48260"/>
              <a:ext cx="361950" cy="252730"/>
            </a:xfrm>
            <a:custGeom>
              <a:avLst/>
              <a:gdLst/>
              <a:ahLst/>
              <a:cxnLst/>
              <a:rect r="r" b="b" t="t" l="l"/>
              <a:pathLst>
                <a:path h="252730" w="361950">
                  <a:moveTo>
                    <a:pt x="274320" y="114300"/>
                  </a:moveTo>
                  <a:cubicBezTo>
                    <a:pt x="76200" y="236220"/>
                    <a:pt x="44450" y="250190"/>
                    <a:pt x="26670" y="247650"/>
                  </a:cubicBezTo>
                  <a:cubicBezTo>
                    <a:pt x="17780" y="246380"/>
                    <a:pt x="10160" y="241300"/>
                    <a:pt x="7620" y="234950"/>
                  </a:cubicBezTo>
                  <a:cubicBezTo>
                    <a:pt x="3810" y="228600"/>
                    <a:pt x="0" y="219710"/>
                    <a:pt x="5080" y="212090"/>
                  </a:cubicBezTo>
                  <a:cubicBezTo>
                    <a:pt x="21590" y="184150"/>
                    <a:pt x="175260" y="134620"/>
                    <a:pt x="224790" y="105410"/>
                  </a:cubicBezTo>
                  <a:cubicBezTo>
                    <a:pt x="251460" y="90170"/>
                    <a:pt x="267970" y="81280"/>
                    <a:pt x="283210" y="64770"/>
                  </a:cubicBezTo>
                  <a:cubicBezTo>
                    <a:pt x="299720" y="48260"/>
                    <a:pt x="308610" y="12700"/>
                    <a:pt x="322580" y="5080"/>
                  </a:cubicBezTo>
                  <a:cubicBezTo>
                    <a:pt x="330200" y="0"/>
                    <a:pt x="340360" y="0"/>
                    <a:pt x="345440" y="3810"/>
                  </a:cubicBezTo>
                  <a:cubicBezTo>
                    <a:pt x="353060" y="7620"/>
                    <a:pt x="361950" y="21590"/>
                    <a:pt x="360680" y="30480"/>
                  </a:cubicBezTo>
                  <a:cubicBezTo>
                    <a:pt x="360680" y="36830"/>
                    <a:pt x="353060" y="46990"/>
                    <a:pt x="346710" y="49530"/>
                  </a:cubicBezTo>
                  <a:cubicBezTo>
                    <a:pt x="339090" y="52070"/>
                    <a:pt x="322580" y="49530"/>
                    <a:pt x="316230" y="43180"/>
                  </a:cubicBezTo>
                  <a:cubicBezTo>
                    <a:pt x="311150" y="38100"/>
                    <a:pt x="309880" y="26670"/>
                    <a:pt x="311150" y="20320"/>
                  </a:cubicBezTo>
                  <a:cubicBezTo>
                    <a:pt x="312420" y="13970"/>
                    <a:pt x="320040" y="5080"/>
                    <a:pt x="327660" y="2540"/>
                  </a:cubicBezTo>
                  <a:cubicBezTo>
                    <a:pt x="334010" y="0"/>
                    <a:pt x="345440" y="1270"/>
                    <a:pt x="350520" y="6350"/>
                  </a:cubicBezTo>
                  <a:cubicBezTo>
                    <a:pt x="356870" y="11430"/>
                    <a:pt x="360680" y="24130"/>
                    <a:pt x="359410" y="35560"/>
                  </a:cubicBezTo>
                  <a:cubicBezTo>
                    <a:pt x="358140" y="53340"/>
                    <a:pt x="339090" y="80010"/>
                    <a:pt x="323850" y="97790"/>
                  </a:cubicBezTo>
                  <a:cubicBezTo>
                    <a:pt x="308610" y="114300"/>
                    <a:pt x="294640" y="121920"/>
                    <a:pt x="270510" y="137160"/>
                  </a:cubicBezTo>
                  <a:cubicBezTo>
                    <a:pt x="227330" y="163830"/>
                    <a:pt x="125730" y="218440"/>
                    <a:pt x="80010" y="234950"/>
                  </a:cubicBezTo>
                  <a:cubicBezTo>
                    <a:pt x="54610" y="242570"/>
                    <a:pt x="33020" y="252730"/>
                    <a:pt x="21590" y="246380"/>
                  </a:cubicBezTo>
                  <a:cubicBezTo>
                    <a:pt x="11430" y="241300"/>
                    <a:pt x="1270" y="220980"/>
                    <a:pt x="5080" y="212090"/>
                  </a:cubicBezTo>
                  <a:cubicBezTo>
                    <a:pt x="11430" y="195580"/>
                    <a:pt x="59690" y="194310"/>
                    <a:pt x="91440" y="177800"/>
                  </a:cubicBezTo>
                  <a:cubicBezTo>
                    <a:pt x="138430" y="152400"/>
                    <a:pt x="220980" y="71120"/>
                    <a:pt x="254000" y="67310"/>
                  </a:cubicBezTo>
                  <a:cubicBezTo>
                    <a:pt x="267970" y="67310"/>
                    <a:pt x="280670" y="73660"/>
                    <a:pt x="284480" y="81280"/>
                  </a:cubicBezTo>
                  <a:cubicBezTo>
                    <a:pt x="288290" y="88900"/>
                    <a:pt x="274320" y="114300"/>
                    <a:pt x="274320" y="11430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8516302" y="2088833"/>
            <a:ext cx="480060" cy="120967"/>
            <a:chOff x="0" y="0"/>
            <a:chExt cx="640080" cy="16129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50800" y="44450"/>
              <a:ext cx="539750" cy="68580"/>
            </a:xfrm>
            <a:custGeom>
              <a:avLst/>
              <a:gdLst/>
              <a:ahLst/>
              <a:cxnLst/>
              <a:rect r="r" b="b" t="t" l="l"/>
              <a:pathLst>
                <a:path h="68580" w="539750">
                  <a:moveTo>
                    <a:pt x="509270" y="66040"/>
                  </a:moveTo>
                  <a:cubicBezTo>
                    <a:pt x="0" y="66040"/>
                    <a:pt x="26670" y="68580"/>
                    <a:pt x="27940" y="66040"/>
                  </a:cubicBezTo>
                  <a:cubicBezTo>
                    <a:pt x="29210" y="63500"/>
                    <a:pt x="6350" y="57150"/>
                    <a:pt x="3810" y="49530"/>
                  </a:cubicBezTo>
                  <a:cubicBezTo>
                    <a:pt x="1270" y="41910"/>
                    <a:pt x="8890" y="22860"/>
                    <a:pt x="16510" y="19050"/>
                  </a:cubicBezTo>
                  <a:cubicBezTo>
                    <a:pt x="22860" y="13970"/>
                    <a:pt x="36830" y="16510"/>
                    <a:pt x="43180" y="20320"/>
                  </a:cubicBezTo>
                  <a:cubicBezTo>
                    <a:pt x="49530" y="25400"/>
                    <a:pt x="53340" y="35560"/>
                    <a:pt x="53340" y="41910"/>
                  </a:cubicBezTo>
                  <a:cubicBezTo>
                    <a:pt x="53340" y="49530"/>
                    <a:pt x="46990" y="59690"/>
                    <a:pt x="40640" y="62230"/>
                  </a:cubicBezTo>
                  <a:cubicBezTo>
                    <a:pt x="35560" y="66040"/>
                    <a:pt x="22860" y="67310"/>
                    <a:pt x="17780" y="63500"/>
                  </a:cubicBezTo>
                  <a:cubicBezTo>
                    <a:pt x="10160" y="59690"/>
                    <a:pt x="2540" y="44450"/>
                    <a:pt x="2540" y="36830"/>
                  </a:cubicBezTo>
                  <a:cubicBezTo>
                    <a:pt x="3810" y="29210"/>
                    <a:pt x="11430" y="20320"/>
                    <a:pt x="17780" y="17780"/>
                  </a:cubicBezTo>
                  <a:cubicBezTo>
                    <a:pt x="24130" y="15240"/>
                    <a:pt x="35560" y="15240"/>
                    <a:pt x="40640" y="19050"/>
                  </a:cubicBezTo>
                  <a:cubicBezTo>
                    <a:pt x="46990" y="22860"/>
                    <a:pt x="53340" y="33020"/>
                    <a:pt x="53340" y="39370"/>
                  </a:cubicBezTo>
                  <a:cubicBezTo>
                    <a:pt x="53340" y="46990"/>
                    <a:pt x="49530" y="57150"/>
                    <a:pt x="43180" y="60960"/>
                  </a:cubicBezTo>
                  <a:cubicBezTo>
                    <a:pt x="36830" y="66040"/>
                    <a:pt x="22860" y="67310"/>
                    <a:pt x="16510" y="63500"/>
                  </a:cubicBezTo>
                  <a:cubicBezTo>
                    <a:pt x="8890" y="58420"/>
                    <a:pt x="1270" y="40640"/>
                    <a:pt x="3810" y="31750"/>
                  </a:cubicBezTo>
                  <a:cubicBezTo>
                    <a:pt x="6350" y="24130"/>
                    <a:pt x="29210" y="17780"/>
                    <a:pt x="27940" y="15240"/>
                  </a:cubicBezTo>
                  <a:cubicBezTo>
                    <a:pt x="26670" y="12700"/>
                    <a:pt x="0" y="15240"/>
                    <a:pt x="0" y="15240"/>
                  </a:cubicBezTo>
                  <a:cubicBezTo>
                    <a:pt x="0" y="16510"/>
                    <a:pt x="190500" y="26670"/>
                    <a:pt x="251460" y="21590"/>
                  </a:cubicBezTo>
                  <a:cubicBezTo>
                    <a:pt x="287020" y="19050"/>
                    <a:pt x="302260" y="8890"/>
                    <a:pt x="336550" y="6350"/>
                  </a:cubicBezTo>
                  <a:cubicBezTo>
                    <a:pt x="386080" y="3810"/>
                    <a:pt x="496570" y="0"/>
                    <a:pt x="523240" y="17780"/>
                  </a:cubicBezTo>
                  <a:cubicBezTo>
                    <a:pt x="534670" y="25400"/>
                    <a:pt x="539750" y="39370"/>
                    <a:pt x="538480" y="48260"/>
                  </a:cubicBezTo>
                  <a:cubicBezTo>
                    <a:pt x="535940" y="55880"/>
                    <a:pt x="509270" y="66040"/>
                    <a:pt x="509270" y="6604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8350568" y="2049780"/>
            <a:ext cx="695325" cy="170498"/>
            <a:chOff x="0" y="0"/>
            <a:chExt cx="927100" cy="22733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49530" y="38100"/>
              <a:ext cx="828040" cy="140970"/>
            </a:xfrm>
            <a:custGeom>
              <a:avLst/>
              <a:gdLst/>
              <a:ahLst/>
              <a:cxnLst/>
              <a:rect r="r" b="b" t="t" l="l"/>
              <a:pathLst>
                <a:path h="140970" w="828040">
                  <a:moveTo>
                    <a:pt x="807720" y="62230"/>
                  </a:moveTo>
                  <a:cubicBezTo>
                    <a:pt x="444500" y="139700"/>
                    <a:pt x="407670" y="140970"/>
                    <a:pt x="345440" y="138430"/>
                  </a:cubicBezTo>
                  <a:cubicBezTo>
                    <a:pt x="255270" y="133350"/>
                    <a:pt x="57150" y="114300"/>
                    <a:pt x="17780" y="87630"/>
                  </a:cubicBezTo>
                  <a:cubicBezTo>
                    <a:pt x="6350" y="80010"/>
                    <a:pt x="0" y="69850"/>
                    <a:pt x="1270" y="62230"/>
                  </a:cubicBezTo>
                  <a:cubicBezTo>
                    <a:pt x="3810" y="53340"/>
                    <a:pt x="22860" y="38100"/>
                    <a:pt x="30480" y="39370"/>
                  </a:cubicBezTo>
                  <a:cubicBezTo>
                    <a:pt x="39370" y="40640"/>
                    <a:pt x="53340" y="60960"/>
                    <a:pt x="52070" y="69850"/>
                  </a:cubicBezTo>
                  <a:cubicBezTo>
                    <a:pt x="50800" y="77470"/>
                    <a:pt x="29210" y="90170"/>
                    <a:pt x="20320" y="88900"/>
                  </a:cubicBezTo>
                  <a:cubicBezTo>
                    <a:pt x="12700" y="87630"/>
                    <a:pt x="1270" y="72390"/>
                    <a:pt x="1270" y="64770"/>
                  </a:cubicBezTo>
                  <a:cubicBezTo>
                    <a:pt x="1270" y="57150"/>
                    <a:pt x="7620" y="45720"/>
                    <a:pt x="20320" y="39370"/>
                  </a:cubicBezTo>
                  <a:cubicBezTo>
                    <a:pt x="60960" y="22860"/>
                    <a:pt x="267970" y="81280"/>
                    <a:pt x="345440" y="87630"/>
                  </a:cubicBezTo>
                  <a:cubicBezTo>
                    <a:pt x="388620" y="90170"/>
                    <a:pt x="402590" y="91440"/>
                    <a:pt x="445770" y="87630"/>
                  </a:cubicBezTo>
                  <a:cubicBezTo>
                    <a:pt x="528320" y="78740"/>
                    <a:pt x="751840" y="0"/>
                    <a:pt x="801370" y="12700"/>
                  </a:cubicBezTo>
                  <a:cubicBezTo>
                    <a:pt x="815340" y="16510"/>
                    <a:pt x="825500" y="26670"/>
                    <a:pt x="826770" y="34290"/>
                  </a:cubicBezTo>
                  <a:cubicBezTo>
                    <a:pt x="828040" y="43180"/>
                    <a:pt x="807720" y="62230"/>
                    <a:pt x="807720" y="6223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011602" y="1938338"/>
            <a:ext cx="250508" cy="231458"/>
            <a:chOff x="0" y="0"/>
            <a:chExt cx="334010" cy="30861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48260" y="49530"/>
              <a:ext cx="236220" cy="210820"/>
            </a:xfrm>
            <a:custGeom>
              <a:avLst/>
              <a:gdLst/>
              <a:ahLst/>
              <a:cxnLst/>
              <a:rect r="r" b="b" t="t" l="l"/>
              <a:pathLst>
                <a:path h="210820" w="236220">
                  <a:moveTo>
                    <a:pt x="219710" y="49530"/>
                  </a:moveTo>
                  <a:cubicBezTo>
                    <a:pt x="101600" y="124460"/>
                    <a:pt x="64770" y="196850"/>
                    <a:pt x="39370" y="205740"/>
                  </a:cubicBezTo>
                  <a:cubicBezTo>
                    <a:pt x="27940" y="210820"/>
                    <a:pt x="13970" y="208280"/>
                    <a:pt x="8890" y="201930"/>
                  </a:cubicBezTo>
                  <a:cubicBezTo>
                    <a:pt x="2540" y="195580"/>
                    <a:pt x="3810" y="172720"/>
                    <a:pt x="8890" y="165100"/>
                  </a:cubicBezTo>
                  <a:cubicBezTo>
                    <a:pt x="12700" y="160020"/>
                    <a:pt x="25400" y="157480"/>
                    <a:pt x="31750" y="158750"/>
                  </a:cubicBezTo>
                  <a:cubicBezTo>
                    <a:pt x="39370" y="161290"/>
                    <a:pt x="48260" y="167640"/>
                    <a:pt x="49530" y="175260"/>
                  </a:cubicBezTo>
                  <a:cubicBezTo>
                    <a:pt x="52070" y="182880"/>
                    <a:pt x="41910" y="204470"/>
                    <a:pt x="34290" y="208280"/>
                  </a:cubicBezTo>
                  <a:cubicBezTo>
                    <a:pt x="26670" y="210820"/>
                    <a:pt x="10160" y="204470"/>
                    <a:pt x="5080" y="198120"/>
                  </a:cubicBezTo>
                  <a:cubicBezTo>
                    <a:pt x="0" y="191770"/>
                    <a:pt x="0" y="184150"/>
                    <a:pt x="2540" y="173990"/>
                  </a:cubicBezTo>
                  <a:cubicBezTo>
                    <a:pt x="11430" y="148590"/>
                    <a:pt x="67310" y="86360"/>
                    <a:pt x="104140" y="57150"/>
                  </a:cubicBezTo>
                  <a:cubicBezTo>
                    <a:pt x="135890" y="31750"/>
                    <a:pt x="182880" y="0"/>
                    <a:pt x="207010" y="1270"/>
                  </a:cubicBezTo>
                  <a:cubicBezTo>
                    <a:pt x="218440" y="2540"/>
                    <a:pt x="232410" y="11430"/>
                    <a:pt x="234950" y="20320"/>
                  </a:cubicBezTo>
                  <a:cubicBezTo>
                    <a:pt x="236220" y="27940"/>
                    <a:pt x="219710" y="49530"/>
                    <a:pt x="219710" y="4953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6958012" y="1844040"/>
            <a:ext cx="131445" cy="120015"/>
            <a:chOff x="0" y="0"/>
            <a:chExt cx="175260" cy="1600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48260" y="50800"/>
              <a:ext cx="78740" cy="58420"/>
            </a:xfrm>
            <a:custGeom>
              <a:avLst/>
              <a:gdLst/>
              <a:ahLst/>
              <a:cxnLst/>
              <a:rect r="r" b="b" t="t" l="l"/>
              <a:pathLst>
                <a:path h="58420" w="78740">
                  <a:moveTo>
                    <a:pt x="60960" y="48260"/>
                  </a:moveTo>
                  <a:cubicBezTo>
                    <a:pt x="17780" y="57150"/>
                    <a:pt x="8890" y="53340"/>
                    <a:pt x="5080" y="46990"/>
                  </a:cubicBezTo>
                  <a:cubicBezTo>
                    <a:pt x="1270" y="40640"/>
                    <a:pt x="2540" y="22860"/>
                    <a:pt x="6350" y="16510"/>
                  </a:cubicBezTo>
                  <a:cubicBezTo>
                    <a:pt x="11430" y="10160"/>
                    <a:pt x="21590" y="6350"/>
                    <a:pt x="29210" y="7620"/>
                  </a:cubicBezTo>
                  <a:cubicBezTo>
                    <a:pt x="35560" y="8890"/>
                    <a:pt x="45720" y="15240"/>
                    <a:pt x="48260" y="21590"/>
                  </a:cubicBezTo>
                  <a:cubicBezTo>
                    <a:pt x="52070" y="26670"/>
                    <a:pt x="52070" y="38100"/>
                    <a:pt x="48260" y="44450"/>
                  </a:cubicBezTo>
                  <a:cubicBezTo>
                    <a:pt x="45720" y="50800"/>
                    <a:pt x="35560" y="58420"/>
                    <a:pt x="29210" y="58420"/>
                  </a:cubicBezTo>
                  <a:cubicBezTo>
                    <a:pt x="20320" y="58420"/>
                    <a:pt x="5080" y="49530"/>
                    <a:pt x="2540" y="41910"/>
                  </a:cubicBezTo>
                  <a:cubicBezTo>
                    <a:pt x="0" y="34290"/>
                    <a:pt x="3810" y="19050"/>
                    <a:pt x="11430" y="12700"/>
                  </a:cubicBezTo>
                  <a:cubicBezTo>
                    <a:pt x="17780" y="5080"/>
                    <a:pt x="33020" y="0"/>
                    <a:pt x="44450" y="0"/>
                  </a:cubicBezTo>
                  <a:cubicBezTo>
                    <a:pt x="54610" y="0"/>
                    <a:pt x="72390" y="5080"/>
                    <a:pt x="74930" y="12700"/>
                  </a:cubicBezTo>
                  <a:cubicBezTo>
                    <a:pt x="78740" y="21590"/>
                    <a:pt x="60960" y="48260"/>
                    <a:pt x="60960" y="4826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9713595" y="1817370"/>
            <a:ext cx="572452" cy="163830"/>
            <a:chOff x="0" y="0"/>
            <a:chExt cx="763270" cy="2184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48260" y="39370"/>
              <a:ext cx="665480" cy="130810"/>
            </a:xfrm>
            <a:custGeom>
              <a:avLst/>
              <a:gdLst/>
              <a:ahLst/>
              <a:cxnLst/>
              <a:rect r="r" b="b" t="t" l="l"/>
              <a:pathLst>
                <a:path h="130810" w="665480">
                  <a:moveTo>
                    <a:pt x="8890" y="35560"/>
                  </a:moveTo>
                  <a:cubicBezTo>
                    <a:pt x="137160" y="0"/>
                    <a:pt x="302260" y="19050"/>
                    <a:pt x="405130" y="31750"/>
                  </a:cubicBezTo>
                  <a:cubicBezTo>
                    <a:pt x="494030" y="43180"/>
                    <a:pt x="622300" y="52070"/>
                    <a:pt x="651510" y="80010"/>
                  </a:cubicBezTo>
                  <a:cubicBezTo>
                    <a:pt x="661670" y="90170"/>
                    <a:pt x="664210" y="107950"/>
                    <a:pt x="660400" y="115570"/>
                  </a:cubicBezTo>
                  <a:cubicBezTo>
                    <a:pt x="656590" y="121920"/>
                    <a:pt x="638810" y="129540"/>
                    <a:pt x="631190" y="125730"/>
                  </a:cubicBezTo>
                  <a:cubicBezTo>
                    <a:pt x="623570" y="123190"/>
                    <a:pt x="612140" y="101600"/>
                    <a:pt x="614680" y="92710"/>
                  </a:cubicBezTo>
                  <a:cubicBezTo>
                    <a:pt x="617220" y="85090"/>
                    <a:pt x="640080" y="76200"/>
                    <a:pt x="648970" y="78740"/>
                  </a:cubicBezTo>
                  <a:cubicBezTo>
                    <a:pt x="655320" y="80010"/>
                    <a:pt x="661670" y="90170"/>
                    <a:pt x="662940" y="96520"/>
                  </a:cubicBezTo>
                  <a:cubicBezTo>
                    <a:pt x="665480" y="104140"/>
                    <a:pt x="661670" y="114300"/>
                    <a:pt x="656590" y="119380"/>
                  </a:cubicBezTo>
                  <a:cubicBezTo>
                    <a:pt x="651510" y="124460"/>
                    <a:pt x="646430" y="125730"/>
                    <a:pt x="633730" y="127000"/>
                  </a:cubicBezTo>
                  <a:cubicBezTo>
                    <a:pt x="585470" y="130810"/>
                    <a:pt x="378460" y="76200"/>
                    <a:pt x="271780" y="66040"/>
                  </a:cubicBezTo>
                  <a:cubicBezTo>
                    <a:pt x="190500" y="58420"/>
                    <a:pt x="93980" y="52070"/>
                    <a:pt x="54610" y="62230"/>
                  </a:cubicBezTo>
                  <a:cubicBezTo>
                    <a:pt x="38100" y="66040"/>
                    <a:pt x="30480" y="80010"/>
                    <a:pt x="21590" y="78740"/>
                  </a:cubicBezTo>
                  <a:cubicBezTo>
                    <a:pt x="13970" y="77470"/>
                    <a:pt x="5080" y="71120"/>
                    <a:pt x="2540" y="63500"/>
                  </a:cubicBezTo>
                  <a:cubicBezTo>
                    <a:pt x="0" y="57150"/>
                    <a:pt x="8890" y="35560"/>
                    <a:pt x="8890" y="3556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9377362" y="1826895"/>
            <a:ext cx="480060" cy="124777"/>
            <a:chOff x="0" y="0"/>
            <a:chExt cx="640080" cy="16637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50800" y="29210"/>
              <a:ext cx="542290" cy="85090"/>
            </a:xfrm>
            <a:custGeom>
              <a:avLst/>
              <a:gdLst/>
              <a:ahLst/>
              <a:cxnLst/>
              <a:rect r="r" b="b" t="t" l="l"/>
              <a:pathLst>
                <a:path h="85090" w="542290">
                  <a:moveTo>
                    <a:pt x="511810" y="85090"/>
                  </a:moveTo>
                  <a:cubicBezTo>
                    <a:pt x="10160" y="64770"/>
                    <a:pt x="0" y="53340"/>
                    <a:pt x="0" y="45720"/>
                  </a:cubicBezTo>
                  <a:cubicBezTo>
                    <a:pt x="1270" y="36830"/>
                    <a:pt x="20320" y="20320"/>
                    <a:pt x="29210" y="21590"/>
                  </a:cubicBezTo>
                  <a:cubicBezTo>
                    <a:pt x="36830" y="22860"/>
                    <a:pt x="52070" y="41910"/>
                    <a:pt x="50800" y="50800"/>
                  </a:cubicBezTo>
                  <a:cubicBezTo>
                    <a:pt x="49530" y="59690"/>
                    <a:pt x="29210" y="72390"/>
                    <a:pt x="20320" y="71120"/>
                  </a:cubicBezTo>
                  <a:cubicBezTo>
                    <a:pt x="12700" y="69850"/>
                    <a:pt x="0" y="55880"/>
                    <a:pt x="0" y="48260"/>
                  </a:cubicBezTo>
                  <a:cubicBezTo>
                    <a:pt x="1270" y="39370"/>
                    <a:pt x="10160" y="27940"/>
                    <a:pt x="25400" y="21590"/>
                  </a:cubicBezTo>
                  <a:cubicBezTo>
                    <a:pt x="76200" y="0"/>
                    <a:pt x="307340" y="16510"/>
                    <a:pt x="400050" y="22860"/>
                  </a:cubicBezTo>
                  <a:cubicBezTo>
                    <a:pt x="454660" y="26670"/>
                    <a:pt x="513080" y="22860"/>
                    <a:pt x="530860" y="39370"/>
                  </a:cubicBezTo>
                  <a:cubicBezTo>
                    <a:pt x="539750" y="46990"/>
                    <a:pt x="542290" y="64770"/>
                    <a:pt x="538480" y="72390"/>
                  </a:cubicBezTo>
                  <a:cubicBezTo>
                    <a:pt x="534670" y="78740"/>
                    <a:pt x="511810" y="85090"/>
                    <a:pt x="511810" y="8509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742170" y="1820227"/>
            <a:ext cx="654368" cy="173355"/>
            <a:chOff x="0" y="0"/>
            <a:chExt cx="872490" cy="2311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49530" y="49530"/>
              <a:ext cx="772160" cy="143510"/>
            </a:xfrm>
            <a:custGeom>
              <a:avLst/>
              <a:gdLst/>
              <a:ahLst/>
              <a:cxnLst/>
              <a:rect r="r" b="b" t="t" l="l"/>
              <a:pathLst>
                <a:path h="143510" w="772160">
                  <a:moveTo>
                    <a:pt x="26670" y="1270"/>
                  </a:moveTo>
                  <a:cubicBezTo>
                    <a:pt x="180340" y="3810"/>
                    <a:pt x="187960" y="6350"/>
                    <a:pt x="190500" y="12700"/>
                  </a:cubicBezTo>
                  <a:cubicBezTo>
                    <a:pt x="194310" y="20320"/>
                    <a:pt x="191770" y="39370"/>
                    <a:pt x="181610" y="49530"/>
                  </a:cubicBezTo>
                  <a:cubicBezTo>
                    <a:pt x="165100" y="66040"/>
                    <a:pt x="92710" y="78740"/>
                    <a:pt x="69850" y="72390"/>
                  </a:cubicBezTo>
                  <a:cubicBezTo>
                    <a:pt x="59690" y="69850"/>
                    <a:pt x="50800" y="60960"/>
                    <a:pt x="48260" y="53340"/>
                  </a:cubicBezTo>
                  <a:cubicBezTo>
                    <a:pt x="46990" y="45720"/>
                    <a:pt x="50800" y="33020"/>
                    <a:pt x="58420" y="26670"/>
                  </a:cubicBezTo>
                  <a:cubicBezTo>
                    <a:pt x="72390" y="15240"/>
                    <a:pt x="106680" y="16510"/>
                    <a:pt x="144780" y="15240"/>
                  </a:cubicBezTo>
                  <a:cubicBezTo>
                    <a:pt x="222250" y="10160"/>
                    <a:pt x="389890" y="7620"/>
                    <a:pt x="497840" y="20320"/>
                  </a:cubicBezTo>
                  <a:cubicBezTo>
                    <a:pt x="591820" y="31750"/>
                    <a:pt x="727710" y="57150"/>
                    <a:pt x="758190" y="82550"/>
                  </a:cubicBezTo>
                  <a:cubicBezTo>
                    <a:pt x="768350" y="90170"/>
                    <a:pt x="772160" y="100330"/>
                    <a:pt x="770890" y="107950"/>
                  </a:cubicBezTo>
                  <a:cubicBezTo>
                    <a:pt x="770890" y="114300"/>
                    <a:pt x="763270" y="123190"/>
                    <a:pt x="756920" y="127000"/>
                  </a:cubicBezTo>
                  <a:cubicBezTo>
                    <a:pt x="751840" y="129540"/>
                    <a:pt x="745490" y="130810"/>
                    <a:pt x="739140" y="128270"/>
                  </a:cubicBezTo>
                  <a:cubicBezTo>
                    <a:pt x="732790" y="125730"/>
                    <a:pt x="732790" y="114300"/>
                    <a:pt x="721360" y="107950"/>
                  </a:cubicBezTo>
                  <a:cubicBezTo>
                    <a:pt x="678180" y="86360"/>
                    <a:pt x="417830" y="88900"/>
                    <a:pt x="377190" y="63500"/>
                  </a:cubicBezTo>
                  <a:cubicBezTo>
                    <a:pt x="364490" y="55880"/>
                    <a:pt x="359410" y="45720"/>
                    <a:pt x="359410" y="38100"/>
                  </a:cubicBezTo>
                  <a:cubicBezTo>
                    <a:pt x="359410" y="30480"/>
                    <a:pt x="365760" y="21590"/>
                    <a:pt x="372110" y="17780"/>
                  </a:cubicBezTo>
                  <a:cubicBezTo>
                    <a:pt x="378460" y="13970"/>
                    <a:pt x="389890" y="12700"/>
                    <a:pt x="396240" y="16510"/>
                  </a:cubicBezTo>
                  <a:cubicBezTo>
                    <a:pt x="402590" y="20320"/>
                    <a:pt x="411480" y="35560"/>
                    <a:pt x="410210" y="44450"/>
                  </a:cubicBezTo>
                  <a:cubicBezTo>
                    <a:pt x="408940" y="52070"/>
                    <a:pt x="394970" y="63500"/>
                    <a:pt x="387350" y="64770"/>
                  </a:cubicBezTo>
                  <a:cubicBezTo>
                    <a:pt x="381000" y="66040"/>
                    <a:pt x="369570" y="60960"/>
                    <a:pt x="365760" y="55880"/>
                  </a:cubicBezTo>
                  <a:cubicBezTo>
                    <a:pt x="360680" y="50800"/>
                    <a:pt x="358140" y="39370"/>
                    <a:pt x="360680" y="33020"/>
                  </a:cubicBezTo>
                  <a:cubicBezTo>
                    <a:pt x="363220" y="25400"/>
                    <a:pt x="370840" y="17780"/>
                    <a:pt x="384810" y="13970"/>
                  </a:cubicBezTo>
                  <a:cubicBezTo>
                    <a:pt x="433070" y="2540"/>
                    <a:pt x="675640" y="36830"/>
                    <a:pt x="731520" y="63500"/>
                  </a:cubicBezTo>
                  <a:cubicBezTo>
                    <a:pt x="754380" y="74930"/>
                    <a:pt x="770890" y="90170"/>
                    <a:pt x="772160" y="101600"/>
                  </a:cubicBezTo>
                  <a:cubicBezTo>
                    <a:pt x="772160" y="111760"/>
                    <a:pt x="760730" y="124460"/>
                    <a:pt x="745490" y="129540"/>
                  </a:cubicBezTo>
                  <a:cubicBezTo>
                    <a:pt x="702310" y="143510"/>
                    <a:pt x="560070" y="74930"/>
                    <a:pt x="455930" y="64770"/>
                  </a:cubicBezTo>
                  <a:cubicBezTo>
                    <a:pt x="337820" y="53340"/>
                    <a:pt x="118110" y="90170"/>
                    <a:pt x="69850" y="72390"/>
                  </a:cubicBezTo>
                  <a:cubicBezTo>
                    <a:pt x="57150" y="67310"/>
                    <a:pt x="50800" y="60960"/>
                    <a:pt x="48260" y="53340"/>
                  </a:cubicBezTo>
                  <a:cubicBezTo>
                    <a:pt x="46990" y="45720"/>
                    <a:pt x="50800" y="34290"/>
                    <a:pt x="58420" y="26670"/>
                  </a:cubicBezTo>
                  <a:cubicBezTo>
                    <a:pt x="72390" y="13970"/>
                    <a:pt x="119380" y="2540"/>
                    <a:pt x="143510" y="1270"/>
                  </a:cubicBezTo>
                  <a:cubicBezTo>
                    <a:pt x="161290" y="0"/>
                    <a:pt x="182880" y="3810"/>
                    <a:pt x="190500" y="12700"/>
                  </a:cubicBezTo>
                  <a:cubicBezTo>
                    <a:pt x="195580" y="17780"/>
                    <a:pt x="195580" y="29210"/>
                    <a:pt x="193040" y="35560"/>
                  </a:cubicBezTo>
                  <a:cubicBezTo>
                    <a:pt x="190500" y="41910"/>
                    <a:pt x="185420" y="46990"/>
                    <a:pt x="175260" y="50800"/>
                  </a:cubicBezTo>
                  <a:cubicBezTo>
                    <a:pt x="151130" y="60960"/>
                    <a:pt x="54610" y="64770"/>
                    <a:pt x="26670" y="52070"/>
                  </a:cubicBezTo>
                  <a:cubicBezTo>
                    <a:pt x="12700" y="45720"/>
                    <a:pt x="0" y="31750"/>
                    <a:pt x="1270" y="24130"/>
                  </a:cubicBezTo>
                  <a:cubicBezTo>
                    <a:pt x="1270" y="15240"/>
                    <a:pt x="26670" y="1270"/>
                    <a:pt x="26670" y="127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653588" y="1840230"/>
            <a:ext cx="244792" cy="118110"/>
            <a:chOff x="0" y="0"/>
            <a:chExt cx="326390" cy="1574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48260" y="39370"/>
              <a:ext cx="228600" cy="66040"/>
            </a:xfrm>
            <a:custGeom>
              <a:avLst/>
              <a:gdLst/>
              <a:ahLst/>
              <a:cxnLst/>
              <a:rect r="r" b="b" t="t" l="l"/>
              <a:pathLst>
                <a:path h="66040" w="228600">
                  <a:moveTo>
                    <a:pt x="201930" y="66040"/>
                  </a:moveTo>
                  <a:cubicBezTo>
                    <a:pt x="10160" y="55880"/>
                    <a:pt x="3810" y="49530"/>
                    <a:pt x="2540" y="43180"/>
                  </a:cubicBezTo>
                  <a:cubicBezTo>
                    <a:pt x="1270" y="35560"/>
                    <a:pt x="7620" y="19050"/>
                    <a:pt x="13970" y="13970"/>
                  </a:cubicBezTo>
                  <a:cubicBezTo>
                    <a:pt x="20320" y="10160"/>
                    <a:pt x="31750" y="10160"/>
                    <a:pt x="38100" y="12700"/>
                  </a:cubicBezTo>
                  <a:cubicBezTo>
                    <a:pt x="45720" y="17780"/>
                    <a:pt x="53340" y="31750"/>
                    <a:pt x="52070" y="40640"/>
                  </a:cubicBezTo>
                  <a:cubicBezTo>
                    <a:pt x="50800" y="48260"/>
                    <a:pt x="38100" y="59690"/>
                    <a:pt x="30480" y="60960"/>
                  </a:cubicBezTo>
                  <a:cubicBezTo>
                    <a:pt x="22860" y="63500"/>
                    <a:pt x="12700" y="58420"/>
                    <a:pt x="7620" y="53340"/>
                  </a:cubicBezTo>
                  <a:cubicBezTo>
                    <a:pt x="3810" y="46990"/>
                    <a:pt x="0" y="35560"/>
                    <a:pt x="2540" y="29210"/>
                  </a:cubicBezTo>
                  <a:cubicBezTo>
                    <a:pt x="6350" y="21590"/>
                    <a:pt x="13970" y="15240"/>
                    <a:pt x="27940" y="11430"/>
                  </a:cubicBezTo>
                  <a:cubicBezTo>
                    <a:pt x="59690" y="1270"/>
                    <a:pt x="180340" y="0"/>
                    <a:pt x="208280" y="16510"/>
                  </a:cubicBezTo>
                  <a:cubicBezTo>
                    <a:pt x="220980" y="22860"/>
                    <a:pt x="228600" y="35560"/>
                    <a:pt x="227330" y="43180"/>
                  </a:cubicBezTo>
                  <a:cubicBezTo>
                    <a:pt x="227330" y="52070"/>
                    <a:pt x="201930" y="66040"/>
                    <a:pt x="201930" y="6604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0294620" y="1880235"/>
            <a:ext cx="669607" cy="268605"/>
            <a:chOff x="0" y="0"/>
            <a:chExt cx="892810" cy="3581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50800" y="50800"/>
              <a:ext cx="793750" cy="256540"/>
            </a:xfrm>
            <a:custGeom>
              <a:avLst/>
              <a:gdLst/>
              <a:ahLst/>
              <a:cxnLst/>
              <a:rect r="r" b="b" t="t" l="l"/>
              <a:pathLst>
                <a:path h="256540" w="793750">
                  <a:moveTo>
                    <a:pt x="25400" y="0"/>
                  </a:moveTo>
                  <a:cubicBezTo>
                    <a:pt x="233680" y="31750"/>
                    <a:pt x="367030" y="64770"/>
                    <a:pt x="472440" y="96520"/>
                  </a:cubicBezTo>
                  <a:cubicBezTo>
                    <a:pt x="576580" y="129540"/>
                    <a:pt x="748030" y="176530"/>
                    <a:pt x="781050" y="209550"/>
                  </a:cubicBezTo>
                  <a:cubicBezTo>
                    <a:pt x="791210" y="219710"/>
                    <a:pt x="793750" y="231140"/>
                    <a:pt x="791210" y="238760"/>
                  </a:cubicBezTo>
                  <a:cubicBezTo>
                    <a:pt x="788670" y="246380"/>
                    <a:pt x="773430" y="256540"/>
                    <a:pt x="765810" y="256540"/>
                  </a:cubicBezTo>
                  <a:cubicBezTo>
                    <a:pt x="758190" y="256540"/>
                    <a:pt x="749300" y="250190"/>
                    <a:pt x="745490" y="243840"/>
                  </a:cubicBezTo>
                  <a:cubicBezTo>
                    <a:pt x="741680" y="238760"/>
                    <a:pt x="740410" y="226060"/>
                    <a:pt x="744220" y="220980"/>
                  </a:cubicBezTo>
                  <a:cubicBezTo>
                    <a:pt x="748030" y="213360"/>
                    <a:pt x="770890" y="204470"/>
                    <a:pt x="778510" y="208280"/>
                  </a:cubicBezTo>
                  <a:cubicBezTo>
                    <a:pt x="786130" y="212090"/>
                    <a:pt x="792480" y="236220"/>
                    <a:pt x="788670" y="243840"/>
                  </a:cubicBezTo>
                  <a:cubicBezTo>
                    <a:pt x="784860" y="251460"/>
                    <a:pt x="775970" y="255270"/>
                    <a:pt x="760730" y="255270"/>
                  </a:cubicBezTo>
                  <a:cubicBezTo>
                    <a:pt x="701040" y="256540"/>
                    <a:pt x="459740" y="140970"/>
                    <a:pt x="326390" y="106680"/>
                  </a:cubicBezTo>
                  <a:cubicBezTo>
                    <a:pt x="215900" y="77470"/>
                    <a:pt x="59690" y="76200"/>
                    <a:pt x="19050" y="49530"/>
                  </a:cubicBezTo>
                  <a:cubicBezTo>
                    <a:pt x="6350" y="41910"/>
                    <a:pt x="0" y="30480"/>
                    <a:pt x="0" y="22860"/>
                  </a:cubicBezTo>
                  <a:cubicBezTo>
                    <a:pt x="1270" y="13970"/>
                    <a:pt x="25400" y="0"/>
                    <a:pt x="25400" y="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0340340" y="1888808"/>
            <a:ext cx="1126808" cy="319088"/>
            <a:chOff x="0" y="0"/>
            <a:chExt cx="1502410" cy="42545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48260" y="41910"/>
              <a:ext cx="1403350" cy="342900"/>
            </a:xfrm>
            <a:custGeom>
              <a:avLst/>
              <a:gdLst/>
              <a:ahLst/>
              <a:cxnLst/>
              <a:rect r="r" b="b" t="t" l="l"/>
              <a:pathLst>
                <a:path h="342900" w="1403350">
                  <a:moveTo>
                    <a:pt x="125730" y="71120"/>
                  </a:moveTo>
                  <a:cubicBezTo>
                    <a:pt x="642620" y="218440"/>
                    <a:pt x="646430" y="231140"/>
                    <a:pt x="643890" y="238760"/>
                  </a:cubicBezTo>
                  <a:cubicBezTo>
                    <a:pt x="641350" y="246380"/>
                    <a:pt x="631190" y="254000"/>
                    <a:pt x="614680" y="255270"/>
                  </a:cubicBezTo>
                  <a:cubicBezTo>
                    <a:pt x="543560" y="261620"/>
                    <a:pt x="72390" y="104140"/>
                    <a:pt x="17780" y="57150"/>
                  </a:cubicBezTo>
                  <a:cubicBezTo>
                    <a:pt x="5080" y="45720"/>
                    <a:pt x="0" y="35560"/>
                    <a:pt x="2540" y="26670"/>
                  </a:cubicBezTo>
                  <a:cubicBezTo>
                    <a:pt x="5080" y="19050"/>
                    <a:pt x="13970" y="10160"/>
                    <a:pt x="30480" y="8890"/>
                  </a:cubicBezTo>
                  <a:cubicBezTo>
                    <a:pt x="91440" y="0"/>
                    <a:pt x="438150" y="130810"/>
                    <a:pt x="504190" y="171450"/>
                  </a:cubicBezTo>
                  <a:cubicBezTo>
                    <a:pt x="524510" y="184150"/>
                    <a:pt x="539750" y="194310"/>
                    <a:pt x="538480" y="204470"/>
                  </a:cubicBezTo>
                  <a:cubicBezTo>
                    <a:pt x="537210" y="213360"/>
                    <a:pt x="511810" y="224790"/>
                    <a:pt x="497840" y="227330"/>
                  </a:cubicBezTo>
                  <a:cubicBezTo>
                    <a:pt x="485140" y="229870"/>
                    <a:pt x="476250" y="224790"/>
                    <a:pt x="455930" y="220980"/>
                  </a:cubicBezTo>
                  <a:cubicBezTo>
                    <a:pt x="403860" y="212090"/>
                    <a:pt x="210820" y="185420"/>
                    <a:pt x="176530" y="161290"/>
                  </a:cubicBezTo>
                  <a:cubicBezTo>
                    <a:pt x="166370" y="152400"/>
                    <a:pt x="161290" y="143510"/>
                    <a:pt x="162560" y="135890"/>
                  </a:cubicBezTo>
                  <a:cubicBezTo>
                    <a:pt x="165100" y="127000"/>
                    <a:pt x="175260" y="115570"/>
                    <a:pt x="187960" y="113030"/>
                  </a:cubicBezTo>
                  <a:cubicBezTo>
                    <a:pt x="217170" y="107950"/>
                    <a:pt x="289560" y="160020"/>
                    <a:pt x="345440" y="176530"/>
                  </a:cubicBezTo>
                  <a:cubicBezTo>
                    <a:pt x="407670" y="195580"/>
                    <a:pt x="466090" y="205740"/>
                    <a:pt x="548640" y="215900"/>
                  </a:cubicBezTo>
                  <a:cubicBezTo>
                    <a:pt x="671830" y="229870"/>
                    <a:pt x="963930" y="205740"/>
                    <a:pt x="1014730" y="234950"/>
                  </a:cubicBezTo>
                  <a:cubicBezTo>
                    <a:pt x="1027430" y="242570"/>
                    <a:pt x="1033780" y="255270"/>
                    <a:pt x="1032510" y="264160"/>
                  </a:cubicBezTo>
                  <a:cubicBezTo>
                    <a:pt x="1031240" y="271780"/>
                    <a:pt x="1021080" y="280670"/>
                    <a:pt x="1005840" y="284480"/>
                  </a:cubicBezTo>
                  <a:cubicBezTo>
                    <a:pt x="951230" y="299720"/>
                    <a:pt x="632460" y="247650"/>
                    <a:pt x="581660" y="218440"/>
                  </a:cubicBezTo>
                  <a:cubicBezTo>
                    <a:pt x="567690" y="209550"/>
                    <a:pt x="560070" y="200660"/>
                    <a:pt x="561340" y="191770"/>
                  </a:cubicBezTo>
                  <a:cubicBezTo>
                    <a:pt x="561340" y="182880"/>
                    <a:pt x="568960" y="172720"/>
                    <a:pt x="584200" y="167640"/>
                  </a:cubicBezTo>
                  <a:cubicBezTo>
                    <a:pt x="657860" y="140970"/>
                    <a:pt x="1252220" y="201930"/>
                    <a:pt x="1319530" y="242570"/>
                  </a:cubicBezTo>
                  <a:cubicBezTo>
                    <a:pt x="1333500" y="250190"/>
                    <a:pt x="1338580" y="261620"/>
                    <a:pt x="1338580" y="270510"/>
                  </a:cubicBezTo>
                  <a:cubicBezTo>
                    <a:pt x="1337310" y="278130"/>
                    <a:pt x="1330960" y="285750"/>
                    <a:pt x="1318260" y="290830"/>
                  </a:cubicBezTo>
                  <a:cubicBezTo>
                    <a:pt x="1286510" y="306070"/>
                    <a:pt x="1174750" y="295910"/>
                    <a:pt x="1102360" y="293370"/>
                  </a:cubicBezTo>
                  <a:cubicBezTo>
                    <a:pt x="1028700" y="289560"/>
                    <a:pt x="913130" y="288290"/>
                    <a:pt x="881380" y="271780"/>
                  </a:cubicBezTo>
                  <a:cubicBezTo>
                    <a:pt x="868680" y="265430"/>
                    <a:pt x="862330" y="257810"/>
                    <a:pt x="862330" y="248920"/>
                  </a:cubicBezTo>
                  <a:cubicBezTo>
                    <a:pt x="861060" y="241300"/>
                    <a:pt x="867410" y="228600"/>
                    <a:pt x="881380" y="222250"/>
                  </a:cubicBezTo>
                  <a:cubicBezTo>
                    <a:pt x="930910" y="199390"/>
                    <a:pt x="1264920" y="231140"/>
                    <a:pt x="1306830" y="262890"/>
                  </a:cubicBezTo>
                  <a:cubicBezTo>
                    <a:pt x="1318260" y="271780"/>
                    <a:pt x="1320800" y="287020"/>
                    <a:pt x="1318260" y="294640"/>
                  </a:cubicBezTo>
                  <a:cubicBezTo>
                    <a:pt x="1315720" y="302260"/>
                    <a:pt x="1308100" y="307340"/>
                    <a:pt x="1294130" y="311150"/>
                  </a:cubicBezTo>
                  <a:cubicBezTo>
                    <a:pt x="1254760" y="321310"/>
                    <a:pt x="1062990" y="318770"/>
                    <a:pt x="1032510" y="293370"/>
                  </a:cubicBezTo>
                  <a:cubicBezTo>
                    <a:pt x="1019810" y="284480"/>
                    <a:pt x="1017270" y="262890"/>
                    <a:pt x="1021080" y="256540"/>
                  </a:cubicBezTo>
                  <a:cubicBezTo>
                    <a:pt x="1024890" y="251460"/>
                    <a:pt x="1035050" y="254000"/>
                    <a:pt x="1049020" y="254000"/>
                  </a:cubicBezTo>
                  <a:cubicBezTo>
                    <a:pt x="1098550" y="254000"/>
                    <a:pt x="1348740" y="254000"/>
                    <a:pt x="1388110" y="278130"/>
                  </a:cubicBezTo>
                  <a:cubicBezTo>
                    <a:pt x="1398270" y="284480"/>
                    <a:pt x="1402080" y="294640"/>
                    <a:pt x="1402080" y="303530"/>
                  </a:cubicBezTo>
                  <a:cubicBezTo>
                    <a:pt x="1402080" y="311150"/>
                    <a:pt x="1395730" y="320040"/>
                    <a:pt x="1384300" y="325120"/>
                  </a:cubicBezTo>
                  <a:cubicBezTo>
                    <a:pt x="1350010" y="341630"/>
                    <a:pt x="1206500" y="340360"/>
                    <a:pt x="1135380" y="331470"/>
                  </a:cubicBezTo>
                  <a:cubicBezTo>
                    <a:pt x="1080770" y="325120"/>
                    <a:pt x="1040130" y="304800"/>
                    <a:pt x="991870" y="295910"/>
                  </a:cubicBezTo>
                  <a:cubicBezTo>
                    <a:pt x="942340" y="285750"/>
                    <a:pt x="866140" y="290830"/>
                    <a:pt x="843280" y="278130"/>
                  </a:cubicBezTo>
                  <a:cubicBezTo>
                    <a:pt x="833120" y="273050"/>
                    <a:pt x="828040" y="267970"/>
                    <a:pt x="826770" y="260350"/>
                  </a:cubicBezTo>
                  <a:cubicBezTo>
                    <a:pt x="825500" y="252730"/>
                    <a:pt x="831850" y="236220"/>
                    <a:pt x="839470" y="232410"/>
                  </a:cubicBezTo>
                  <a:cubicBezTo>
                    <a:pt x="844550" y="228600"/>
                    <a:pt x="857250" y="228600"/>
                    <a:pt x="862330" y="231140"/>
                  </a:cubicBezTo>
                  <a:cubicBezTo>
                    <a:pt x="868680" y="234950"/>
                    <a:pt x="877570" y="243840"/>
                    <a:pt x="876300" y="251460"/>
                  </a:cubicBezTo>
                  <a:cubicBezTo>
                    <a:pt x="876300" y="260350"/>
                    <a:pt x="862330" y="279400"/>
                    <a:pt x="853440" y="279400"/>
                  </a:cubicBezTo>
                  <a:cubicBezTo>
                    <a:pt x="844550" y="280670"/>
                    <a:pt x="826770" y="262890"/>
                    <a:pt x="826770" y="255270"/>
                  </a:cubicBezTo>
                  <a:cubicBezTo>
                    <a:pt x="825500" y="246380"/>
                    <a:pt x="838200" y="233680"/>
                    <a:pt x="852170" y="228600"/>
                  </a:cubicBezTo>
                  <a:cubicBezTo>
                    <a:pt x="881380" y="219710"/>
                    <a:pt x="956310" y="236220"/>
                    <a:pt x="1003300" y="246380"/>
                  </a:cubicBezTo>
                  <a:cubicBezTo>
                    <a:pt x="1045210" y="254000"/>
                    <a:pt x="1071880" y="273050"/>
                    <a:pt x="1118870" y="279400"/>
                  </a:cubicBezTo>
                  <a:cubicBezTo>
                    <a:pt x="1187450" y="288290"/>
                    <a:pt x="1344930" y="257810"/>
                    <a:pt x="1381760" y="275590"/>
                  </a:cubicBezTo>
                  <a:cubicBezTo>
                    <a:pt x="1394460" y="283210"/>
                    <a:pt x="1403350" y="294640"/>
                    <a:pt x="1402080" y="303530"/>
                  </a:cubicBezTo>
                  <a:cubicBezTo>
                    <a:pt x="1400810" y="311150"/>
                    <a:pt x="1391920" y="321310"/>
                    <a:pt x="1377950" y="326390"/>
                  </a:cubicBezTo>
                  <a:cubicBezTo>
                    <a:pt x="1332230" y="342900"/>
                    <a:pt x="1123950" y="316230"/>
                    <a:pt x="1056640" y="304800"/>
                  </a:cubicBezTo>
                  <a:cubicBezTo>
                    <a:pt x="1026160" y="300990"/>
                    <a:pt x="999490" y="300990"/>
                    <a:pt x="990600" y="288290"/>
                  </a:cubicBezTo>
                  <a:cubicBezTo>
                    <a:pt x="984250" y="279400"/>
                    <a:pt x="986790" y="256540"/>
                    <a:pt x="994410" y="248920"/>
                  </a:cubicBezTo>
                  <a:cubicBezTo>
                    <a:pt x="1000760" y="241300"/>
                    <a:pt x="1014730" y="243840"/>
                    <a:pt x="1033780" y="242570"/>
                  </a:cubicBezTo>
                  <a:cubicBezTo>
                    <a:pt x="1083310" y="240030"/>
                    <a:pt x="1254760" y="240030"/>
                    <a:pt x="1295400" y="260350"/>
                  </a:cubicBezTo>
                  <a:cubicBezTo>
                    <a:pt x="1310640" y="267970"/>
                    <a:pt x="1320800" y="280670"/>
                    <a:pt x="1319530" y="288290"/>
                  </a:cubicBezTo>
                  <a:cubicBezTo>
                    <a:pt x="1319530" y="297180"/>
                    <a:pt x="1309370" y="306070"/>
                    <a:pt x="1294130" y="311150"/>
                  </a:cubicBezTo>
                  <a:cubicBezTo>
                    <a:pt x="1250950" y="325120"/>
                    <a:pt x="1076960" y="297180"/>
                    <a:pt x="998220" y="285750"/>
                  </a:cubicBezTo>
                  <a:cubicBezTo>
                    <a:pt x="944880" y="279400"/>
                    <a:pt x="880110" y="278130"/>
                    <a:pt x="866140" y="260350"/>
                  </a:cubicBezTo>
                  <a:cubicBezTo>
                    <a:pt x="859790" y="252730"/>
                    <a:pt x="862330" y="238760"/>
                    <a:pt x="866140" y="232410"/>
                  </a:cubicBezTo>
                  <a:cubicBezTo>
                    <a:pt x="869950" y="226060"/>
                    <a:pt x="876300" y="223520"/>
                    <a:pt x="887730" y="220980"/>
                  </a:cubicBezTo>
                  <a:cubicBezTo>
                    <a:pt x="920750" y="214630"/>
                    <a:pt x="1029970" y="238760"/>
                    <a:pt x="1102360" y="242570"/>
                  </a:cubicBezTo>
                  <a:cubicBezTo>
                    <a:pt x="1174750" y="245110"/>
                    <a:pt x="1287780" y="224790"/>
                    <a:pt x="1319530" y="242570"/>
                  </a:cubicBezTo>
                  <a:cubicBezTo>
                    <a:pt x="1332230" y="248920"/>
                    <a:pt x="1339850" y="261620"/>
                    <a:pt x="1338580" y="270510"/>
                  </a:cubicBezTo>
                  <a:cubicBezTo>
                    <a:pt x="1337310" y="278130"/>
                    <a:pt x="1328420" y="287020"/>
                    <a:pt x="1313180" y="292100"/>
                  </a:cubicBezTo>
                  <a:cubicBezTo>
                    <a:pt x="1236980" y="316230"/>
                    <a:pt x="651510" y="256540"/>
                    <a:pt x="581660" y="218440"/>
                  </a:cubicBezTo>
                  <a:cubicBezTo>
                    <a:pt x="566420" y="209550"/>
                    <a:pt x="560070" y="200660"/>
                    <a:pt x="561340" y="191770"/>
                  </a:cubicBezTo>
                  <a:cubicBezTo>
                    <a:pt x="561340" y="182880"/>
                    <a:pt x="570230" y="172720"/>
                    <a:pt x="584200" y="167640"/>
                  </a:cubicBezTo>
                  <a:cubicBezTo>
                    <a:pt x="637540" y="149860"/>
                    <a:pt x="966470" y="207010"/>
                    <a:pt x="1014730" y="234950"/>
                  </a:cubicBezTo>
                  <a:cubicBezTo>
                    <a:pt x="1026160" y="242570"/>
                    <a:pt x="1032510" y="250190"/>
                    <a:pt x="1032510" y="257810"/>
                  </a:cubicBezTo>
                  <a:cubicBezTo>
                    <a:pt x="1032510" y="265430"/>
                    <a:pt x="1028700" y="275590"/>
                    <a:pt x="1018540" y="281940"/>
                  </a:cubicBezTo>
                  <a:cubicBezTo>
                    <a:pt x="976630" y="304800"/>
                    <a:pt x="753110" y="281940"/>
                    <a:pt x="642620" y="274320"/>
                  </a:cubicBezTo>
                  <a:cubicBezTo>
                    <a:pt x="556260" y="266700"/>
                    <a:pt x="474980" y="255270"/>
                    <a:pt x="410210" y="242570"/>
                  </a:cubicBezTo>
                  <a:cubicBezTo>
                    <a:pt x="361950" y="233680"/>
                    <a:pt x="326390" y="224790"/>
                    <a:pt x="288290" y="210820"/>
                  </a:cubicBezTo>
                  <a:cubicBezTo>
                    <a:pt x="248920" y="196850"/>
                    <a:pt x="195580" y="176530"/>
                    <a:pt x="176530" y="161290"/>
                  </a:cubicBezTo>
                  <a:cubicBezTo>
                    <a:pt x="168910" y="153670"/>
                    <a:pt x="163830" y="148590"/>
                    <a:pt x="163830" y="142240"/>
                  </a:cubicBezTo>
                  <a:cubicBezTo>
                    <a:pt x="162560" y="133350"/>
                    <a:pt x="165100" y="120650"/>
                    <a:pt x="176530" y="115570"/>
                  </a:cubicBezTo>
                  <a:cubicBezTo>
                    <a:pt x="212090" y="97790"/>
                    <a:pt x="488950" y="147320"/>
                    <a:pt x="506730" y="180340"/>
                  </a:cubicBezTo>
                  <a:cubicBezTo>
                    <a:pt x="513080" y="193040"/>
                    <a:pt x="504190" y="213360"/>
                    <a:pt x="490220" y="219710"/>
                  </a:cubicBezTo>
                  <a:cubicBezTo>
                    <a:pt x="455930" y="236220"/>
                    <a:pt x="320040" y="167640"/>
                    <a:pt x="237490" y="139700"/>
                  </a:cubicBezTo>
                  <a:cubicBezTo>
                    <a:pt x="160020" y="111760"/>
                    <a:pt x="38100" y="81280"/>
                    <a:pt x="12700" y="54610"/>
                  </a:cubicBezTo>
                  <a:cubicBezTo>
                    <a:pt x="2540" y="44450"/>
                    <a:pt x="0" y="34290"/>
                    <a:pt x="2540" y="26670"/>
                  </a:cubicBezTo>
                  <a:cubicBezTo>
                    <a:pt x="3810" y="19050"/>
                    <a:pt x="12700" y="11430"/>
                    <a:pt x="24130" y="8890"/>
                  </a:cubicBezTo>
                  <a:cubicBezTo>
                    <a:pt x="44450" y="2540"/>
                    <a:pt x="78740" y="17780"/>
                    <a:pt x="124460" y="30480"/>
                  </a:cubicBezTo>
                  <a:cubicBezTo>
                    <a:pt x="229870" y="60960"/>
                    <a:pt x="582930" y="167640"/>
                    <a:pt x="631190" y="207010"/>
                  </a:cubicBezTo>
                  <a:cubicBezTo>
                    <a:pt x="642620" y="217170"/>
                    <a:pt x="646430" y="224790"/>
                    <a:pt x="645160" y="232410"/>
                  </a:cubicBezTo>
                  <a:cubicBezTo>
                    <a:pt x="645160" y="240030"/>
                    <a:pt x="637540" y="251460"/>
                    <a:pt x="627380" y="255270"/>
                  </a:cubicBezTo>
                  <a:cubicBezTo>
                    <a:pt x="607060" y="261620"/>
                    <a:pt x="566420" y="243840"/>
                    <a:pt x="519430" y="231140"/>
                  </a:cubicBezTo>
                  <a:cubicBezTo>
                    <a:pt x="426720" y="209550"/>
                    <a:pt x="151130" y="156210"/>
                    <a:pt x="109220" y="118110"/>
                  </a:cubicBezTo>
                  <a:cubicBezTo>
                    <a:pt x="97790" y="107950"/>
                    <a:pt x="93980" y="95250"/>
                    <a:pt x="96520" y="87630"/>
                  </a:cubicBezTo>
                  <a:cubicBezTo>
                    <a:pt x="99060" y="80010"/>
                    <a:pt x="125730" y="71120"/>
                    <a:pt x="125730" y="7112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1325225" y="2071688"/>
            <a:ext cx="473393" cy="145733"/>
            <a:chOff x="0" y="0"/>
            <a:chExt cx="631190" cy="19431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49530" y="38100"/>
              <a:ext cx="529590" cy="107950"/>
            </a:xfrm>
            <a:custGeom>
              <a:avLst/>
              <a:gdLst/>
              <a:ahLst/>
              <a:cxnLst/>
              <a:rect r="r" b="b" t="t" l="l"/>
              <a:pathLst>
                <a:path h="107950" w="529590">
                  <a:moveTo>
                    <a:pt x="22860" y="30480"/>
                  </a:moveTo>
                  <a:cubicBezTo>
                    <a:pt x="252730" y="11430"/>
                    <a:pt x="341630" y="0"/>
                    <a:pt x="359410" y="19050"/>
                  </a:cubicBezTo>
                  <a:cubicBezTo>
                    <a:pt x="368300" y="27940"/>
                    <a:pt x="365760" y="46990"/>
                    <a:pt x="359410" y="57150"/>
                  </a:cubicBezTo>
                  <a:cubicBezTo>
                    <a:pt x="351790" y="69850"/>
                    <a:pt x="326390" y="77470"/>
                    <a:pt x="300990" y="83820"/>
                  </a:cubicBezTo>
                  <a:cubicBezTo>
                    <a:pt x="255270" y="96520"/>
                    <a:pt x="138430" y="107950"/>
                    <a:pt x="101600" y="105410"/>
                  </a:cubicBezTo>
                  <a:cubicBezTo>
                    <a:pt x="87630" y="104140"/>
                    <a:pt x="78740" y="102870"/>
                    <a:pt x="72390" y="96520"/>
                  </a:cubicBezTo>
                  <a:cubicBezTo>
                    <a:pt x="66040" y="91440"/>
                    <a:pt x="59690" y="77470"/>
                    <a:pt x="63500" y="69850"/>
                  </a:cubicBezTo>
                  <a:cubicBezTo>
                    <a:pt x="68580" y="57150"/>
                    <a:pt x="91440" y="46990"/>
                    <a:pt x="119380" y="40640"/>
                  </a:cubicBezTo>
                  <a:cubicBezTo>
                    <a:pt x="190500" y="22860"/>
                    <a:pt x="463550" y="12700"/>
                    <a:pt x="510540" y="34290"/>
                  </a:cubicBezTo>
                  <a:cubicBezTo>
                    <a:pt x="523240" y="39370"/>
                    <a:pt x="529590" y="49530"/>
                    <a:pt x="529590" y="57150"/>
                  </a:cubicBezTo>
                  <a:cubicBezTo>
                    <a:pt x="529590" y="66040"/>
                    <a:pt x="513080" y="83820"/>
                    <a:pt x="504190" y="83820"/>
                  </a:cubicBezTo>
                  <a:cubicBezTo>
                    <a:pt x="496570" y="83820"/>
                    <a:pt x="478790" y="66040"/>
                    <a:pt x="478790" y="57150"/>
                  </a:cubicBezTo>
                  <a:cubicBezTo>
                    <a:pt x="480060" y="48260"/>
                    <a:pt x="499110" y="34290"/>
                    <a:pt x="506730" y="33020"/>
                  </a:cubicBezTo>
                  <a:cubicBezTo>
                    <a:pt x="514350" y="33020"/>
                    <a:pt x="524510" y="40640"/>
                    <a:pt x="527050" y="46990"/>
                  </a:cubicBezTo>
                  <a:cubicBezTo>
                    <a:pt x="529590" y="54610"/>
                    <a:pt x="529590" y="69850"/>
                    <a:pt x="521970" y="77470"/>
                  </a:cubicBezTo>
                  <a:cubicBezTo>
                    <a:pt x="511810" y="87630"/>
                    <a:pt x="486410" y="88900"/>
                    <a:pt x="457200" y="91440"/>
                  </a:cubicBezTo>
                  <a:cubicBezTo>
                    <a:pt x="398780" y="96520"/>
                    <a:pt x="257810" y="78740"/>
                    <a:pt x="186690" y="82550"/>
                  </a:cubicBezTo>
                  <a:cubicBezTo>
                    <a:pt x="139700" y="83820"/>
                    <a:pt x="88900" y="107950"/>
                    <a:pt x="72390" y="96520"/>
                  </a:cubicBezTo>
                  <a:cubicBezTo>
                    <a:pt x="63500" y="91440"/>
                    <a:pt x="62230" y="77470"/>
                    <a:pt x="63500" y="69850"/>
                  </a:cubicBezTo>
                  <a:cubicBezTo>
                    <a:pt x="66040" y="62230"/>
                    <a:pt x="71120" y="57150"/>
                    <a:pt x="80010" y="53340"/>
                  </a:cubicBezTo>
                  <a:cubicBezTo>
                    <a:pt x="105410" y="41910"/>
                    <a:pt x="184150" y="54610"/>
                    <a:pt x="231140" y="46990"/>
                  </a:cubicBezTo>
                  <a:cubicBezTo>
                    <a:pt x="273050" y="40640"/>
                    <a:pt x="327660" y="5080"/>
                    <a:pt x="349250" y="12700"/>
                  </a:cubicBezTo>
                  <a:cubicBezTo>
                    <a:pt x="360680" y="16510"/>
                    <a:pt x="368300" y="31750"/>
                    <a:pt x="368300" y="40640"/>
                  </a:cubicBezTo>
                  <a:cubicBezTo>
                    <a:pt x="367030" y="48260"/>
                    <a:pt x="360680" y="55880"/>
                    <a:pt x="349250" y="62230"/>
                  </a:cubicBezTo>
                  <a:cubicBezTo>
                    <a:pt x="308610" y="82550"/>
                    <a:pt x="77470" y="97790"/>
                    <a:pt x="29210" y="81280"/>
                  </a:cubicBezTo>
                  <a:cubicBezTo>
                    <a:pt x="12700" y="74930"/>
                    <a:pt x="1270" y="64770"/>
                    <a:pt x="1270" y="55880"/>
                  </a:cubicBezTo>
                  <a:cubicBezTo>
                    <a:pt x="0" y="48260"/>
                    <a:pt x="22860" y="30480"/>
                    <a:pt x="22860" y="3048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1547157" y="1915477"/>
            <a:ext cx="440055" cy="313372"/>
            <a:chOff x="0" y="0"/>
            <a:chExt cx="586740" cy="41783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49530" y="49530"/>
              <a:ext cx="490220" cy="326390"/>
            </a:xfrm>
            <a:custGeom>
              <a:avLst/>
              <a:gdLst/>
              <a:ahLst/>
              <a:cxnLst/>
              <a:rect r="r" b="b" t="t" l="l"/>
              <a:pathLst>
                <a:path h="326390" w="490220">
                  <a:moveTo>
                    <a:pt x="313690" y="184150"/>
                  </a:moveTo>
                  <a:cubicBezTo>
                    <a:pt x="215900" y="214630"/>
                    <a:pt x="148590" y="278130"/>
                    <a:pt x="119380" y="279400"/>
                  </a:cubicBezTo>
                  <a:cubicBezTo>
                    <a:pt x="105410" y="280670"/>
                    <a:pt x="91440" y="274320"/>
                    <a:pt x="87630" y="266700"/>
                  </a:cubicBezTo>
                  <a:cubicBezTo>
                    <a:pt x="83820" y="259080"/>
                    <a:pt x="86360" y="247650"/>
                    <a:pt x="92710" y="237490"/>
                  </a:cubicBezTo>
                  <a:cubicBezTo>
                    <a:pt x="102870" y="219710"/>
                    <a:pt x="128270" y="201930"/>
                    <a:pt x="160020" y="179070"/>
                  </a:cubicBezTo>
                  <a:cubicBezTo>
                    <a:pt x="223520" y="133350"/>
                    <a:pt x="414020" y="5080"/>
                    <a:pt x="459740" y="1270"/>
                  </a:cubicBezTo>
                  <a:cubicBezTo>
                    <a:pt x="473710" y="1270"/>
                    <a:pt x="482600" y="6350"/>
                    <a:pt x="486410" y="13970"/>
                  </a:cubicBezTo>
                  <a:cubicBezTo>
                    <a:pt x="490220" y="20320"/>
                    <a:pt x="490220" y="31750"/>
                    <a:pt x="485140" y="41910"/>
                  </a:cubicBezTo>
                  <a:cubicBezTo>
                    <a:pt x="473710" y="66040"/>
                    <a:pt x="419100" y="99060"/>
                    <a:pt x="386080" y="134620"/>
                  </a:cubicBezTo>
                  <a:cubicBezTo>
                    <a:pt x="347980" y="175260"/>
                    <a:pt x="313690" y="243840"/>
                    <a:pt x="270510" y="274320"/>
                  </a:cubicBezTo>
                  <a:cubicBezTo>
                    <a:pt x="236220" y="298450"/>
                    <a:pt x="199390" y="309880"/>
                    <a:pt x="158750" y="317500"/>
                  </a:cubicBezTo>
                  <a:cubicBezTo>
                    <a:pt x="115570" y="325120"/>
                    <a:pt x="41910" y="326390"/>
                    <a:pt x="19050" y="316230"/>
                  </a:cubicBezTo>
                  <a:cubicBezTo>
                    <a:pt x="8890" y="312420"/>
                    <a:pt x="3810" y="304800"/>
                    <a:pt x="2540" y="298450"/>
                  </a:cubicBezTo>
                  <a:cubicBezTo>
                    <a:pt x="0" y="292100"/>
                    <a:pt x="2540" y="280670"/>
                    <a:pt x="7620" y="275590"/>
                  </a:cubicBezTo>
                  <a:cubicBezTo>
                    <a:pt x="11430" y="270510"/>
                    <a:pt x="22860" y="265430"/>
                    <a:pt x="29210" y="266700"/>
                  </a:cubicBezTo>
                  <a:cubicBezTo>
                    <a:pt x="36830" y="267970"/>
                    <a:pt x="45720" y="274320"/>
                    <a:pt x="49530" y="279400"/>
                  </a:cubicBezTo>
                  <a:cubicBezTo>
                    <a:pt x="52070" y="285750"/>
                    <a:pt x="52070" y="297180"/>
                    <a:pt x="49530" y="303530"/>
                  </a:cubicBezTo>
                  <a:cubicBezTo>
                    <a:pt x="45720" y="309880"/>
                    <a:pt x="36830" y="317500"/>
                    <a:pt x="29210" y="317500"/>
                  </a:cubicBezTo>
                  <a:cubicBezTo>
                    <a:pt x="20320" y="316230"/>
                    <a:pt x="2540" y="302260"/>
                    <a:pt x="1270" y="293370"/>
                  </a:cubicBezTo>
                  <a:cubicBezTo>
                    <a:pt x="0" y="285750"/>
                    <a:pt x="7620" y="274320"/>
                    <a:pt x="19050" y="267970"/>
                  </a:cubicBezTo>
                  <a:cubicBezTo>
                    <a:pt x="43180" y="254000"/>
                    <a:pt x="135890" y="275590"/>
                    <a:pt x="172720" y="266700"/>
                  </a:cubicBezTo>
                  <a:cubicBezTo>
                    <a:pt x="195580" y="261620"/>
                    <a:pt x="207010" y="255270"/>
                    <a:pt x="226060" y="240030"/>
                  </a:cubicBezTo>
                  <a:cubicBezTo>
                    <a:pt x="261620" y="213360"/>
                    <a:pt x="307340" y="140970"/>
                    <a:pt x="349250" y="99060"/>
                  </a:cubicBezTo>
                  <a:cubicBezTo>
                    <a:pt x="386080" y="62230"/>
                    <a:pt x="434340" y="5080"/>
                    <a:pt x="459740" y="1270"/>
                  </a:cubicBezTo>
                  <a:cubicBezTo>
                    <a:pt x="471170" y="0"/>
                    <a:pt x="482600" y="6350"/>
                    <a:pt x="486410" y="13970"/>
                  </a:cubicBezTo>
                  <a:cubicBezTo>
                    <a:pt x="490220" y="20320"/>
                    <a:pt x="490220" y="31750"/>
                    <a:pt x="485140" y="41910"/>
                  </a:cubicBezTo>
                  <a:cubicBezTo>
                    <a:pt x="473710" y="60960"/>
                    <a:pt x="433070" y="80010"/>
                    <a:pt x="396240" y="102870"/>
                  </a:cubicBezTo>
                  <a:cubicBezTo>
                    <a:pt x="341630" y="137160"/>
                    <a:pt x="234950" y="189230"/>
                    <a:pt x="185420" y="223520"/>
                  </a:cubicBezTo>
                  <a:cubicBezTo>
                    <a:pt x="156210" y="243840"/>
                    <a:pt x="137160" y="275590"/>
                    <a:pt x="119380" y="279400"/>
                  </a:cubicBezTo>
                  <a:cubicBezTo>
                    <a:pt x="107950" y="281940"/>
                    <a:pt x="95250" y="278130"/>
                    <a:pt x="91440" y="271780"/>
                  </a:cubicBezTo>
                  <a:cubicBezTo>
                    <a:pt x="86360" y="264160"/>
                    <a:pt x="85090" y="250190"/>
                    <a:pt x="92710" y="237490"/>
                  </a:cubicBezTo>
                  <a:cubicBezTo>
                    <a:pt x="110490" y="208280"/>
                    <a:pt x="231140" y="148590"/>
                    <a:pt x="275590" y="138430"/>
                  </a:cubicBezTo>
                  <a:cubicBezTo>
                    <a:pt x="297180" y="133350"/>
                    <a:pt x="320040" y="134620"/>
                    <a:pt x="328930" y="142240"/>
                  </a:cubicBezTo>
                  <a:cubicBezTo>
                    <a:pt x="335280" y="147320"/>
                    <a:pt x="336550" y="157480"/>
                    <a:pt x="335280" y="165100"/>
                  </a:cubicBezTo>
                  <a:cubicBezTo>
                    <a:pt x="332740" y="172720"/>
                    <a:pt x="313690" y="184150"/>
                    <a:pt x="313690" y="18415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720512" y="1827848"/>
            <a:ext cx="401003" cy="278130"/>
            <a:chOff x="0" y="0"/>
            <a:chExt cx="534670" cy="3708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49530" y="48260"/>
              <a:ext cx="438150" cy="275590"/>
            </a:xfrm>
            <a:custGeom>
              <a:avLst/>
              <a:gdLst/>
              <a:ahLst/>
              <a:cxnLst/>
              <a:rect r="r" b="b" t="t" l="l"/>
              <a:pathLst>
                <a:path h="275590" w="438150">
                  <a:moveTo>
                    <a:pt x="384810" y="68580"/>
                  </a:moveTo>
                  <a:cubicBezTo>
                    <a:pt x="209550" y="179070"/>
                    <a:pt x="147320" y="252730"/>
                    <a:pt x="120650" y="254000"/>
                  </a:cubicBezTo>
                  <a:cubicBezTo>
                    <a:pt x="110490" y="254000"/>
                    <a:pt x="100330" y="243840"/>
                    <a:pt x="97790" y="236220"/>
                  </a:cubicBezTo>
                  <a:cubicBezTo>
                    <a:pt x="95250" y="229870"/>
                    <a:pt x="96520" y="223520"/>
                    <a:pt x="101600" y="213360"/>
                  </a:cubicBezTo>
                  <a:cubicBezTo>
                    <a:pt x="118110" y="182880"/>
                    <a:pt x="220980" y="102870"/>
                    <a:pt x="278130" y="67310"/>
                  </a:cubicBezTo>
                  <a:cubicBezTo>
                    <a:pt x="323850" y="38100"/>
                    <a:pt x="383540" y="1270"/>
                    <a:pt x="408940" y="2540"/>
                  </a:cubicBezTo>
                  <a:cubicBezTo>
                    <a:pt x="420370" y="3810"/>
                    <a:pt x="430530" y="10160"/>
                    <a:pt x="434340" y="17780"/>
                  </a:cubicBezTo>
                  <a:cubicBezTo>
                    <a:pt x="436880" y="25400"/>
                    <a:pt x="436880" y="36830"/>
                    <a:pt x="427990" y="45720"/>
                  </a:cubicBezTo>
                  <a:cubicBezTo>
                    <a:pt x="405130" y="72390"/>
                    <a:pt x="264160" y="80010"/>
                    <a:pt x="196850" y="118110"/>
                  </a:cubicBezTo>
                  <a:cubicBezTo>
                    <a:pt x="132080" y="156210"/>
                    <a:pt x="59690" y="266700"/>
                    <a:pt x="29210" y="271780"/>
                  </a:cubicBezTo>
                  <a:cubicBezTo>
                    <a:pt x="19050" y="274320"/>
                    <a:pt x="12700" y="267970"/>
                    <a:pt x="7620" y="262890"/>
                  </a:cubicBezTo>
                  <a:cubicBezTo>
                    <a:pt x="3810" y="257810"/>
                    <a:pt x="0" y="247650"/>
                    <a:pt x="2540" y="240030"/>
                  </a:cubicBezTo>
                  <a:cubicBezTo>
                    <a:pt x="8890" y="224790"/>
                    <a:pt x="62230" y="194310"/>
                    <a:pt x="78740" y="198120"/>
                  </a:cubicBezTo>
                  <a:cubicBezTo>
                    <a:pt x="88900" y="199390"/>
                    <a:pt x="97790" y="213360"/>
                    <a:pt x="99060" y="220980"/>
                  </a:cubicBezTo>
                  <a:cubicBezTo>
                    <a:pt x="100330" y="227330"/>
                    <a:pt x="95250" y="238760"/>
                    <a:pt x="90170" y="242570"/>
                  </a:cubicBezTo>
                  <a:cubicBezTo>
                    <a:pt x="85090" y="246380"/>
                    <a:pt x="73660" y="248920"/>
                    <a:pt x="66040" y="246380"/>
                  </a:cubicBezTo>
                  <a:cubicBezTo>
                    <a:pt x="59690" y="245110"/>
                    <a:pt x="50800" y="237490"/>
                    <a:pt x="49530" y="229870"/>
                  </a:cubicBezTo>
                  <a:cubicBezTo>
                    <a:pt x="48260" y="220980"/>
                    <a:pt x="59690" y="200660"/>
                    <a:pt x="68580" y="198120"/>
                  </a:cubicBezTo>
                  <a:cubicBezTo>
                    <a:pt x="76200" y="195580"/>
                    <a:pt x="96520" y="209550"/>
                    <a:pt x="99060" y="218440"/>
                  </a:cubicBezTo>
                  <a:cubicBezTo>
                    <a:pt x="101600" y="226060"/>
                    <a:pt x="93980" y="237490"/>
                    <a:pt x="85090" y="245110"/>
                  </a:cubicBezTo>
                  <a:cubicBezTo>
                    <a:pt x="72390" y="256540"/>
                    <a:pt x="38100" y="275590"/>
                    <a:pt x="22860" y="271780"/>
                  </a:cubicBezTo>
                  <a:cubicBezTo>
                    <a:pt x="12700" y="269240"/>
                    <a:pt x="2540" y="255270"/>
                    <a:pt x="1270" y="246380"/>
                  </a:cubicBezTo>
                  <a:cubicBezTo>
                    <a:pt x="1270" y="236220"/>
                    <a:pt x="8890" y="226060"/>
                    <a:pt x="20320" y="212090"/>
                  </a:cubicBezTo>
                  <a:cubicBezTo>
                    <a:pt x="44450" y="180340"/>
                    <a:pt x="106680" y="111760"/>
                    <a:pt x="165100" y="77470"/>
                  </a:cubicBezTo>
                  <a:cubicBezTo>
                    <a:pt x="232410" y="39370"/>
                    <a:pt x="372110" y="0"/>
                    <a:pt x="408940" y="2540"/>
                  </a:cubicBezTo>
                  <a:cubicBezTo>
                    <a:pt x="420370" y="3810"/>
                    <a:pt x="426720" y="7620"/>
                    <a:pt x="430530" y="12700"/>
                  </a:cubicBezTo>
                  <a:cubicBezTo>
                    <a:pt x="434340" y="17780"/>
                    <a:pt x="438150" y="27940"/>
                    <a:pt x="434340" y="35560"/>
                  </a:cubicBezTo>
                  <a:cubicBezTo>
                    <a:pt x="424180" y="59690"/>
                    <a:pt x="328930" y="92710"/>
                    <a:pt x="276860" y="128270"/>
                  </a:cubicBezTo>
                  <a:cubicBezTo>
                    <a:pt x="223520" y="165100"/>
                    <a:pt x="149860" y="255270"/>
                    <a:pt x="120650" y="254000"/>
                  </a:cubicBezTo>
                  <a:cubicBezTo>
                    <a:pt x="109220" y="252730"/>
                    <a:pt x="97790" y="240030"/>
                    <a:pt x="96520" y="231140"/>
                  </a:cubicBezTo>
                  <a:cubicBezTo>
                    <a:pt x="95250" y="220980"/>
                    <a:pt x="102870" y="208280"/>
                    <a:pt x="113030" y="195580"/>
                  </a:cubicBezTo>
                  <a:cubicBezTo>
                    <a:pt x="134620" y="168910"/>
                    <a:pt x="196850" y="124460"/>
                    <a:pt x="240030" y="95250"/>
                  </a:cubicBezTo>
                  <a:cubicBezTo>
                    <a:pt x="281940" y="67310"/>
                    <a:pt x="341630" y="20320"/>
                    <a:pt x="368300" y="20320"/>
                  </a:cubicBezTo>
                  <a:cubicBezTo>
                    <a:pt x="382270" y="20320"/>
                    <a:pt x="394970" y="29210"/>
                    <a:pt x="397510" y="38100"/>
                  </a:cubicBezTo>
                  <a:cubicBezTo>
                    <a:pt x="400050" y="45720"/>
                    <a:pt x="384810" y="68580"/>
                    <a:pt x="384810" y="6858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683365" y="1821180"/>
            <a:ext cx="519112" cy="384810"/>
            <a:chOff x="0" y="0"/>
            <a:chExt cx="692150" cy="5130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44450" y="50800"/>
              <a:ext cx="600710" cy="412750"/>
            </a:xfrm>
            <a:custGeom>
              <a:avLst/>
              <a:gdLst/>
              <a:ahLst/>
              <a:cxnLst/>
              <a:rect r="r" b="b" t="t" l="l"/>
              <a:pathLst>
                <a:path h="412750" w="600710">
                  <a:moveTo>
                    <a:pt x="412750" y="91440"/>
                  </a:moveTo>
                  <a:cubicBezTo>
                    <a:pt x="334010" y="163830"/>
                    <a:pt x="280670" y="176530"/>
                    <a:pt x="252730" y="207010"/>
                  </a:cubicBezTo>
                  <a:cubicBezTo>
                    <a:pt x="223520" y="237490"/>
                    <a:pt x="215900" y="303530"/>
                    <a:pt x="191770" y="327660"/>
                  </a:cubicBezTo>
                  <a:cubicBezTo>
                    <a:pt x="176530" y="342900"/>
                    <a:pt x="148590" y="358140"/>
                    <a:pt x="138430" y="353060"/>
                  </a:cubicBezTo>
                  <a:cubicBezTo>
                    <a:pt x="130810" y="350520"/>
                    <a:pt x="127000" y="334010"/>
                    <a:pt x="129540" y="320040"/>
                  </a:cubicBezTo>
                  <a:cubicBezTo>
                    <a:pt x="134620" y="290830"/>
                    <a:pt x="180340" y="232410"/>
                    <a:pt x="220980" y="193040"/>
                  </a:cubicBezTo>
                  <a:cubicBezTo>
                    <a:pt x="270510" y="143510"/>
                    <a:pt x="370840" y="66040"/>
                    <a:pt x="410210" y="55880"/>
                  </a:cubicBezTo>
                  <a:cubicBezTo>
                    <a:pt x="425450" y="52070"/>
                    <a:pt x="440690" y="54610"/>
                    <a:pt x="445770" y="60960"/>
                  </a:cubicBezTo>
                  <a:cubicBezTo>
                    <a:pt x="450850" y="67310"/>
                    <a:pt x="450850" y="82550"/>
                    <a:pt x="444500" y="95250"/>
                  </a:cubicBezTo>
                  <a:cubicBezTo>
                    <a:pt x="424180" y="127000"/>
                    <a:pt x="297180" y="177800"/>
                    <a:pt x="251460" y="219710"/>
                  </a:cubicBezTo>
                  <a:cubicBezTo>
                    <a:pt x="220980" y="247650"/>
                    <a:pt x="205740" y="294640"/>
                    <a:pt x="185420" y="303530"/>
                  </a:cubicBezTo>
                  <a:cubicBezTo>
                    <a:pt x="175260" y="307340"/>
                    <a:pt x="162560" y="307340"/>
                    <a:pt x="157480" y="302260"/>
                  </a:cubicBezTo>
                  <a:cubicBezTo>
                    <a:pt x="149860" y="295910"/>
                    <a:pt x="146050" y="281940"/>
                    <a:pt x="149860" y="269240"/>
                  </a:cubicBezTo>
                  <a:cubicBezTo>
                    <a:pt x="161290" y="238760"/>
                    <a:pt x="257810" y="160020"/>
                    <a:pt x="293370" y="148590"/>
                  </a:cubicBezTo>
                  <a:cubicBezTo>
                    <a:pt x="308610" y="143510"/>
                    <a:pt x="326390" y="144780"/>
                    <a:pt x="332740" y="152400"/>
                  </a:cubicBezTo>
                  <a:cubicBezTo>
                    <a:pt x="341630" y="162560"/>
                    <a:pt x="340360" y="187960"/>
                    <a:pt x="334010" y="207010"/>
                  </a:cubicBezTo>
                  <a:cubicBezTo>
                    <a:pt x="323850" y="234950"/>
                    <a:pt x="285750" y="273050"/>
                    <a:pt x="259080" y="297180"/>
                  </a:cubicBezTo>
                  <a:cubicBezTo>
                    <a:pt x="234950" y="318770"/>
                    <a:pt x="212090" y="331470"/>
                    <a:pt x="181610" y="346710"/>
                  </a:cubicBezTo>
                  <a:cubicBezTo>
                    <a:pt x="140970" y="368300"/>
                    <a:pt x="64770" y="407670"/>
                    <a:pt x="34290" y="407670"/>
                  </a:cubicBezTo>
                  <a:cubicBezTo>
                    <a:pt x="21590" y="408940"/>
                    <a:pt x="11430" y="405130"/>
                    <a:pt x="7620" y="398780"/>
                  </a:cubicBezTo>
                  <a:cubicBezTo>
                    <a:pt x="2540" y="392430"/>
                    <a:pt x="0" y="378460"/>
                    <a:pt x="6350" y="370840"/>
                  </a:cubicBezTo>
                  <a:cubicBezTo>
                    <a:pt x="24130" y="346710"/>
                    <a:pt x="176530" y="309880"/>
                    <a:pt x="210820" y="316230"/>
                  </a:cubicBezTo>
                  <a:cubicBezTo>
                    <a:pt x="223520" y="318770"/>
                    <a:pt x="231140" y="325120"/>
                    <a:pt x="233680" y="332740"/>
                  </a:cubicBezTo>
                  <a:cubicBezTo>
                    <a:pt x="236220" y="340360"/>
                    <a:pt x="233680" y="351790"/>
                    <a:pt x="226060" y="360680"/>
                  </a:cubicBezTo>
                  <a:cubicBezTo>
                    <a:pt x="205740" y="381000"/>
                    <a:pt x="93980" y="412750"/>
                    <a:pt x="63500" y="410210"/>
                  </a:cubicBezTo>
                  <a:cubicBezTo>
                    <a:pt x="50800" y="410210"/>
                    <a:pt x="41910" y="405130"/>
                    <a:pt x="38100" y="397510"/>
                  </a:cubicBezTo>
                  <a:cubicBezTo>
                    <a:pt x="34290" y="391160"/>
                    <a:pt x="33020" y="378460"/>
                    <a:pt x="40640" y="369570"/>
                  </a:cubicBezTo>
                  <a:cubicBezTo>
                    <a:pt x="57150" y="346710"/>
                    <a:pt x="156210" y="347980"/>
                    <a:pt x="207010" y="312420"/>
                  </a:cubicBezTo>
                  <a:cubicBezTo>
                    <a:pt x="269240" y="266700"/>
                    <a:pt x="321310" y="144780"/>
                    <a:pt x="372110" y="96520"/>
                  </a:cubicBezTo>
                  <a:cubicBezTo>
                    <a:pt x="405130" y="64770"/>
                    <a:pt x="434340" y="43180"/>
                    <a:pt x="466090" y="30480"/>
                  </a:cubicBezTo>
                  <a:cubicBezTo>
                    <a:pt x="494030" y="19050"/>
                    <a:pt x="532130" y="24130"/>
                    <a:pt x="548640" y="16510"/>
                  </a:cubicBezTo>
                  <a:cubicBezTo>
                    <a:pt x="558800" y="11430"/>
                    <a:pt x="560070" y="1270"/>
                    <a:pt x="567690" y="1270"/>
                  </a:cubicBezTo>
                  <a:cubicBezTo>
                    <a:pt x="575310" y="0"/>
                    <a:pt x="591820" y="6350"/>
                    <a:pt x="595630" y="13970"/>
                  </a:cubicBezTo>
                  <a:cubicBezTo>
                    <a:pt x="598170" y="21590"/>
                    <a:pt x="590550" y="45720"/>
                    <a:pt x="582930" y="48260"/>
                  </a:cubicBezTo>
                  <a:cubicBezTo>
                    <a:pt x="575310" y="52070"/>
                    <a:pt x="553720" y="41910"/>
                    <a:pt x="548640" y="34290"/>
                  </a:cubicBezTo>
                  <a:cubicBezTo>
                    <a:pt x="544830" y="29210"/>
                    <a:pt x="547370" y="16510"/>
                    <a:pt x="551180" y="11430"/>
                  </a:cubicBezTo>
                  <a:cubicBezTo>
                    <a:pt x="556260" y="5080"/>
                    <a:pt x="566420" y="0"/>
                    <a:pt x="572770" y="0"/>
                  </a:cubicBezTo>
                  <a:cubicBezTo>
                    <a:pt x="580390" y="0"/>
                    <a:pt x="590550" y="6350"/>
                    <a:pt x="594360" y="11430"/>
                  </a:cubicBezTo>
                  <a:cubicBezTo>
                    <a:pt x="598170" y="17780"/>
                    <a:pt x="600710" y="27940"/>
                    <a:pt x="595630" y="35560"/>
                  </a:cubicBezTo>
                  <a:cubicBezTo>
                    <a:pt x="585470" y="52070"/>
                    <a:pt x="513080" y="62230"/>
                    <a:pt x="480060" y="81280"/>
                  </a:cubicBezTo>
                  <a:cubicBezTo>
                    <a:pt x="450850" y="96520"/>
                    <a:pt x="431800" y="107950"/>
                    <a:pt x="403860" y="134620"/>
                  </a:cubicBezTo>
                  <a:cubicBezTo>
                    <a:pt x="355600" y="181610"/>
                    <a:pt x="294640" y="312420"/>
                    <a:pt x="229870" y="356870"/>
                  </a:cubicBezTo>
                  <a:cubicBezTo>
                    <a:pt x="177800" y="392430"/>
                    <a:pt x="95250" y="412750"/>
                    <a:pt x="63500" y="410210"/>
                  </a:cubicBezTo>
                  <a:cubicBezTo>
                    <a:pt x="50800" y="410210"/>
                    <a:pt x="41910" y="405130"/>
                    <a:pt x="38100" y="397510"/>
                  </a:cubicBezTo>
                  <a:cubicBezTo>
                    <a:pt x="34290" y="391160"/>
                    <a:pt x="33020" y="378460"/>
                    <a:pt x="40640" y="369570"/>
                  </a:cubicBezTo>
                  <a:cubicBezTo>
                    <a:pt x="57150" y="346710"/>
                    <a:pt x="180340" y="308610"/>
                    <a:pt x="210820" y="316230"/>
                  </a:cubicBezTo>
                  <a:cubicBezTo>
                    <a:pt x="223520" y="318770"/>
                    <a:pt x="233680" y="330200"/>
                    <a:pt x="234950" y="339090"/>
                  </a:cubicBezTo>
                  <a:cubicBezTo>
                    <a:pt x="236220" y="347980"/>
                    <a:pt x="227330" y="360680"/>
                    <a:pt x="214630" y="369570"/>
                  </a:cubicBezTo>
                  <a:cubicBezTo>
                    <a:pt x="185420" y="389890"/>
                    <a:pt x="59690" y="412750"/>
                    <a:pt x="29210" y="408940"/>
                  </a:cubicBezTo>
                  <a:cubicBezTo>
                    <a:pt x="17780" y="407670"/>
                    <a:pt x="11430" y="405130"/>
                    <a:pt x="7620" y="398780"/>
                  </a:cubicBezTo>
                  <a:cubicBezTo>
                    <a:pt x="2540" y="392430"/>
                    <a:pt x="0" y="381000"/>
                    <a:pt x="6350" y="370840"/>
                  </a:cubicBezTo>
                  <a:cubicBezTo>
                    <a:pt x="25400" y="337820"/>
                    <a:pt x="200660" y="289560"/>
                    <a:pt x="246380" y="247650"/>
                  </a:cubicBezTo>
                  <a:cubicBezTo>
                    <a:pt x="271780" y="223520"/>
                    <a:pt x="280670" y="175260"/>
                    <a:pt x="290830" y="175260"/>
                  </a:cubicBezTo>
                  <a:cubicBezTo>
                    <a:pt x="298450" y="175260"/>
                    <a:pt x="308610" y="191770"/>
                    <a:pt x="307340" y="201930"/>
                  </a:cubicBezTo>
                  <a:cubicBezTo>
                    <a:pt x="302260" y="226060"/>
                    <a:pt x="213360" y="293370"/>
                    <a:pt x="185420" y="303530"/>
                  </a:cubicBezTo>
                  <a:cubicBezTo>
                    <a:pt x="173990" y="307340"/>
                    <a:pt x="163830" y="307340"/>
                    <a:pt x="157480" y="302260"/>
                  </a:cubicBezTo>
                  <a:cubicBezTo>
                    <a:pt x="151130" y="297180"/>
                    <a:pt x="146050" y="285750"/>
                    <a:pt x="147320" y="274320"/>
                  </a:cubicBezTo>
                  <a:cubicBezTo>
                    <a:pt x="151130" y="252730"/>
                    <a:pt x="182880" y="213360"/>
                    <a:pt x="214630" y="184150"/>
                  </a:cubicBezTo>
                  <a:cubicBezTo>
                    <a:pt x="261620" y="139700"/>
                    <a:pt x="379730" y="54610"/>
                    <a:pt x="419100" y="52070"/>
                  </a:cubicBezTo>
                  <a:cubicBezTo>
                    <a:pt x="433070" y="50800"/>
                    <a:pt x="445770" y="58420"/>
                    <a:pt x="449580" y="66040"/>
                  </a:cubicBezTo>
                  <a:cubicBezTo>
                    <a:pt x="453390" y="73660"/>
                    <a:pt x="450850" y="83820"/>
                    <a:pt x="444500" y="95250"/>
                  </a:cubicBezTo>
                  <a:cubicBezTo>
                    <a:pt x="424180" y="124460"/>
                    <a:pt x="314960" y="172720"/>
                    <a:pt x="270510" y="213360"/>
                  </a:cubicBezTo>
                  <a:cubicBezTo>
                    <a:pt x="237490" y="243840"/>
                    <a:pt x="214630" y="289560"/>
                    <a:pt x="194310" y="304800"/>
                  </a:cubicBezTo>
                  <a:cubicBezTo>
                    <a:pt x="185420" y="312420"/>
                    <a:pt x="177800" y="317500"/>
                    <a:pt x="170180" y="317500"/>
                  </a:cubicBezTo>
                  <a:cubicBezTo>
                    <a:pt x="162560" y="316230"/>
                    <a:pt x="149860" y="311150"/>
                    <a:pt x="148590" y="300990"/>
                  </a:cubicBezTo>
                  <a:cubicBezTo>
                    <a:pt x="143510" y="279400"/>
                    <a:pt x="182880" y="210820"/>
                    <a:pt x="215900" y="171450"/>
                  </a:cubicBezTo>
                  <a:cubicBezTo>
                    <a:pt x="256540" y="125730"/>
                    <a:pt x="347980" y="58420"/>
                    <a:pt x="383540" y="52070"/>
                  </a:cubicBezTo>
                  <a:cubicBezTo>
                    <a:pt x="397510" y="50800"/>
                    <a:pt x="410210" y="55880"/>
                    <a:pt x="415290" y="63500"/>
                  </a:cubicBezTo>
                  <a:cubicBezTo>
                    <a:pt x="419100" y="69850"/>
                    <a:pt x="412750" y="91440"/>
                    <a:pt x="412750" y="9144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11982450" y="1829752"/>
            <a:ext cx="205740" cy="122873"/>
            <a:chOff x="0" y="0"/>
            <a:chExt cx="274320" cy="16383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50800" y="40640"/>
              <a:ext cx="172720" cy="73660"/>
            </a:xfrm>
            <a:custGeom>
              <a:avLst/>
              <a:gdLst/>
              <a:ahLst/>
              <a:cxnLst/>
              <a:rect r="r" b="b" t="t" l="l"/>
              <a:pathLst>
                <a:path h="73660" w="172720">
                  <a:moveTo>
                    <a:pt x="147320" y="60960"/>
                  </a:moveTo>
                  <a:cubicBezTo>
                    <a:pt x="5080" y="63500"/>
                    <a:pt x="0" y="44450"/>
                    <a:pt x="2540" y="35560"/>
                  </a:cubicBezTo>
                  <a:cubicBezTo>
                    <a:pt x="5080" y="27940"/>
                    <a:pt x="21590" y="20320"/>
                    <a:pt x="30480" y="21590"/>
                  </a:cubicBezTo>
                  <a:cubicBezTo>
                    <a:pt x="38100" y="24130"/>
                    <a:pt x="49530" y="36830"/>
                    <a:pt x="50800" y="44450"/>
                  </a:cubicBezTo>
                  <a:cubicBezTo>
                    <a:pt x="52070" y="52070"/>
                    <a:pt x="46990" y="62230"/>
                    <a:pt x="41910" y="67310"/>
                  </a:cubicBezTo>
                  <a:cubicBezTo>
                    <a:pt x="35560" y="71120"/>
                    <a:pt x="24130" y="73660"/>
                    <a:pt x="17780" y="71120"/>
                  </a:cubicBezTo>
                  <a:cubicBezTo>
                    <a:pt x="10160" y="68580"/>
                    <a:pt x="0" y="54610"/>
                    <a:pt x="0" y="46990"/>
                  </a:cubicBezTo>
                  <a:cubicBezTo>
                    <a:pt x="0" y="39370"/>
                    <a:pt x="3810" y="31750"/>
                    <a:pt x="11430" y="25400"/>
                  </a:cubicBezTo>
                  <a:cubicBezTo>
                    <a:pt x="31750" y="12700"/>
                    <a:pt x="120650" y="0"/>
                    <a:pt x="147320" y="10160"/>
                  </a:cubicBezTo>
                  <a:cubicBezTo>
                    <a:pt x="161290" y="15240"/>
                    <a:pt x="172720" y="29210"/>
                    <a:pt x="172720" y="38100"/>
                  </a:cubicBezTo>
                  <a:cubicBezTo>
                    <a:pt x="171450" y="46990"/>
                    <a:pt x="147320" y="60960"/>
                    <a:pt x="147320" y="6096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1983402" y="1822133"/>
            <a:ext cx="220028" cy="118110"/>
            <a:chOff x="0" y="0"/>
            <a:chExt cx="293370" cy="1574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49530" y="48260"/>
              <a:ext cx="195580" cy="57150"/>
            </a:xfrm>
            <a:custGeom>
              <a:avLst/>
              <a:gdLst/>
              <a:ahLst/>
              <a:cxnLst/>
              <a:rect r="r" b="b" t="t" l="l"/>
              <a:pathLst>
                <a:path h="57150" w="195580">
                  <a:moveTo>
                    <a:pt x="168910" y="55880"/>
                  </a:moveTo>
                  <a:cubicBezTo>
                    <a:pt x="3810" y="46990"/>
                    <a:pt x="1270" y="38100"/>
                    <a:pt x="1270" y="30480"/>
                  </a:cubicBezTo>
                  <a:cubicBezTo>
                    <a:pt x="1270" y="24130"/>
                    <a:pt x="7620" y="12700"/>
                    <a:pt x="13970" y="10160"/>
                  </a:cubicBezTo>
                  <a:cubicBezTo>
                    <a:pt x="21590" y="7620"/>
                    <a:pt x="44450" y="12700"/>
                    <a:pt x="49530" y="20320"/>
                  </a:cubicBezTo>
                  <a:cubicBezTo>
                    <a:pt x="53340" y="25400"/>
                    <a:pt x="52070" y="38100"/>
                    <a:pt x="49530" y="43180"/>
                  </a:cubicBezTo>
                  <a:cubicBezTo>
                    <a:pt x="45720" y="49530"/>
                    <a:pt x="36830" y="57150"/>
                    <a:pt x="30480" y="57150"/>
                  </a:cubicBezTo>
                  <a:cubicBezTo>
                    <a:pt x="21590" y="57150"/>
                    <a:pt x="6350" y="49530"/>
                    <a:pt x="3810" y="41910"/>
                  </a:cubicBezTo>
                  <a:cubicBezTo>
                    <a:pt x="0" y="34290"/>
                    <a:pt x="3810" y="19050"/>
                    <a:pt x="11430" y="11430"/>
                  </a:cubicBezTo>
                  <a:cubicBezTo>
                    <a:pt x="25400" y="0"/>
                    <a:pt x="71120" y="2540"/>
                    <a:pt x="100330" y="2540"/>
                  </a:cubicBezTo>
                  <a:cubicBezTo>
                    <a:pt x="129540" y="2540"/>
                    <a:pt x="172720" y="0"/>
                    <a:pt x="185420" y="11430"/>
                  </a:cubicBezTo>
                  <a:cubicBezTo>
                    <a:pt x="193040" y="17780"/>
                    <a:pt x="195580" y="31750"/>
                    <a:pt x="193040" y="39370"/>
                  </a:cubicBezTo>
                  <a:cubicBezTo>
                    <a:pt x="190500" y="46990"/>
                    <a:pt x="168910" y="55880"/>
                    <a:pt x="168910" y="5588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08" id="108"/>
          <p:cNvSpPr/>
          <p:nvPr/>
        </p:nvSpPr>
        <p:spPr>
          <a:xfrm flipH="false" flipV="false" rot="0">
            <a:off x="6752693" y="1232153"/>
            <a:ext cx="4151051" cy="420435"/>
          </a:xfrm>
          <a:custGeom>
            <a:avLst/>
            <a:gdLst/>
            <a:ahLst/>
            <a:cxnLst/>
            <a:rect r="r" b="b" t="t" l="l"/>
            <a:pathLst>
              <a:path h="420435" w="4151051">
                <a:moveTo>
                  <a:pt x="0" y="0"/>
                </a:moveTo>
                <a:lnTo>
                  <a:pt x="4151051" y="0"/>
                </a:lnTo>
                <a:lnTo>
                  <a:pt x="4151051" y="420435"/>
                </a:lnTo>
                <a:lnTo>
                  <a:pt x="0" y="4204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-2167111">
            <a:off x="1241612" y="464488"/>
            <a:ext cx="1858030" cy="2654328"/>
          </a:xfrm>
          <a:custGeom>
            <a:avLst/>
            <a:gdLst/>
            <a:ahLst/>
            <a:cxnLst/>
            <a:rect r="r" b="b" t="t" l="l"/>
            <a:pathLst>
              <a:path h="2654328" w="1858030">
                <a:moveTo>
                  <a:pt x="0" y="0"/>
                </a:moveTo>
                <a:lnTo>
                  <a:pt x="1858030" y="0"/>
                </a:lnTo>
                <a:lnTo>
                  <a:pt x="1858030" y="2654329"/>
                </a:lnTo>
                <a:lnTo>
                  <a:pt x="0" y="26543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15990149" y="3411350"/>
            <a:ext cx="2084832" cy="3372522"/>
          </a:xfrm>
          <a:custGeom>
            <a:avLst/>
            <a:gdLst/>
            <a:ahLst/>
            <a:cxnLst/>
            <a:rect r="r" b="b" t="t" l="l"/>
            <a:pathLst>
              <a:path h="3372522" w="2084832">
                <a:moveTo>
                  <a:pt x="0" y="0"/>
                </a:moveTo>
                <a:lnTo>
                  <a:pt x="2084832" y="0"/>
                </a:lnTo>
                <a:lnTo>
                  <a:pt x="2084832" y="3372522"/>
                </a:lnTo>
                <a:lnTo>
                  <a:pt x="0" y="33725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1" id="111"/>
          <p:cNvSpPr txBox="true"/>
          <p:nvPr/>
        </p:nvSpPr>
        <p:spPr>
          <a:xfrm rot="0">
            <a:off x="6039475" y="-33535"/>
            <a:ext cx="5507682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Conclusão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12930188" y="1577340"/>
            <a:ext cx="2265998" cy="605790"/>
            <a:chOff x="0" y="0"/>
            <a:chExt cx="3021330" cy="80772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46990" y="36830"/>
              <a:ext cx="2927350" cy="721360"/>
            </a:xfrm>
            <a:custGeom>
              <a:avLst/>
              <a:gdLst/>
              <a:ahLst/>
              <a:cxnLst/>
              <a:rect r="r" b="b" t="t" l="l"/>
              <a:pathLst>
                <a:path h="721360" w="2927350">
                  <a:moveTo>
                    <a:pt x="107950" y="220980"/>
                  </a:moveTo>
                  <a:cubicBezTo>
                    <a:pt x="537210" y="393700"/>
                    <a:pt x="648970" y="412750"/>
                    <a:pt x="725170" y="391160"/>
                  </a:cubicBezTo>
                  <a:cubicBezTo>
                    <a:pt x="783590" y="374650"/>
                    <a:pt x="825500" y="313690"/>
                    <a:pt x="867410" y="288290"/>
                  </a:cubicBezTo>
                  <a:cubicBezTo>
                    <a:pt x="897890" y="270510"/>
                    <a:pt x="919480" y="271780"/>
                    <a:pt x="951230" y="250190"/>
                  </a:cubicBezTo>
                  <a:cubicBezTo>
                    <a:pt x="1004570" y="213360"/>
                    <a:pt x="1082040" y="99060"/>
                    <a:pt x="1139190" y="60960"/>
                  </a:cubicBezTo>
                  <a:cubicBezTo>
                    <a:pt x="1176020" y="36830"/>
                    <a:pt x="1193800" y="30480"/>
                    <a:pt x="1242060" y="20320"/>
                  </a:cubicBezTo>
                  <a:cubicBezTo>
                    <a:pt x="1344930" y="0"/>
                    <a:pt x="1647190" y="8890"/>
                    <a:pt x="1746250" y="13970"/>
                  </a:cubicBezTo>
                  <a:cubicBezTo>
                    <a:pt x="1788160" y="16510"/>
                    <a:pt x="1794510" y="15240"/>
                    <a:pt x="1833880" y="24130"/>
                  </a:cubicBezTo>
                  <a:cubicBezTo>
                    <a:pt x="1920240" y="44450"/>
                    <a:pt x="2139950" y="119380"/>
                    <a:pt x="2244090" y="165100"/>
                  </a:cubicBezTo>
                  <a:cubicBezTo>
                    <a:pt x="2311400" y="194310"/>
                    <a:pt x="2350770" y="214630"/>
                    <a:pt x="2405380" y="251460"/>
                  </a:cubicBezTo>
                  <a:cubicBezTo>
                    <a:pt x="2471420" y="297180"/>
                    <a:pt x="2540000" y="386080"/>
                    <a:pt x="2607310" y="425450"/>
                  </a:cubicBezTo>
                  <a:cubicBezTo>
                    <a:pt x="2660650" y="458470"/>
                    <a:pt x="2717800" y="461010"/>
                    <a:pt x="2767330" y="486410"/>
                  </a:cubicBezTo>
                  <a:cubicBezTo>
                    <a:pt x="2816860" y="511810"/>
                    <a:pt x="2881630" y="543560"/>
                    <a:pt x="2904490" y="577850"/>
                  </a:cubicBezTo>
                  <a:cubicBezTo>
                    <a:pt x="2921000" y="603250"/>
                    <a:pt x="2924810" y="636270"/>
                    <a:pt x="2921000" y="657860"/>
                  </a:cubicBezTo>
                  <a:cubicBezTo>
                    <a:pt x="2917190" y="675640"/>
                    <a:pt x="2903220" y="692150"/>
                    <a:pt x="2887980" y="702310"/>
                  </a:cubicBezTo>
                  <a:cubicBezTo>
                    <a:pt x="2874010" y="713740"/>
                    <a:pt x="2853690" y="721360"/>
                    <a:pt x="2835910" y="718820"/>
                  </a:cubicBezTo>
                  <a:cubicBezTo>
                    <a:pt x="2813050" y="717550"/>
                    <a:pt x="2777490" y="699770"/>
                    <a:pt x="2764790" y="679450"/>
                  </a:cubicBezTo>
                  <a:cubicBezTo>
                    <a:pt x="2752090" y="659130"/>
                    <a:pt x="2750820" y="619760"/>
                    <a:pt x="2758440" y="599440"/>
                  </a:cubicBezTo>
                  <a:cubicBezTo>
                    <a:pt x="2763520" y="581660"/>
                    <a:pt x="2777490" y="565150"/>
                    <a:pt x="2795270" y="557530"/>
                  </a:cubicBezTo>
                  <a:cubicBezTo>
                    <a:pt x="2815590" y="548640"/>
                    <a:pt x="2854960" y="544830"/>
                    <a:pt x="2876550" y="554990"/>
                  </a:cubicBezTo>
                  <a:cubicBezTo>
                    <a:pt x="2896870" y="565150"/>
                    <a:pt x="2918460" y="599440"/>
                    <a:pt x="2923540" y="621030"/>
                  </a:cubicBezTo>
                  <a:cubicBezTo>
                    <a:pt x="2927350" y="638810"/>
                    <a:pt x="2922270" y="660400"/>
                    <a:pt x="2913380" y="675640"/>
                  </a:cubicBezTo>
                  <a:cubicBezTo>
                    <a:pt x="2904490" y="690880"/>
                    <a:pt x="2887980" y="704850"/>
                    <a:pt x="2872740" y="712470"/>
                  </a:cubicBezTo>
                  <a:cubicBezTo>
                    <a:pt x="2856230" y="718820"/>
                    <a:pt x="2838450" y="721360"/>
                    <a:pt x="2816860" y="716280"/>
                  </a:cubicBezTo>
                  <a:cubicBezTo>
                    <a:pt x="2782570" y="708660"/>
                    <a:pt x="2736850" y="662940"/>
                    <a:pt x="2689860" y="640080"/>
                  </a:cubicBezTo>
                  <a:cubicBezTo>
                    <a:pt x="2637790" y="614680"/>
                    <a:pt x="2562860" y="596900"/>
                    <a:pt x="2517140" y="572770"/>
                  </a:cubicBezTo>
                  <a:cubicBezTo>
                    <a:pt x="2484120" y="554990"/>
                    <a:pt x="2466340" y="541020"/>
                    <a:pt x="2437130" y="516890"/>
                  </a:cubicBezTo>
                  <a:cubicBezTo>
                    <a:pt x="2399030" y="483870"/>
                    <a:pt x="2350770" y="416560"/>
                    <a:pt x="2310130" y="384810"/>
                  </a:cubicBezTo>
                  <a:cubicBezTo>
                    <a:pt x="2279650" y="360680"/>
                    <a:pt x="2256790" y="349250"/>
                    <a:pt x="2221230" y="332740"/>
                  </a:cubicBezTo>
                  <a:cubicBezTo>
                    <a:pt x="2171700" y="312420"/>
                    <a:pt x="2101850" y="299720"/>
                    <a:pt x="2042160" y="276860"/>
                  </a:cubicBezTo>
                  <a:cubicBezTo>
                    <a:pt x="1978660" y="254000"/>
                    <a:pt x="1905000" y="210820"/>
                    <a:pt x="1850390" y="195580"/>
                  </a:cubicBezTo>
                  <a:cubicBezTo>
                    <a:pt x="1811020" y="185420"/>
                    <a:pt x="1794510" y="186690"/>
                    <a:pt x="1746250" y="184150"/>
                  </a:cubicBezTo>
                  <a:cubicBezTo>
                    <a:pt x="1642110" y="177800"/>
                    <a:pt x="1367790" y="140970"/>
                    <a:pt x="1245870" y="189230"/>
                  </a:cubicBezTo>
                  <a:cubicBezTo>
                    <a:pt x="1158240" y="223520"/>
                    <a:pt x="1125220" y="312420"/>
                    <a:pt x="1054100" y="365760"/>
                  </a:cubicBezTo>
                  <a:cubicBezTo>
                    <a:pt x="976630" y="424180"/>
                    <a:pt x="868680" y="496570"/>
                    <a:pt x="796290" y="524510"/>
                  </a:cubicBezTo>
                  <a:cubicBezTo>
                    <a:pt x="751840" y="541020"/>
                    <a:pt x="723900" y="544830"/>
                    <a:pt x="678180" y="546100"/>
                  </a:cubicBezTo>
                  <a:cubicBezTo>
                    <a:pt x="615950" y="548640"/>
                    <a:pt x="520700" y="534670"/>
                    <a:pt x="457200" y="521970"/>
                  </a:cubicBezTo>
                  <a:cubicBezTo>
                    <a:pt x="406400" y="511810"/>
                    <a:pt x="375920" y="502920"/>
                    <a:pt x="323850" y="483870"/>
                  </a:cubicBezTo>
                  <a:cubicBezTo>
                    <a:pt x="245110" y="455930"/>
                    <a:pt x="78740" y="392430"/>
                    <a:pt x="33020" y="353060"/>
                  </a:cubicBezTo>
                  <a:cubicBezTo>
                    <a:pt x="15240" y="336550"/>
                    <a:pt x="7620" y="323850"/>
                    <a:pt x="3810" y="307340"/>
                  </a:cubicBezTo>
                  <a:cubicBezTo>
                    <a:pt x="0" y="290830"/>
                    <a:pt x="3810" y="269240"/>
                    <a:pt x="12700" y="254000"/>
                  </a:cubicBezTo>
                  <a:cubicBezTo>
                    <a:pt x="20320" y="238760"/>
                    <a:pt x="38100" y="224790"/>
                    <a:pt x="54610" y="219710"/>
                  </a:cubicBezTo>
                  <a:cubicBezTo>
                    <a:pt x="69850" y="213360"/>
                    <a:pt x="107950" y="220980"/>
                    <a:pt x="107950" y="22098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2875895" y="1767840"/>
            <a:ext cx="884873" cy="212408"/>
            <a:chOff x="0" y="0"/>
            <a:chExt cx="1179830" cy="28321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44450" y="25400"/>
              <a:ext cx="1087120" cy="223520"/>
            </a:xfrm>
            <a:custGeom>
              <a:avLst/>
              <a:gdLst/>
              <a:ahLst/>
              <a:cxnLst/>
              <a:rect r="r" b="b" t="t" l="l"/>
              <a:pathLst>
                <a:path h="223520" w="1087120">
                  <a:moveTo>
                    <a:pt x="80010" y="30480"/>
                  </a:moveTo>
                  <a:cubicBezTo>
                    <a:pt x="511810" y="44450"/>
                    <a:pt x="935990" y="0"/>
                    <a:pt x="1026160" y="29210"/>
                  </a:cubicBezTo>
                  <a:cubicBezTo>
                    <a:pt x="1051560" y="36830"/>
                    <a:pt x="1059180" y="46990"/>
                    <a:pt x="1069340" y="60960"/>
                  </a:cubicBezTo>
                  <a:cubicBezTo>
                    <a:pt x="1078230" y="74930"/>
                    <a:pt x="1085850" y="95250"/>
                    <a:pt x="1083310" y="113030"/>
                  </a:cubicBezTo>
                  <a:cubicBezTo>
                    <a:pt x="1080770" y="134620"/>
                    <a:pt x="1060450" y="167640"/>
                    <a:pt x="1042670" y="180340"/>
                  </a:cubicBezTo>
                  <a:cubicBezTo>
                    <a:pt x="1028700" y="190500"/>
                    <a:pt x="1007110" y="194310"/>
                    <a:pt x="990600" y="191770"/>
                  </a:cubicBezTo>
                  <a:cubicBezTo>
                    <a:pt x="974090" y="190500"/>
                    <a:pt x="953770" y="182880"/>
                    <a:pt x="941070" y="170180"/>
                  </a:cubicBezTo>
                  <a:cubicBezTo>
                    <a:pt x="927100" y="153670"/>
                    <a:pt x="914400" y="116840"/>
                    <a:pt x="915670" y="95250"/>
                  </a:cubicBezTo>
                  <a:cubicBezTo>
                    <a:pt x="918210" y="77470"/>
                    <a:pt x="929640" y="59690"/>
                    <a:pt x="941070" y="46990"/>
                  </a:cubicBezTo>
                  <a:cubicBezTo>
                    <a:pt x="953770" y="35560"/>
                    <a:pt x="971550" y="25400"/>
                    <a:pt x="990600" y="25400"/>
                  </a:cubicBezTo>
                  <a:cubicBezTo>
                    <a:pt x="1012190" y="24130"/>
                    <a:pt x="1047750" y="35560"/>
                    <a:pt x="1062990" y="53340"/>
                  </a:cubicBezTo>
                  <a:cubicBezTo>
                    <a:pt x="1078230" y="71120"/>
                    <a:pt x="1087120" y="107950"/>
                    <a:pt x="1080770" y="130810"/>
                  </a:cubicBezTo>
                  <a:cubicBezTo>
                    <a:pt x="1074420" y="153670"/>
                    <a:pt x="1057910" y="173990"/>
                    <a:pt x="1026160" y="187960"/>
                  </a:cubicBezTo>
                  <a:cubicBezTo>
                    <a:pt x="946150" y="223520"/>
                    <a:pt x="671830" y="204470"/>
                    <a:pt x="529590" y="205740"/>
                  </a:cubicBezTo>
                  <a:cubicBezTo>
                    <a:pt x="420370" y="207010"/>
                    <a:pt x="330200" y="205740"/>
                    <a:pt x="242570" y="200660"/>
                  </a:cubicBezTo>
                  <a:cubicBezTo>
                    <a:pt x="170180" y="195580"/>
                    <a:pt x="81280" y="198120"/>
                    <a:pt x="43180" y="177800"/>
                  </a:cubicBezTo>
                  <a:cubicBezTo>
                    <a:pt x="22860" y="167640"/>
                    <a:pt x="12700" y="152400"/>
                    <a:pt x="6350" y="135890"/>
                  </a:cubicBezTo>
                  <a:cubicBezTo>
                    <a:pt x="0" y="120650"/>
                    <a:pt x="0" y="96520"/>
                    <a:pt x="6350" y="80010"/>
                  </a:cubicBezTo>
                  <a:cubicBezTo>
                    <a:pt x="12700" y="64770"/>
                    <a:pt x="29210" y="46990"/>
                    <a:pt x="43180" y="39370"/>
                  </a:cubicBezTo>
                  <a:cubicBezTo>
                    <a:pt x="54610" y="31750"/>
                    <a:pt x="80010" y="30480"/>
                    <a:pt x="80010" y="3048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13618845" y="1559242"/>
            <a:ext cx="1866900" cy="796290"/>
            <a:chOff x="0" y="0"/>
            <a:chExt cx="2489200" cy="10617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49530" y="48260"/>
              <a:ext cx="2390140" cy="965200"/>
            </a:xfrm>
            <a:custGeom>
              <a:avLst/>
              <a:gdLst/>
              <a:ahLst/>
              <a:cxnLst/>
              <a:rect r="r" b="b" t="t" l="l"/>
              <a:pathLst>
                <a:path h="965200" w="2390140">
                  <a:moveTo>
                    <a:pt x="521970" y="237490"/>
                  </a:moveTo>
                  <a:cubicBezTo>
                    <a:pt x="203200" y="336550"/>
                    <a:pt x="167640" y="400050"/>
                    <a:pt x="138430" y="420370"/>
                  </a:cubicBezTo>
                  <a:cubicBezTo>
                    <a:pt x="123190" y="430530"/>
                    <a:pt x="114300" y="434340"/>
                    <a:pt x="101600" y="436880"/>
                  </a:cubicBezTo>
                  <a:cubicBezTo>
                    <a:pt x="88900" y="439420"/>
                    <a:pt x="73660" y="439420"/>
                    <a:pt x="60960" y="435610"/>
                  </a:cubicBezTo>
                  <a:cubicBezTo>
                    <a:pt x="48260" y="431800"/>
                    <a:pt x="35560" y="424180"/>
                    <a:pt x="25400" y="415290"/>
                  </a:cubicBezTo>
                  <a:cubicBezTo>
                    <a:pt x="16510" y="405130"/>
                    <a:pt x="8890" y="392430"/>
                    <a:pt x="5080" y="379730"/>
                  </a:cubicBezTo>
                  <a:cubicBezTo>
                    <a:pt x="0" y="368300"/>
                    <a:pt x="0" y="353060"/>
                    <a:pt x="1270" y="339090"/>
                  </a:cubicBezTo>
                  <a:cubicBezTo>
                    <a:pt x="3810" y="326390"/>
                    <a:pt x="10160" y="316230"/>
                    <a:pt x="17780" y="302260"/>
                  </a:cubicBezTo>
                  <a:cubicBezTo>
                    <a:pt x="29210" y="281940"/>
                    <a:pt x="41910" y="256540"/>
                    <a:pt x="68580" y="228600"/>
                  </a:cubicBezTo>
                  <a:cubicBezTo>
                    <a:pt x="118110" y="177800"/>
                    <a:pt x="250190" y="76200"/>
                    <a:pt x="316230" y="41910"/>
                  </a:cubicBezTo>
                  <a:cubicBezTo>
                    <a:pt x="354330" y="22860"/>
                    <a:pt x="375920" y="19050"/>
                    <a:pt x="412750" y="12700"/>
                  </a:cubicBezTo>
                  <a:cubicBezTo>
                    <a:pt x="463550" y="3810"/>
                    <a:pt x="527050" y="0"/>
                    <a:pt x="593090" y="2540"/>
                  </a:cubicBezTo>
                  <a:cubicBezTo>
                    <a:pt x="673100" y="5080"/>
                    <a:pt x="772160" y="20320"/>
                    <a:pt x="857250" y="38100"/>
                  </a:cubicBezTo>
                  <a:cubicBezTo>
                    <a:pt x="939800" y="54610"/>
                    <a:pt x="1027430" y="81280"/>
                    <a:pt x="1097280" y="105410"/>
                  </a:cubicBezTo>
                  <a:cubicBezTo>
                    <a:pt x="1150620" y="124460"/>
                    <a:pt x="1212850" y="144780"/>
                    <a:pt x="1239520" y="166370"/>
                  </a:cubicBezTo>
                  <a:cubicBezTo>
                    <a:pt x="1253490" y="176530"/>
                    <a:pt x="1259840" y="186690"/>
                    <a:pt x="1264920" y="199390"/>
                  </a:cubicBezTo>
                  <a:cubicBezTo>
                    <a:pt x="1270000" y="212090"/>
                    <a:pt x="1272540" y="227330"/>
                    <a:pt x="1271270" y="241300"/>
                  </a:cubicBezTo>
                  <a:cubicBezTo>
                    <a:pt x="1270000" y="255270"/>
                    <a:pt x="1264920" y="270510"/>
                    <a:pt x="1257300" y="281940"/>
                  </a:cubicBezTo>
                  <a:cubicBezTo>
                    <a:pt x="1250950" y="293370"/>
                    <a:pt x="1240790" y="304800"/>
                    <a:pt x="1226820" y="311150"/>
                  </a:cubicBezTo>
                  <a:cubicBezTo>
                    <a:pt x="1211580" y="318770"/>
                    <a:pt x="1192530" y="322580"/>
                    <a:pt x="1165860" y="320040"/>
                  </a:cubicBezTo>
                  <a:cubicBezTo>
                    <a:pt x="1113790" y="316230"/>
                    <a:pt x="1021080" y="270510"/>
                    <a:pt x="944880" y="250190"/>
                  </a:cubicBezTo>
                  <a:cubicBezTo>
                    <a:pt x="864870" y="228600"/>
                    <a:pt x="756920" y="201930"/>
                    <a:pt x="694690" y="195580"/>
                  </a:cubicBezTo>
                  <a:cubicBezTo>
                    <a:pt x="657860" y="191770"/>
                    <a:pt x="623570" y="203200"/>
                    <a:pt x="607060" y="195580"/>
                  </a:cubicBezTo>
                  <a:cubicBezTo>
                    <a:pt x="598170" y="191770"/>
                    <a:pt x="595630" y="176530"/>
                    <a:pt x="591820" y="177800"/>
                  </a:cubicBezTo>
                  <a:cubicBezTo>
                    <a:pt x="585470" y="177800"/>
                    <a:pt x="582930" y="205740"/>
                    <a:pt x="575310" y="215900"/>
                  </a:cubicBezTo>
                  <a:cubicBezTo>
                    <a:pt x="567690" y="227330"/>
                    <a:pt x="554990" y="237490"/>
                    <a:pt x="542290" y="243840"/>
                  </a:cubicBezTo>
                  <a:cubicBezTo>
                    <a:pt x="530860" y="250190"/>
                    <a:pt x="514350" y="252730"/>
                    <a:pt x="501650" y="252730"/>
                  </a:cubicBezTo>
                  <a:cubicBezTo>
                    <a:pt x="487680" y="252730"/>
                    <a:pt x="472440" y="247650"/>
                    <a:pt x="459740" y="241300"/>
                  </a:cubicBezTo>
                  <a:cubicBezTo>
                    <a:pt x="448310" y="234950"/>
                    <a:pt x="436880" y="224790"/>
                    <a:pt x="429260" y="212090"/>
                  </a:cubicBezTo>
                  <a:cubicBezTo>
                    <a:pt x="420370" y="196850"/>
                    <a:pt x="410210" y="168910"/>
                    <a:pt x="416560" y="151130"/>
                  </a:cubicBezTo>
                  <a:cubicBezTo>
                    <a:pt x="422910" y="129540"/>
                    <a:pt x="453390" y="110490"/>
                    <a:pt x="478790" y="95250"/>
                  </a:cubicBezTo>
                  <a:cubicBezTo>
                    <a:pt x="506730" y="78740"/>
                    <a:pt x="537210" y="67310"/>
                    <a:pt x="576580" y="59690"/>
                  </a:cubicBezTo>
                  <a:cubicBezTo>
                    <a:pt x="637540" y="49530"/>
                    <a:pt x="722630" y="45720"/>
                    <a:pt x="812800" y="58420"/>
                  </a:cubicBezTo>
                  <a:cubicBezTo>
                    <a:pt x="939800" y="77470"/>
                    <a:pt x="1176020" y="161290"/>
                    <a:pt x="1264920" y="196850"/>
                  </a:cubicBezTo>
                  <a:cubicBezTo>
                    <a:pt x="1304290" y="210820"/>
                    <a:pt x="1313180" y="215900"/>
                    <a:pt x="1347470" y="234950"/>
                  </a:cubicBezTo>
                  <a:cubicBezTo>
                    <a:pt x="1414780" y="274320"/>
                    <a:pt x="1515110" y="360680"/>
                    <a:pt x="1634490" y="426720"/>
                  </a:cubicBezTo>
                  <a:cubicBezTo>
                    <a:pt x="1809750" y="525780"/>
                    <a:pt x="2204720" y="641350"/>
                    <a:pt x="2312670" y="737870"/>
                  </a:cubicBezTo>
                  <a:cubicBezTo>
                    <a:pt x="2360930" y="781050"/>
                    <a:pt x="2382520" y="829310"/>
                    <a:pt x="2387600" y="863600"/>
                  </a:cubicBezTo>
                  <a:cubicBezTo>
                    <a:pt x="2390140" y="885190"/>
                    <a:pt x="2383790" y="904240"/>
                    <a:pt x="2373630" y="919480"/>
                  </a:cubicBezTo>
                  <a:cubicBezTo>
                    <a:pt x="2363470" y="935990"/>
                    <a:pt x="2345690" y="949960"/>
                    <a:pt x="2327910" y="956310"/>
                  </a:cubicBezTo>
                  <a:cubicBezTo>
                    <a:pt x="2311400" y="962660"/>
                    <a:pt x="2287270" y="963930"/>
                    <a:pt x="2269490" y="958850"/>
                  </a:cubicBezTo>
                  <a:cubicBezTo>
                    <a:pt x="2251710" y="953770"/>
                    <a:pt x="2232660" y="939800"/>
                    <a:pt x="2222500" y="924560"/>
                  </a:cubicBezTo>
                  <a:cubicBezTo>
                    <a:pt x="2211070" y="909320"/>
                    <a:pt x="2203450" y="889000"/>
                    <a:pt x="2204720" y="868680"/>
                  </a:cubicBezTo>
                  <a:cubicBezTo>
                    <a:pt x="2207260" y="845820"/>
                    <a:pt x="2227580" y="808990"/>
                    <a:pt x="2246630" y="793750"/>
                  </a:cubicBezTo>
                  <a:cubicBezTo>
                    <a:pt x="2261870" y="782320"/>
                    <a:pt x="2284730" y="778510"/>
                    <a:pt x="2303780" y="779780"/>
                  </a:cubicBezTo>
                  <a:cubicBezTo>
                    <a:pt x="2321560" y="781050"/>
                    <a:pt x="2343150" y="791210"/>
                    <a:pt x="2357120" y="802640"/>
                  </a:cubicBezTo>
                  <a:cubicBezTo>
                    <a:pt x="2371090" y="815340"/>
                    <a:pt x="2382520" y="835660"/>
                    <a:pt x="2386330" y="853440"/>
                  </a:cubicBezTo>
                  <a:cubicBezTo>
                    <a:pt x="2390140" y="871220"/>
                    <a:pt x="2388870" y="894080"/>
                    <a:pt x="2378710" y="911860"/>
                  </a:cubicBezTo>
                  <a:cubicBezTo>
                    <a:pt x="2366010" y="932180"/>
                    <a:pt x="2334260" y="957580"/>
                    <a:pt x="2308860" y="961390"/>
                  </a:cubicBezTo>
                  <a:cubicBezTo>
                    <a:pt x="2284730" y="965200"/>
                    <a:pt x="2245360" y="948690"/>
                    <a:pt x="2228850" y="932180"/>
                  </a:cubicBezTo>
                  <a:cubicBezTo>
                    <a:pt x="2214880" y="919480"/>
                    <a:pt x="2225040" y="899160"/>
                    <a:pt x="2205990" y="878840"/>
                  </a:cubicBezTo>
                  <a:cubicBezTo>
                    <a:pt x="2136140" y="808990"/>
                    <a:pt x="1725930" y="681990"/>
                    <a:pt x="1551940" y="584200"/>
                  </a:cubicBezTo>
                  <a:cubicBezTo>
                    <a:pt x="1427480" y="515620"/>
                    <a:pt x="1361440" y="434340"/>
                    <a:pt x="1245870" y="378460"/>
                  </a:cubicBezTo>
                  <a:cubicBezTo>
                    <a:pt x="1113790" y="314960"/>
                    <a:pt x="928370" y="257810"/>
                    <a:pt x="797560" y="237490"/>
                  </a:cubicBezTo>
                  <a:cubicBezTo>
                    <a:pt x="698500" y="220980"/>
                    <a:pt x="539750" y="256540"/>
                    <a:pt x="530860" y="234950"/>
                  </a:cubicBezTo>
                  <a:cubicBezTo>
                    <a:pt x="527050" y="222250"/>
                    <a:pt x="588010" y="173990"/>
                    <a:pt x="591820" y="177800"/>
                  </a:cubicBezTo>
                  <a:cubicBezTo>
                    <a:pt x="594360" y="179070"/>
                    <a:pt x="582930" y="205740"/>
                    <a:pt x="575310" y="215900"/>
                  </a:cubicBezTo>
                  <a:cubicBezTo>
                    <a:pt x="567690" y="227330"/>
                    <a:pt x="554990" y="237490"/>
                    <a:pt x="542290" y="243840"/>
                  </a:cubicBezTo>
                  <a:cubicBezTo>
                    <a:pt x="530860" y="250190"/>
                    <a:pt x="514350" y="252730"/>
                    <a:pt x="501650" y="252730"/>
                  </a:cubicBezTo>
                  <a:cubicBezTo>
                    <a:pt x="487680" y="252730"/>
                    <a:pt x="472440" y="247650"/>
                    <a:pt x="459740" y="241300"/>
                  </a:cubicBezTo>
                  <a:cubicBezTo>
                    <a:pt x="448310" y="234950"/>
                    <a:pt x="436880" y="224790"/>
                    <a:pt x="429260" y="212090"/>
                  </a:cubicBezTo>
                  <a:cubicBezTo>
                    <a:pt x="420370" y="196850"/>
                    <a:pt x="414020" y="170180"/>
                    <a:pt x="416560" y="151130"/>
                  </a:cubicBezTo>
                  <a:cubicBezTo>
                    <a:pt x="417830" y="130810"/>
                    <a:pt x="427990" y="110490"/>
                    <a:pt x="441960" y="92710"/>
                  </a:cubicBezTo>
                  <a:cubicBezTo>
                    <a:pt x="459740" y="72390"/>
                    <a:pt x="495300" y="50800"/>
                    <a:pt x="523240" y="39370"/>
                  </a:cubicBezTo>
                  <a:cubicBezTo>
                    <a:pt x="547370" y="27940"/>
                    <a:pt x="571500" y="24130"/>
                    <a:pt x="596900" y="20320"/>
                  </a:cubicBezTo>
                  <a:cubicBezTo>
                    <a:pt x="624840" y="17780"/>
                    <a:pt x="646430" y="17780"/>
                    <a:pt x="681990" y="21590"/>
                  </a:cubicBezTo>
                  <a:cubicBezTo>
                    <a:pt x="745490" y="27940"/>
                    <a:pt x="857250" y="49530"/>
                    <a:pt x="946150" y="72390"/>
                  </a:cubicBezTo>
                  <a:cubicBezTo>
                    <a:pt x="1042670" y="97790"/>
                    <a:pt x="1196340" y="134620"/>
                    <a:pt x="1239520" y="166370"/>
                  </a:cubicBezTo>
                  <a:cubicBezTo>
                    <a:pt x="1256030" y="176530"/>
                    <a:pt x="1259840" y="186690"/>
                    <a:pt x="1264920" y="199390"/>
                  </a:cubicBezTo>
                  <a:cubicBezTo>
                    <a:pt x="1270000" y="212090"/>
                    <a:pt x="1273810" y="227330"/>
                    <a:pt x="1271270" y="241300"/>
                  </a:cubicBezTo>
                  <a:cubicBezTo>
                    <a:pt x="1268730" y="259080"/>
                    <a:pt x="1256030" y="284480"/>
                    <a:pt x="1244600" y="298450"/>
                  </a:cubicBezTo>
                  <a:cubicBezTo>
                    <a:pt x="1234440" y="308610"/>
                    <a:pt x="1220470" y="314960"/>
                    <a:pt x="1207770" y="318770"/>
                  </a:cubicBezTo>
                  <a:cubicBezTo>
                    <a:pt x="1193800" y="322580"/>
                    <a:pt x="1186180" y="323850"/>
                    <a:pt x="1165860" y="320040"/>
                  </a:cubicBezTo>
                  <a:cubicBezTo>
                    <a:pt x="1099820" y="312420"/>
                    <a:pt x="854710" y="219710"/>
                    <a:pt x="764540" y="198120"/>
                  </a:cubicBezTo>
                  <a:cubicBezTo>
                    <a:pt x="720090" y="187960"/>
                    <a:pt x="702310" y="184150"/>
                    <a:pt x="662940" y="181610"/>
                  </a:cubicBezTo>
                  <a:cubicBezTo>
                    <a:pt x="610870" y="176530"/>
                    <a:pt x="524510" y="179070"/>
                    <a:pt x="476250" y="184150"/>
                  </a:cubicBezTo>
                  <a:cubicBezTo>
                    <a:pt x="445770" y="186690"/>
                    <a:pt x="427990" y="185420"/>
                    <a:pt x="400050" y="196850"/>
                  </a:cubicBezTo>
                  <a:cubicBezTo>
                    <a:pt x="356870" y="214630"/>
                    <a:pt x="297180" y="278130"/>
                    <a:pt x="251460" y="299720"/>
                  </a:cubicBezTo>
                  <a:cubicBezTo>
                    <a:pt x="220980" y="313690"/>
                    <a:pt x="180340" y="304800"/>
                    <a:pt x="163830" y="323850"/>
                  </a:cubicBezTo>
                  <a:cubicBezTo>
                    <a:pt x="148590" y="341630"/>
                    <a:pt x="165100" y="386080"/>
                    <a:pt x="152400" y="406400"/>
                  </a:cubicBezTo>
                  <a:cubicBezTo>
                    <a:pt x="142240" y="421640"/>
                    <a:pt x="118110" y="433070"/>
                    <a:pt x="101600" y="436880"/>
                  </a:cubicBezTo>
                  <a:cubicBezTo>
                    <a:pt x="87630" y="440690"/>
                    <a:pt x="73660" y="440690"/>
                    <a:pt x="60960" y="435610"/>
                  </a:cubicBezTo>
                  <a:cubicBezTo>
                    <a:pt x="44450" y="429260"/>
                    <a:pt x="22860" y="412750"/>
                    <a:pt x="12700" y="398780"/>
                  </a:cubicBezTo>
                  <a:cubicBezTo>
                    <a:pt x="5080" y="387350"/>
                    <a:pt x="1270" y="373380"/>
                    <a:pt x="1270" y="360680"/>
                  </a:cubicBezTo>
                  <a:cubicBezTo>
                    <a:pt x="0" y="346710"/>
                    <a:pt x="0" y="336550"/>
                    <a:pt x="7620" y="320040"/>
                  </a:cubicBezTo>
                  <a:cubicBezTo>
                    <a:pt x="26670" y="281940"/>
                    <a:pt x="90170" y="199390"/>
                    <a:pt x="158750" y="161290"/>
                  </a:cubicBezTo>
                  <a:cubicBezTo>
                    <a:pt x="250190" y="111760"/>
                    <a:pt x="472440" y="77470"/>
                    <a:pt x="528320" y="86360"/>
                  </a:cubicBezTo>
                  <a:cubicBezTo>
                    <a:pt x="546100" y="88900"/>
                    <a:pt x="551180" y="95250"/>
                    <a:pt x="560070" y="105410"/>
                  </a:cubicBezTo>
                  <a:cubicBezTo>
                    <a:pt x="571500" y="116840"/>
                    <a:pt x="582930" y="138430"/>
                    <a:pt x="584200" y="154940"/>
                  </a:cubicBezTo>
                  <a:cubicBezTo>
                    <a:pt x="585470" y="172720"/>
                    <a:pt x="579120" y="194310"/>
                    <a:pt x="568960" y="208280"/>
                  </a:cubicBezTo>
                  <a:cubicBezTo>
                    <a:pt x="557530" y="222250"/>
                    <a:pt x="521970" y="237490"/>
                    <a:pt x="521970" y="23749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3344525" y="1728788"/>
            <a:ext cx="554355" cy="291465"/>
            <a:chOff x="0" y="0"/>
            <a:chExt cx="739140" cy="38862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43180" y="49530"/>
              <a:ext cx="651510" cy="309880"/>
            </a:xfrm>
            <a:custGeom>
              <a:avLst/>
              <a:gdLst/>
              <a:ahLst/>
              <a:cxnLst/>
              <a:rect r="r" b="b" t="t" l="l"/>
              <a:pathLst>
                <a:path h="309880" w="651510">
                  <a:moveTo>
                    <a:pt x="641350" y="118110"/>
                  </a:moveTo>
                  <a:cubicBezTo>
                    <a:pt x="506730" y="240030"/>
                    <a:pt x="461010" y="256540"/>
                    <a:pt x="400050" y="269240"/>
                  </a:cubicBezTo>
                  <a:cubicBezTo>
                    <a:pt x="313690" y="288290"/>
                    <a:pt x="130810" y="309880"/>
                    <a:pt x="67310" y="287020"/>
                  </a:cubicBezTo>
                  <a:cubicBezTo>
                    <a:pt x="35560" y="275590"/>
                    <a:pt x="15240" y="254000"/>
                    <a:pt x="7620" y="232410"/>
                  </a:cubicBezTo>
                  <a:cubicBezTo>
                    <a:pt x="0" y="209550"/>
                    <a:pt x="7620" y="171450"/>
                    <a:pt x="19050" y="152400"/>
                  </a:cubicBezTo>
                  <a:cubicBezTo>
                    <a:pt x="27940" y="135890"/>
                    <a:pt x="46990" y="125730"/>
                    <a:pt x="63500" y="120650"/>
                  </a:cubicBezTo>
                  <a:cubicBezTo>
                    <a:pt x="80010" y="115570"/>
                    <a:pt x="102870" y="114300"/>
                    <a:pt x="119380" y="121920"/>
                  </a:cubicBezTo>
                  <a:cubicBezTo>
                    <a:pt x="139700" y="130810"/>
                    <a:pt x="167640" y="158750"/>
                    <a:pt x="172720" y="182880"/>
                  </a:cubicBezTo>
                  <a:cubicBezTo>
                    <a:pt x="177800" y="205740"/>
                    <a:pt x="168910" y="242570"/>
                    <a:pt x="152400" y="260350"/>
                  </a:cubicBezTo>
                  <a:cubicBezTo>
                    <a:pt x="137160" y="278130"/>
                    <a:pt x="100330" y="292100"/>
                    <a:pt x="76200" y="288290"/>
                  </a:cubicBezTo>
                  <a:cubicBezTo>
                    <a:pt x="53340" y="284480"/>
                    <a:pt x="21590" y="261620"/>
                    <a:pt x="11430" y="241300"/>
                  </a:cubicBezTo>
                  <a:cubicBezTo>
                    <a:pt x="1270" y="219710"/>
                    <a:pt x="3810" y="180340"/>
                    <a:pt x="13970" y="160020"/>
                  </a:cubicBezTo>
                  <a:cubicBezTo>
                    <a:pt x="21590" y="143510"/>
                    <a:pt x="36830" y="132080"/>
                    <a:pt x="54610" y="123190"/>
                  </a:cubicBezTo>
                  <a:cubicBezTo>
                    <a:pt x="81280" y="110490"/>
                    <a:pt x="128270" y="110490"/>
                    <a:pt x="162560" y="107950"/>
                  </a:cubicBezTo>
                  <a:cubicBezTo>
                    <a:pt x="194310" y="105410"/>
                    <a:pt x="226060" y="100330"/>
                    <a:pt x="255270" y="104140"/>
                  </a:cubicBezTo>
                  <a:cubicBezTo>
                    <a:pt x="283210" y="109220"/>
                    <a:pt x="311150" y="134620"/>
                    <a:pt x="336550" y="132080"/>
                  </a:cubicBezTo>
                  <a:cubicBezTo>
                    <a:pt x="363220" y="128270"/>
                    <a:pt x="384810" y="96520"/>
                    <a:pt x="411480" y="86360"/>
                  </a:cubicBezTo>
                  <a:cubicBezTo>
                    <a:pt x="435610" y="76200"/>
                    <a:pt x="469900" y="82550"/>
                    <a:pt x="488950" y="69850"/>
                  </a:cubicBezTo>
                  <a:cubicBezTo>
                    <a:pt x="502920" y="59690"/>
                    <a:pt x="504190" y="36830"/>
                    <a:pt x="518160" y="25400"/>
                  </a:cubicBezTo>
                  <a:cubicBezTo>
                    <a:pt x="530860" y="13970"/>
                    <a:pt x="552450" y="3810"/>
                    <a:pt x="567690" y="1270"/>
                  </a:cubicBezTo>
                  <a:cubicBezTo>
                    <a:pt x="580390" y="0"/>
                    <a:pt x="593090" y="1270"/>
                    <a:pt x="604520" y="7620"/>
                  </a:cubicBezTo>
                  <a:cubicBezTo>
                    <a:pt x="618490" y="15240"/>
                    <a:pt x="637540" y="29210"/>
                    <a:pt x="643890" y="45720"/>
                  </a:cubicBezTo>
                  <a:cubicBezTo>
                    <a:pt x="651510" y="64770"/>
                    <a:pt x="641350" y="118110"/>
                    <a:pt x="641350" y="11811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803505" y="1666875"/>
            <a:ext cx="515303" cy="300038"/>
            <a:chOff x="0" y="0"/>
            <a:chExt cx="687070" cy="40005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43180" y="45720"/>
              <a:ext cx="595630" cy="304800"/>
            </a:xfrm>
            <a:custGeom>
              <a:avLst/>
              <a:gdLst/>
              <a:ahLst/>
              <a:cxnLst/>
              <a:rect r="r" b="b" t="t" l="l"/>
              <a:pathLst>
                <a:path h="304800" w="595630">
                  <a:moveTo>
                    <a:pt x="116840" y="12700"/>
                  </a:moveTo>
                  <a:cubicBezTo>
                    <a:pt x="303530" y="88900"/>
                    <a:pt x="509270" y="113030"/>
                    <a:pt x="560070" y="148590"/>
                  </a:cubicBezTo>
                  <a:cubicBezTo>
                    <a:pt x="580390" y="162560"/>
                    <a:pt x="586740" y="176530"/>
                    <a:pt x="591820" y="193040"/>
                  </a:cubicBezTo>
                  <a:cubicBezTo>
                    <a:pt x="595630" y="209550"/>
                    <a:pt x="595630" y="231140"/>
                    <a:pt x="589280" y="247650"/>
                  </a:cubicBezTo>
                  <a:cubicBezTo>
                    <a:pt x="582930" y="262890"/>
                    <a:pt x="570230" y="280670"/>
                    <a:pt x="554990" y="289560"/>
                  </a:cubicBezTo>
                  <a:cubicBezTo>
                    <a:pt x="534670" y="299720"/>
                    <a:pt x="496570" y="302260"/>
                    <a:pt x="474980" y="294640"/>
                  </a:cubicBezTo>
                  <a:cubicBezTo>
                    <a:pt x="458470" y="288290"/>
                    <a:pt x="443230" y="273050"/>
                    <a:pt x="435610" y="257810"/>
                  </a:cubicBezTo>
                  <a:cubicBezTo>
                    <a:pt x="426720" y="242570"/>
                    <a:pt x="421640" y="222250"/>
                    <a:pt x="425450" y="204470"/>
                  </a:cubicBezTo>
                  <a:cubicBezTo>
                    <a:pt x="430530" y="182880"/>
                    <a:pt x="454660" y="151130"/>
                    <a:pt x="473710" y="140970"/>
                  </a:cubicBezTo>
                  <a:cubicBezTo>
                    <a:pt x="488950" y="132080"/>
                    <a:pt x="510540" y="130810"/>
                    <a:pt x="527050" y="134620"/>
                  </a:cubicBezTo>
                  <a:cubicBezTo>
                    <a:pt x="543560" y="137160"/>
                    <a:pt x="562610" y="146050"/>
                    <a:pt x="574040" y="161290"/>
                  </a:cubicBezTo>
                  <a:cubicBezTo>
                    <a:pt x="586740" y="179070"/>
                    <a:pt x="595630" y="217170"/>
                    <a:pt x="591820" y="238760"/>
                  </a:cubicBezTo>
                  <a:cubicBezTo>
                    <a:pt x="589280" y="256540"/>
                    <a:pt x="575310" y="273050"/>
                    <a:pt x="562610" y="284480"/>
                  </a:cubicBezTo>
                  <a:cubicBezTo>
                    <a:pt x="548640" y="294640"/>
                    <a:pt x="533400" y="300990"/>
                    <a:pt x="510540" y="302260"/>
                  </a:cubicBezTo>
                  <a:cubicBezTo>
                    <a:pt x="467360" y="304800"/>
                    <a:pt x="383540" y="280670"/>
                    <a:pt x="316230" y="261620"/>
                  </a:cubicBezTo>
                  <a:cubicBezTo>
                    <a:pt x="240030" y="238760"/>
                    <a:pt x="128270" y="196850"/>
                    <a:pt x="74930" y="167640"/>
                  </a:cubicBezTo>
                  <a:cubicBezTo>
                    <a:pt x="46990" y="152400"/>
                    <a:pt x="26670" y="143510"/>
                    <a:pt x="15240" y="124460"/>
                  </a:cubicBezTo>
                  <a:cubicBezTo>
                    <a:pt x="3810" y="105410"/>
                    <a:pt x="0" y="72390"/>
                    <a:pt x="7620" y="52070"/>
                  </a:cubicBezTo>
                  <a:cubicBezTo>
                    <a:pt x="15240" y="31750"/>
                    <a:pt x="43180" y="10160"/>
                    <a:pt x="62230" y="5080"/>
                  </a:cubicBezTo>
                  <a:cubicBezTo>
                    <a:pt x="80010" y="0"/>
                    <a:pt x="116840" y="12700"/>
                    <a:pt x="116840" y="1270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807315" y="1709738"/>
            <a:ext cx="392430" cy="269558"/>
            <a:chOff x="0" y="0"/>
            <a:chExt cx="523240" cy="35941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43180" y="45720"/>
              <a:ext cx="431800" cy="273050"/>
            </a:xfrm>
            <a:custGeom>
              <a:avLst/>
              <a:gdLst/>
              <a:ahLst/>
              <a:cxnLst/>
              <a:rect r="r" b="b" t="t" l="l"/>
              <a:pathLst>
                <a:path h="273050" w="431800">
                  <a:moveTo>
                    <a:pt x="133350" y="24130"/>
                  </a:moveTo>
                  <a:cubicBezTo>
                    <a:pt x="200660" y="81280"/>
                    <a:pt x="231140" y="93980"/>
                    <a:pt x="261620" y="100330"/>
                  </a:cubicBezTo>
                  <a:cubicBezTo>
                    <a:pt x="298450" y="107950"/>
                    <a:pt x="354330" y="93980"/>
                    <a:pt x="382270" y="106680"/>
                  </a:cubicBezTo>
                  <a:cubicBezTo>
                    <a:pt x="400050" y="114300"/>
                    <a:pt x="412750" y="127000"/>
                    <a:pt x="420370" y="142240"/>
                  </a:cubicBezTo>
                  <a:cubicBezTo>
                    <a:pt x="427990" y="156210"/>
                    <a:pt x="431800" y="177800"/>
                    <a:pt x="429260" y="194310"/>
                  </a:cubicBezTo>
                  <a:cubicBezTo>
                    <a:pt x="426720" y="210820"/>
                    <a:pt x="416560" y="228600"/>
                    <a:pt x="403860" y="240030"/>
                  </a:cubicBezTo>
                  <a:cubicBezTo>
                    <a:pt x="392430" y="251460"/>
                    <a:pt x="373380" y="260350"/>
                    <a:pt x="356870" y="262890"/>
                  </a:cubicBezTo>
                  <a:cubicBezTo>
                    <a:pt x="340360" y="264160"/>
                    <a:pt x="320040" y="261620"/>
                    <a:pt x="304800" y="251460"/>
                  </a:cubicBezTo>
                  <a:cubicBezTo>
                    <a:pt x="288290" y="238760"/>
                    <a:pt x="267970" y="207010"/>
                    <a:pt x="265430" y="185420"/>
                  </a:cubicBezTo>
                  <a:cubicBezTo>
                    <a:pt x="262890" y="167640"/>
                    <a:pt x="270510" y="148590"/>
                    <a:pt x="279400" y="134620"/>
                  </a:cubicBezTo>
                  <a:cubicBezTo>
                    <a:pt x="288290" y="120650"/>
                    <a:pt x="303530" y="107950"/>
                    <a:pt x="321310" y="102870"/>
                  </a:cubicBezTo>
                  <a:cubicBezTo>
                    <a:pt x="341630" y="97790"/>
                    <a:pt x="378460" y="104140"/>
                    <a:pt x="397510" y="115570"/>
                  </a:cubicBezTo>
                  <a:cubicBezTo>
                    <a:pt x="411480" y="124460"/>
                    <a:pt x="421640" y="142240"/>
                    <a:pt x="426720" y="158750"/>
                  </a:cubicBezTo>
                  <a:cubicBezTo>
                    <a:pt x="431800" y="175260"/>
                    <a:pt x="431800" y="195580"/>
                    <a:pt x="424180" y="210820"/>
                  </a:cubicBezTo>
                  <a:cubicBezTo>
                    <a:pt x="414020" y="229870"/>
                    <a:pt x="391160" y="252730"/>
                    <a:pt x="365760" y="261620"/>
                  </a:cubicBezTo>
                  <a:cubicBezTo>
                    <a:pt x="332740" y="273050"/>
                    <a:pt x="279400" y="264160"/>
                    <a:pt x="240030" y="259080"/>
                  </a:cubicBezTo>
                  <a:cubicBezTo>
                    <a:pt x="204470" y="255270"/>
                    <a:pt x="167640" y="248920"/>
                    <a:pt x="138430" y="233680"/>
                  </a:cubicBezTo>
                  <a:cubicBezTo>
                    <a:pt x="113030" y="220980"/>
                    <a:pt x="92710" y="199390"/>
                    <a:pt x="72390" y="180340"/>
                  </a:cubicBezTo>
                  <a:cubicBezTo>
                    <a:pt x="52070" y="162560"/>
                    <a:pt x="25400" y="146050"/>
                    <a:pt x="15240" y="124460"/>
                  </a:cubicBezTo>
                  <a:cubicBezTo>
                    <a:pt x="5080" y="102870"/>
                    <a:pt x="0" y="71120"/>
                    <a:pt x="7620" y="52070"/>
                  </a:cubicBezTo>
                  <a:cubicBezTo>
                    <a:pt x="16510" y="31750"/>
                    <a:pt x="41910" y="10160"/>
                    <a:pt x="63500" y="5080"/>
                  </a:cubicBezTo>
                  <a:cubicBezTo>
                    <a:pt x="83820" y="0"/>
                    <a:pt x="133350" y="24130"/>
                    <a:pt x="133350" y="2413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995910" y="1794510"/>
            <a:ext cx="423862" cy="235267"/>
            <a:chOff x="0" y="0"/>
            <a:chExt cx="565150" cy="31369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48260" y="41910"/>
              <a:ext cx="468630" cy="226060"/>
            </a:xfrm>
            <a:custGeom>
              <a:avLst/>
              <a:gdLst/>
              <a:ahLst/>
              <a:cxnLst/>
              <a:rect r="r" b="b" t="t" l="l"/>
              <a:pathLst>
                <a:path h="226060" w="468630">
                  <a:moveTo>
                    <a:pt x="144780" y="176530"/>
                  </a:moveTo>
                  <a:cubicBezTo>
                    <a:pt x="41910" y="157480"/>
                    <a:pt x="33020" y="152400"/>
                    <a:pt x="24130" y="142240"/>
                  </a:cubicBezTo>
                  <a:cubicBezTo>
                    <a:pt x="13970" y="130810"/>
                    <a:pt x="2540" y="109220"/>
                    <a:pt x="2540" y="91440"/>
                  </a:cubicBezTo>
                  <a:cubicBezTo>
                    <a:pt x="1270" y="73660"/>
                    <a:pt x="8890" y="52070"/>
                    <a:pt x="19050" y="38100"/>
                  </a:cubicBezTo>
                  <a:cubicBezTo>
                    <a:pt x="30480" y="24130"/>
                    <a:pt x="45720" y="15240"/>
                    <a:pt x="67310" y="10160"/>
                  </a:cubicBezTo>
                  <a:cubicBezTo>
                    <a:pt x="107950" y="0"/>
                    <a:pt x="191770" y="10160"/>
                    <a:pt x="250190" y="19050"/>
                  </a:cubicBezTo>
                  <a:cubicBezTo>
                    <a:pt x="306070" y="26670"/>
                    <a:pt x="372110" y="34290"/>
                    <a:pt x="408940" y="57150"/>
                  </a:cubicBezTo>
                  <a:cubicBezTo>
                    <a:pt x="435610" y="71120"/>
                    <a:pt x="455930" y="93980"/>
                    <a:pt x="462280" y="115570"/>
                  </a:cubicBezTo>
                  <a:cubicBezTo>
                    <a:pt x="468630" y="132080"/>
                    <a:pt x="464820" y="153670"/>
                    <a:pt x="458470" y="168910"/>
                  </a:cubicBezTo>
                  <a:cubicBezTo>
                    <a:pt x="452120" y="184150"/>
                    <a:pt x="438150" y="200660"/>
                    <a:pt x="422910" y="209550"/>
                  </a:cubicBezTo>
                  <a:cubicBezTo>
                    <a:pt x="408940" y="217170"/>
                    <a:pt x="387350" y="222250"/>
                    <a:pt x="370840" y="219710"/>
                  </a:cubicBezTo>
                  <a:cubicBezTo>
                    <a:pt x="353060" y="217170"/>
                    <a:pt x="334010" y="209550"/>
                    <a:pt x="321310" y="195580"/>
                  </a:cubicBezTo>
                  <a:cubicBezTo>
                    <a:pt x="307340" y="179070"/>
                    <a:pt x="295910" y="142240"/>
                    <a:pt x="298450" y="120650"/>
                  </a:cubicBezTo>
                  <a:cubicBezTo>
                    <a:pt x="299720" y="102870"/>
                    <a:pt x="311150" y="85090"/>
                    <a:pt x="323850" y="73660"/>
                  </a:cubicBezTo>
                  <a:cubicBezTo>
                    <a:pt x="336550" y="62230"/>
                    <a:pt x="355600" y="52070"/>
                    <a:pt x="373380" y="52070"/>
                  </a:cubicBezTo>
                  <a:cubicBezTo>
                    <a:pt x="394970" y="52070"/>
                    <a:pt x="431800" y="67310"/>
                    <a:pt x="445770" y="82550"/>
                  </a:cubicBezTo>
                  <a:cubicBezTo>
                    <a:pt x="458470" y="95250"/>
                    <a:pt x="464820" y="115570"/>
                    <a:pt x="464820" y="133350"/>
                  </a:cubicBezTo>
                  <a:cubicBezTo>
                    <a:pt x="466090" y="149860"/>
                    <a:pt x="461010" y="171450"/>
                    <a:pt x="449580" y="184150"/>
                  </a:cubicBezTo>
                  <a:cubicBezTo>
                    <a:pt x="435610" y="201930"/>
                    <a:pt x="410210" y="217170"/>
                    <a:pt x="379730" y="220980"/>
                  </a:cubicBezTo>
                  <a:cubicBezTo>
                    <a:pt x="327660" y="226060"/>
                    <a:pt x="226060" y="179070"/>
                    <a:pt x="163830" y="168910"/>
                  </a:cubicBezTo>
                  <a:cubicBezTo>
                    <a:pt x="116840" y="160020"/>
                    <a:pt x="66040" y="170180"/>
                    <a:pt x="39370" y="154940"/>
                  </a:cubicBezTo>
                  <a:cubicBezTo>
                    <a:pt x="21590" y="144780"/>
                    <a:pt x="10160" y="125730"/>
                    <a:pt x="5080" y="110490"/>
                  </a:cubicBezTo>
                  <a:cubicBezTo>
                    <a:pt x="1270" y="97790"/>
                    <a:pt x="0" y="85090"/>
                    <a:pt x="3810" y="72390"/>
                  </a:cubicBezTo>
                  <a:cubicBezTo>
                    <a:pt x="7620" y="57150"/>
                    <a:pt x="19050" y="35560"/>
                    <a:pt x="33020" y="25400"/>
                  </a:cubicBezTo>
                  <a:cubicBezTo>
                    <a:pt x="46990" y="13970"/>
                    <a:pt x="66040" y="10160"/>
                    <a:pt x="86360" y="8890"/>
                  </a:cubicBezTo>
                  <a:cubicBezTo>
                    <a:pt x="116840" y="7620"/>
                    <a:pt x="168910" y="16510"/>
                    <a:pt x="194310" y="31750"/>
                  </a:cubicBezTo>
                  <a:cubicBezTo>
                    <a:pt x="212090" y="40640"/>
                    <a:pt x="226060" y="54610"/>
                    <a:pt x="232410" y="71120"/>
                  </a:cubicBezTo>
                  <a:cubicBezTo>
                    <a:pt x="238760" y="90170"/>
                    <a:pt x="233680" y="125730"/>
                    <a:pt x="226060" y="142240"/>
                  </a:cubicBezTo>
                  <a:cubicBezTo>
                    <a:pt x="219710" y="154940"/>
                    <a:pt x="210820" y="162560"/>
                    <a:pt x="198120" y="167640"/>
                  </a:cubicBezTo>
                  <a:cubicBezTo>
                    <a:pt x="184150" y="175260"/>
                    <a:pt x="144780" y="176530"/>
                    <a:pt x="144780" y="17653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12661582" y="1603058"/>
            <a:ext cx="936307" cy="395288"/>
            <a:chOff x="0" y="0"/>
            <a:chExt cx="1248410" cy="52705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46990" y="49530"/>
              <a:ext cx="1155700" cy="430530"/>
            </a:xfrm>
            <a:custGeom>
              <a:avLst/>
              <a:gdLst/>
              <a:ahLst/>
              <a:cxnLst/>
              <a:rect r="r" b="b" t="t" l="l"/>
              <a:pathLst>
                <a:path h="430530" w="1155700">
                  <a:moveTo>
                    <a:pt x="426720" y="373380"/>
                  </a:moveTo>
                  <a:cubicBezTo>
                    <a:pt x="66040" y="176530"/>
                    <a:pt x="22860" y="146050"/>
                    <a:pt x="26670" y="137160"/>
                  </a:cubicBezTo>
                  <a:cubicBezTo>
                    <a:pt x="30480" y="127000"/>
                    <a:pt x="132080" y="138430"/>
                    <a:pt x="133350" y="143510"/>
                  </a:cubicBezTo>
                  <a:cubicBezTo>
                    <a:pt x="133350" y="148590"/>
                    <a:pt x="73660" y="168910"/>
                    <a:pt x="53340" y="165100"/>
                  </a:cubicBezTo>
                  <a:cubicBezTo>
                    <a:pt x="39370" y="162560"/>
                    <a:pt x="29210" y="151130"/>
                    <a:pt x="21590" y="140970"/>
                  </a:cubicBezTo>
                  <a:cubicBezTo>
                    <a:pt x="12700" y="129540"/>
                    <a:pt x="6350" y="116840"/>
                    <a:pt x="3810" y="102870"/>
                  </a:cubicBezTo>
                  <a:cubicBezTo>
                    <a:pt x="1270" y="86360"/>
                    <a:pt x="6350" y="58420"/>
                    <a:pt x="13970" y="43180"/>
                  </a:cubicBezTo>
                  <a:cubicBezTo>
                    <a:pt x="20320" y="30480"/>
                    <a:pt x="31750" y="20320"/>
                    <a:pt x="43180" y="13970"/>
                  </a:cubicBezTo>
                  <a:cubicBezTo>
                    <a:pt x="54610" y="6350"/>
                    <a:pt x="60960" y="1270"/>
                    <a:pt x="82550" y="1270"/>
                  </a:cubicBezTo>
                  <a:cubicBezTo>
                    <a:pt x="160020" y="1270"/>
                    <a:pt x="461010" y="134620"/>
                    <a:pt x="640080" y="179070"/>
                  </a:cubicBezTo>
                  <a:cubicBezTo>
                    <a:pt x="802640" y="218440"/>
                    <a:pt x="1046480" y="219710"/>
                    <a:pt x="1112520" y="260350"/>
                  </a:cubicBezTo>
                  <a:cubicBezTo>
                    <a:pt x="1135380" y="273050"/>
                    <a:pt x="1141730" y="288290"/>
                    <a:pt x="1146810" y="306070"/>
                  </a:cubicBezTo>
                  <a:cubicBezTo>
                    <a:pt x="1153160" y="322580"/>
                    <a:pt x="1155700" y="345440"/>
                    <a:pt x="1148080" y="363220"/>
                  </a:cubicBezTo>
                  <a:cubicBezTo>
                    <a:pt x="1139190" y="384810"/>
                    <a:pt x="1108710" y="414020"/>
                    <a:pt x="1087120" y="421640"/>
                  </a:cubicBezTo>
                  <a:cubicBezTo>
                    <a:pt x="1068070" y="429260"/>
                    <a:pt x="1046480" y="427990"/>
                    <a:pt x="1028700" y="419100"/>
                  </a:cubicBezTo>
                  <a:cubicBezTo>
                    <a:pt x="1007110" y="408940"/>
                    <a:pt x="980440" y="377190"/>
                    <a:pt x="972820" y="355600"/>
                  </a:cubicBezTo>
                  <a:cubicBezTo>
                    <a:pt x="967740" y="336550"/>
                    <a:pt x="970280" y="314960"/>
                    <a:pt x="979170" y="297180"/>
                  </a:cubicBezTo>
                  <a:cubicBezTo>
                    <a:pt x="990600" y="276860"/>
                    <a:pt x="1023620" y="251460"/>
                    <a:pt x="1046480" y="246380"/>
                  </a:cubicBezTo>
                  <a:cubicBezTo>
                    <a:pt x="1065530" y="241300"/>
                    <a:pt x="1087120" y="246380"/>
                    <a:pt x="1103630" y="255270"/>
                  </a:cubicBezTo>
                  <a:cubicBezTo>
                    <a:pt x="1120140" y="262890"/>
                    <a:pt x="1135380" y="279400"/>
                    <a:pt x="1144270" y="297180"/>
                  </a:cubicBezTo>
                  <a:cubicBezTo>
                    <a:pt x="1151890" y="313690"/>
                    <a:pt x="1154430" y="336550"/>
                    <a:pt x="1150620" y="354330"/>
                  </a:cubicBezTo>
                  <a:cubicBezTo>
                    <a:pt x="1146810" y="372110"/>
                    <a:pt x="1134110" y="392430"/>
                    <a:pt x="1121410" y="403860"/>
                  </a:cubicBezTo>
                  <a:cubicBezTo>
                    <a:pt x="1107440" y="415290"/>
                    <a:pt x="1090930" y="422910"/>
                    <a:pt x="1066800" y="425450"/>
                  </a:cubicBezTo>
                  <a:cubicBezTo>
                    <a:pt x="1028700" y="430530"/>
                    <a:pt x="967740" y="417830"/>
                    <a:pt x="904240" y="407670"/>
                  </a:cubicBezTo>
                  <a:cubicBezTo>
                    <a:pt x="811530" y="393700"/>
                    <a:pt x="690880" y="374650"/>
                    <a:pt x="567690" y="340360"/>
                  </a:cubicBezTo>
                  <a:cubicBezTo>
                    <a:pt x="408940" y="297180"/>
                    <a:pt x="99060" y="199390"/>
                    <a:pt x="35560" y="154940"/>
                  </a:cubicBezTo>
                  <a:cubicBezTo>
                    <a:pt x="19050" y="143510"/>
                    <a:pt x="15240" y="135890"/>
                    <a:pt x="10160" y="123190"/>
                  </a:cubicBezTo>
                  <a:cubicBezTo>
                    <a:pt x="3810" y="106680"/>
                    <a:pt x="0" y="80010"/>
                    <a:pt x="6350" y="62230"/>
                  </a:cubicBezTo>
                  <a:cubicBezTo>
                    <a:pt x="11430" y="44450"/>
                    <a:pt x="29210" y="24130"/>
                    <a:pt x="43180" y="13970"/>
                  </a:cubicBezTo>
                  <a:cubicBezTo>
                    <a:pt x="54610" y="5080"/>
                    <a:pt x="68580" y="2540"/>
                    <a:pt x="82550" y="1270"/>
                  </a:cubicBezTo>
                  <a:cubicBezTo>
                    <a:pt x="95250" y="0"/>
                    <a:pt x="121920" y="5080"/>
                    <a:pt x="123190" y="7620"/>
                  </a:cubicBezTo>
                  <a:cubicBezTo>
                    <a:pt x="123190" y="12700"/>
                    <a:pt x="45720" y="20320"/>
                    <a:pt x="45720" y="26670"/>
                  </a:cubicBezTo>
                  <a:cubicBezTo>
                    <a:pt x="46990" y="34290"/>
                    <a:pt x="124460" y="30480"/>
                    <a:pt x="175260" y="49530"/>
                  </a:cubicBezTo>
                  <a:cubicBezTo>
                    <a:pt x="264160" y="82550"/>
                    <a:pt x="464820" y="195580"/>
                    <a:pt x="513080" y="245110"/>
                  </a:cubicBezTo>
                  <a:cubicBezTo>
                    <a:pt x="530860" y="262890"/>
                    <a:pt x="537210" y="276860"/>
                    <a:pt x="538480" y="293370"/>
                  </a:cubicBezTo>
                  <a:cubicBezTo>
                    <a:pt x="541020" y="309880"/>
                    <a:pt x="535940" y="332740"/>
                    <a:pt x="527050" y="346710"/>
                  </a:cubicBezTo>
                  <a:cubicBezTo>
                    <a:pt x="516890" y="361950"/>
                    <a:pt x="499110" y="374650"/>
                    <a:pt x="482600" y="379730"/>
                  </a:cubicBezTo>
                  <a:cubicBezTo>
                    <a:pt x="466090" y="383540"/>
                    <a:pt x="426720" y="373380"/>
                    <a:pt x="426720" y="37338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13387388" y="1589723"/>
            <a:ext cx="619125" cy="353378"/>
            <a:chOff x="0" y="0"/>
            <a:chExt cx="825500" cy="47117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48260" y="49530"/>
              <a:ext cx="726440" cy="377190"/>
            </a:xfrm>
            <a:custGeom>
              <a:avLst/>
              <a:gdLst/>
              <a:ahLst/>
              <a:cxnLst/>
              <a:rect r="r" b="b" t="t" l="l"/>
              <a:pathLst>
                <a:path h="377190" w="726440">
                  <a:moveTo>
                    <a:pt x="505460" y="325120"/>
                  </a:moveTo>
                  <a:cubicBezTo>
                    <a:pt x="223520" y="368300"/>
                    <a:pt x="109220" y="377190"/>
                    <a:pt x="66040" y="367030"/>
                  </a:cubicBezTo>
                  <a:cubicBezTo>
                    <a:pt x="48260" y="363220"/>
                    <a:pt x="39370" y="356870"/>
                    <a:pt x="30480" y="349250"/>
                  </a:cubicBezTo>
                  <a:cubicBezTo>
                    <a:pt x="20320" y="340360"/>
                    <a:pt x="11430" y="328930"/>
                    <a:pt x="6350" y="314960"/>
                  </a:cubicBezTo>
                  <a:cubicBezTo>
                    <a:pt x="1270" y="298450"/>
                    <a:pt x="1270" y="271780"/>
                    <a:pt x="6350" y="255270"/>
                  </a:cubicBezTo>
                  <a:cubicBezTo>
                    <a:pt x="11430" y="241300"/>
                    <a:pt x="20320" y="229870"/>
                    <a:pt x="30480" y="222250"/>
                  </a:cubicBezTo>
                  <a:cubicBezTo>
                    <a:pt x="39370" y="213360"/>
                    <a:pt x="46990" y="209550"/>
                    <a:pt x="66040" y="203200"/>
                  </a:cubicBezTo>
                  <a:cubicBezTo>
                    <a:pt x="114300" y="186690"/>
                    <a:pt x="255270" y="185420"/>
                    <a:pt x="345440" y="153670"/>
                  </a:cubicBezTo>
                  <a:cubicBezTo>
                    <a:pt x="436880" y="120650"/>
                    <a:pt x="546100" y="15240"/>
                    <a:pt x="610870" y="5080"/>
                  </a:cubicBezTo>
                  <a:cubicBezTo>
                    <a:pt x="643890" y="0"/>
                    <a:pt x="673100" y="5080"/>
                    <a:pt x="692150" y="20320"/>
                  </a:cubicBezTo>
                  <a:cubicBezTo>
                    <a:pt x="711200" y="35560"/>
                    <a:pt x="726440" y="72390"/>
                    <a:pt x="725170" y="96520"/>
                  </a:cubicBezTo>
                  <a:cubicBezTo>
                    <a:pt x="722630" y="120650"/>
                    <a:pt x="698500" y="153670"/>
                    <a:pt x="679450" y="166370"/>
                  </a:cubicBezTo>
                  <a:cubicBezTo>
                    <a:pt x="664210" y="177800"/>
                    <a:pt x="642620" y="180340"/>
                    <a:pt x="624840" y="177800"/>
                  </a:cubicBezTo>
                  <a:cubicBezTo>
                    <a:pt x="607060" y="175260"/>
                    <a:pt x="586740" y="166370"/>
                    <a:pt x="574040" y="152400"/>
                  </a:cubicBezTo>
                  <a:cubicBezTo>
                    <a:pt x="558800" y="134620"/>
                    <a:pt x="547370" y="95250"/>
                    <a:pt x="549910" y="72390"/>
                  </a:cubicBezTo>
                  <a:cubicBezTo>
                    <a:pt x="551180" y="54610"/>
                    <a:pt x="563880" y="35560"/>
                    <a:pt x="577850" y="24130"/>
                  </a:cubicBezTo>
                  <a:cubicBezTo>
                    <a:pt x="590550" y="11430"/>
                    <a:pt x="609600" y="1270"/>
                    <a:pt x="628650" y="1270"/>
                  </a:cubicBezTo>
                  <a:cubicBezTo>
                    <a:pt x="652780" y="1270"/>
                    <a:pt x="689610" y="17780"/>
                    <a:pt x="704850" y="34290"/>
                  </a:cubicBezTo>
                  <a:cubicBezTo>
                    <a:pt x="718820" y="48260"/>
                    <a:pt x="723900" y="69850"/>
                    <a:pt x="725170" y="87630"/>
                  </a:cubicBezTo>
                  <a:cubicBezTo>
                    <a:pt x="725170" y="105410"/>
                    <a:pt x="721360" y="123190"/>
                    <a:pt x="708660" y="140970"/>
                  </a:cubicBezTo>
                  <a:cubicBezTo>
                    <a:pt x="687070" y="170180"/>
                    <a:pt x="629920" y="199390"/>
                    <a:pt x="586740" y="224790"/>
                  </a:cubicBezTo>
                  <a:cubicBezTo>
                    <a:pt x="541020" y="251460"/>
                    <a:pt x="500380" y="276860"/>
                    <a:pt x="443230" y="298450"/>
                  </a:cubicBezTo>
                  <a:cubicBezTo>
                    <a:pt x="368300" y="326390"/>
                    <a:pt x="233680" y="358140"/>
                    <a:pt x="167640" y="368300"/>
                  </a:cubicBezTo>
                  <a:cubicBezTo>
                    <a:pt x="133350" y="372110"/>
                    <a:pt x="107950" y="372110"/>
                    <a:pt x="86360" y="369570"/>
                  </a:cubicBezTo>
                  <a:cubicBezTo>
                    <a:pt x="71120" y="368300"/>
                    <a:pt x="58420" y="367030"/>
                    <a:pt x="46990" y="360680"/>
                  </a:cubicBezTo>
                  <a:cubicBezTo>
                    <a:pt x="35560" y="354330"/>
                    <a:pt x="24130" y="344170"/>
                    <a:pt x="16510" y="334010"/>
                  </a:cubicBezTo>
                  <a:cubicBezTo>
                    <a:pt x="8890" y="322580"/>
                    <a:pt x="3810" y="308610"/>
                    <a:pt x="2540" y="295910"/>
                  </a:cubicBezTo>
                  <a:cubicBezTo>
                    <a:pt x="0" y="281940"/>
                    <a:pt x="2540" y="267970"/>
                    <a:pt x="6350" y="255270"/>
                  </a:cubicBezTo>
                  <a:cubicBezTo>
                    <a:pt x="11430" y="242570"/>
                    <a:pt x="20320" y="229870"/>
                    <a:pt x="30480" y="222250"/>
                  </a:cubicBezTo>
                  <a:cubicBezTo>
                    <a:pt x="39370" y="213360"/>
                    <a:pt x="48260" y="207010"/>
                    <a:pt x="66040" y="203200"/>
                  </a:cubicBezTo>
                  <a:cubicBezTo>
                    <a:pt x="104140" y="193040"/>
                    <a:pt x="187960" y="205740"/>
                    <a:pt x="255270" y="201930"/>
                  </a:cubicBezTo>
                  <a:cubicBezTo>
                    <a:pt x="332740" y="196850"/>
                    <a:pt x="453390" y="161290"/>
                    <a:pt x="501650" y="172720"/>
                  </a:cubicBezTo>
                  <a:cubicBezTo>
                    <a:pt x="524510" y="179070"/>
                    <a:pt x="538480" y="191770"/>
                    <a:pt x="548640" y="203200"/>
                  </a:cubicBezTo>
                  <a:cubicBezTo>
                    <a:pt x="556260" y="213360"/>
                    <a:pt x="561340" y="224790"/>
                    <a:pt x="562610" y="238760"/>
                  </a:cubicBezTo>
                  <a:cubicBezTo>
                    <a:pt x="563880" y="254000"/>
                    <a:pt x="560070" y="278130"/>
                    <a:pt x="549910" y="292100"/>
                  </a:cubicBezTo>
                  <a:cubicBezTo>
                    <a:pt x="541020" y="307340"/>
                    <a:pt x="505460" y="325120"/>
                    <a:pt x="505460" y="32512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13244512" y="1728788"/>
            <a:ext cx="530543" cy="247650"/>
            <a:chOff x="0" y="0"/>
            <a:chExt cx="707390" cy="3302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49530" y="40640"/>
              <a:ext cx="610870" cy="237490"/>
            </a:xfrm>
            <a:custGeom>
              <a:avLst/>
              <a:gdLst/>
              <a:ahLst/>
              <a:cxnLst/>
              <a:rect r="r" b="b" t="t" l="l"/>
              <a:pathLst>
                <a:path h="237490" w="610870">
                  <a:moveTo>
                    <a:pt x="236220" y="237490"/>
                  </a:moveTo>
                  <a:cubicBezTo>
                    <a:pt x="55880" y="213360"/>
                    <a:pt x="34290" y="201930"/>
                    <a:pt x="20320" y="185420"/>
                  </a:cubicBezTo>
                  <a:cubicBezTo>
                    <a:pt x="8890" y="171450"/>
                    <a:pt x="0" y="151130"/>
                    <a:pt x="1270" y="132080"/>
                  </a:cubicBezTo>
                  <a:cubicBezTo>
                    <a:pt x="3810" y="110490"/>
                    <a:pt x="21590" y="78740"/>
                    <a:pt x="38100" y="66040"/>
                  </a:cubicBezTo>
                  <a:cubicBezTo>
                    <a:pt x="53340" y="55880"/>
                    <a:pt x="76200" y="52070"/>
                    <a:pt x="93980" y="54610"/>
                  </a:cubicBezTo>
                  <a:cubicBezTo>
                    <a:pt x="111760" y="57150"/>
                    <a:pt x="125730" y="81280"/>
                    <a:pt x="143510" y="82550"/>
                  </a:cubicBezTo>
                  <a:cubicBezTo>
                    <a:pt x="165100" y="82550"/>
                    <a:pt x="181610" y="55880"/>
                    <a:pt x="215900" y="45720"/>
                  </a:cubicBezTo>
                  <a:cubicBezTo>
                    <a:pt x="283210" y="25400"/>
                    <a:pt x="477520" y="0"/>
                    <a:pt x="535940" y="11430"/>
                  </a:cubicBezTo>
                  <a:cubicBezTo>
                    <a:pt x="561340" y="15240"/>
                    <a:pt x="574040" y="22860"/>
                    <a:pt x="585470" y="36830"/>
                  </a:cubicBezTo>
                  <a:cubicBezTo>
                    <a:pt x="599440" y="54610"/>
                    <a:pt x="609600" y="92710"/>
                    <a:pt x="607060" y="115570"/>
                  </a:cubicBezTo>
                  <a:cubicBezTo>
                    <a:pt x="604520" y="133350"/>
                    <a:pt x="591820" y="151130"/>
                    <a:pt x="579120" y="162560"/>
                  </a:cubicBezTo>
                  <a:cubicBezTo>
                    <a:pt x="565150" y="173990"/>
                    <a:pt x="546100" y="184150"/>
                    <a:pt x="527050" y="182880"/>
                  </a:cubicBezTo>
                  <a:cubicBezTo>
                    <a:pt x="504190" y="182880"/>
                    <a:pt x="468630" y="166370"/>
                    <a:pt x="453390" y="149860"/>
                  </a:cubicBezTo>
                  <a:cubicBezTo>
                    <a:pt x="440690" y="135890"/>
                    <a:pt x="434340" y="115570"/>
                    <a:pt x="435610" y="96520"/>
                  </a:cubicBezTo>
                  <a:cubicBezTo>
                    <a:pt x="436880" y="74930"/>
                    <a:pt x="455930" y="39370"/>
                    <a:pt x="473710" y="25400"/>
                  </a:cubicBezTo>
                  <a:cubicBezTo>
                    <a:pt x="487680" y="12700"/>
                    <a:pt x="509270" y="8890"/>
                    <a:pt x="527050" y="10160"/>
                  </a:cubicBezTo>
                  <a:cubicBezTo>
                    <a:pt x="544830" y="11430"/>
                    <a:pt x="565150" y="19050"/>
                    <a:pt x="577850" y="30480"/>
                  </a:cubicBezTo>
                  <a:cubicBezTo>
                    <a:pt x="591820" y="41910"/>
                    <a:pt x="603250" y="60960"/>
                    <a:pt x="607060" y="77470"/>
                  </a:cubicBezTo>
                  <a:cubicBezTo>
                    <a:pt x="610870" y="95250"/>
                    <a:pt x="610870" y="116840"/>
                    <a:pt x="600710" y="133350"/>
                  </a:cubicBezTo>
                  <a:cubicBezTo>
                    <a:pt x="590550" y="152400"/>
                    <a:pt x="570230" y="168910"/>
                    <a:pt x="535940" y="182880"/>
                  </a:cubicBezTo>
                  <a:cubicBezTo>
                    <a:pt x="457200" y="212090"/>
                    <a:pt x="185420" y="224790"/>
                    <a:pt x="99060" y="213360"/>
                  </a:cubicBezTo>
                  <a:cubicBezTo>
                    <a:pt x="62230" y="208280"/>
                    <a:pt x="34290" y="196850"/>
                    <a:pt x="20320" y="185420"/>
                  </a:cubicBezTo>
                  <a:cubicBezTo>
                    <a:pt x="13970" y="180340"/>
                    <a:pt x="12700" y="177800"/>
                    <a:pt x="10160" y="170180"/>
                  </a:cubicBezTo>
                  <a:cubicBezTo>
                    <a:pt x="5080" y="157480"/>
                    <a:pt x="0" y="129540"/>
                    <a:pt x="5080" y="113030"/>
                  </a:cubicBezTo>
                  <a:cubicBezTo>
                    <a:pt x="8890" y="95250"/>
                    <a:pt x="22860" y="76200"/>
                    <a:pt x="38100" y="66040"/>
                  </a:cubicBezTo>
                  <a:cubicBezTo>
                    <a:pt x="53340" y="57150"/>
                    <a:pt x="76200" y="52070"/>
                    <a:pt x="93980" y="54610"/>
                  </a:cubicBezTo>
                  <a:cubicBezTo>
                    <a:pt x="111760" y="57150"/>
                    <a:pt x="143510" y="82550"/>
                    <a:pt x="143510" y="82550"/>
                  </a:cubicBezTo>
                  <a:cubicBezTo>
                    <a:pt x="143510" y="82550"/>
                    <a:pt x="120650" y="69850"/>
                    <a:pt x="120650" y="67310"/>
                  </a:cubicBezTo>
                  <a:cubicBezTo>
                    <a:pt x="123190" y="62230"/>
                    <a:pt x="217170" y="73660"/>
                    <a:pt x="250190" y="82550"/>
                  </a:cubicBezTo>
                  <a:cubicBezTo>
                    <a:pt x="270510" y="88900"/>
                    <a:pt x="288290" y="96520"/>
                    <a:pt x="299720" y="106680"/>
                  </a:cubicBezTo>
                  <a:cubicBezTo>
                    <a:pt x="308610" y="115570"/>
                    <a:pt x="314960" y="127000"/>
                    <a:pt x="317500" y="139700"/>
                  </a:cubicBezTo>
                  <a:cubicBezTo>
                    <a:pt x="321310" y="154940"/>
                    <a:pt x="320040" y="179070"/>
                    <a:pt x="312420" y="194310"/>
                  </a:cubicBezTo>
                  <a:cubicBezTo>
                    <a:pt x="306070" y="209550"/>
                    <a:pt x="287020" y="224790"/>
                    <a:pt x="273050" y="232410"/>
                  </a:cubicBezTo>
                  <a:cubicBezTo>
                    <a:pt x="261620" y="237490"/>
                    <a:pt x="236220" y="237490"/>
                    <a:pt x="236220" y="23749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2" id="132"/>
          <p:cNvGrpSpPr/>
          <p:nvPr/>
        </p:nvGrpSpPr>
        <p:grpSpPr>
          <a:xfrm rot="0">
            <a:off x="15296198" y="2162175"/>
            <a:ext cx="387668" cy="430530"/>
            <a:chOff x="0" y="0"/>
            <a:chExt cx="516890" cy="57404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45720" y="49530"/>
              <a:ext cx="424180" cy="476250"/>
            </a:xfrm>
            <a:custGeom>
              <a:avLst/>
              <a:gdLst/>
              <a:ahLst/>
              <a:cxnLst/>
              <a:rect r="r" b="b" t="t" l="l"/>
              <a:pathLst>
                <a:path h="476250" w="424180">
                  <a:moveTo>
                    <a:pt x="133350" y="24130"/>
                  </a:moveTo>
                  <a:cubicBezTo>
                    <a:pt x="330200" y="215900"/>
                    <a:pt x="408940" y="323850"/>
                    <a:pt x="419100" y="373380"/>
                  </a:cubicBezTo>
                  <a:cubicBezTo>
                    <a:pt x="424180" y="396240"/>
                    <a:pt x="419100" y="412750"/>
                    <a:pt x="411480" y="427990"/>
                  </a:cubicBezTo>
                  <a:cubicBezTo>
                    <a:pt x="403860" y="443230"/>
                    <a:pt x="388620" y="458470"/>
                    <a:pt x="373380" y="466090"/>
                  </a:cubicBezTo>
                  <a:cubicBezTo>
                    <a:pt x="358140" y="472440"/>
                    <a:pt x="336550" y="476250"/>
                    <a:pt x="318770" y="472440"/>
                  </a:cubicBezTo>
                  <a:cubicBezTo>
                    <a:pt x="302260" y="468630"/>
                    <a:pt x="283210" y="459740"/>
                    <a:pt x="271780" y="445770"/>
                  </a:cubicBezTo>
                  <a:cubicBezTo>
                    <a:pt x="259080" y="427990"/>
                    <a:pt x="247650" y="391160"/>
                    <a:pt x="254000" y="368300"/>
                  </a:cubicBezTo>
                  <a:cubicBezTo>
                    <a:pt x="259080" y="345440"/>
                    <a:pt x="285750" y="317500"/>
                    <a:pt x="307340" y="309880"/>
                  </a:cubicBezTo>
                  <a:cubicBezTo>
                    <a:pt x="328930" y="300990"/>
                    <a:pt x="367030" y="308610"/>
                    <a:pt x="386080" y="320040"/>
                  </a:cubicBezTo>
                  <a:cubicBezTo>
                    <a:pt x="401320" y="330200"/>
                    <a:pt x="412750" y="347980"/>
                    <a:pt x="417830" y="364490"/>
                  </a:cubicBezTo>
                  <a:cubicBezTo>
                    <a:pt x="421640" y="381000"/>
                    <a:pt x="421640" y="402590"/>
                    <a:pt x="415290" y="419100"/>
                  </a:cubicBezTo>
                  <a:cubicBezTo>
                    <a:pt x="408940" y="435610"/>
                    <a:pt x="396240" y="452120"/>
                    <a:pt x="381000" y="461010"/>
                  </a:cubicBezTo>
                  <a:cubicBezTo>
                    <a:pt x="367030" y="469900"/>
                    <a:pt x="345440" y="474980"/>
                    <a:pt x="328930" y="473710"/>
                  </a:cubicBezTo>
                  <a:cubicBezTo>
                    <a:pt x="311150" y="472440"/>
                    <a:pt x="293370" y="464820"/>
                    <a:pt x="279400" y="452120"/>
                  </a:cubicBezTo>
                  <a:cubicBezTo>
                    <a:pt x="259080" y="433070"/>
                    <a:pt x="251460" y="391160"/>
                    <a:pt x="229870" y="356870"/>
                  </a:cubicBezTo>
                  <a:cubicBezTo>
                    <a:pt x="201930" y="312420"/>
                    <a:pt x="153670" y="247650"/>
                    <a:pt x="118110" y="210820"/>
                  </a:cubicBezTo>
                  <a:cubicBezTo>
                    <a:pt x="92710" y="185420"/>
                    <a:pt x="63500" y="173990"/>
                    <a:pt x="43180" y="153670"/>
                  </a:cubicBezTo>
                  <a:cubicBezTo>
                    <a:pt x="26670" y="137160"/>
                    <a:pt x="10160" y="120650"/>
                    <a:pt x="5080" y="101600"/>
                  </a:cubicBezTo>
                  <a:cubicBezTo>
                    <a:pt x="0" y="85090"/>
                    <a:pt x="1270" y="62230"/>
                    <a:pt x="8890" y="46990"/>
                  </a:cubicBezTo>
                  <a:cubicBezTo>
                    <a:pt x="15240" y="31750"/>
                    <a:pt x="33020" y="15240"/>
                    <a:pt x="46990" y="7620"/>
                  </a:cubicBezTo>
                  <a:cubicBezTo>
                    <a:pt x="58420" y="2540"/>
                    <a:pt x="71120" y="0"/>
                    <a:pt x="83820" y="1270"/>
                  </a:cubicBezTo>
                  <a:cubicBezTo>
                    <a:pt x="99060" y="3810"/>
                    <a:pt x="133350" y="24130"/>
                    <a:pt x="133350" y="2413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15490507" y="2408872"/>
            <a:ext cx="256222" cy="296228"/>
            <a:chOff x="0" y="0"/>
            <a:chExt cx="341630" cy="39497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48260" y="43180"/>
              <a:ext cx="243840" cy="300990"/>
            </a:xfrm>
            <a:custGeom>
              <a:avLst/>
              <a:gdLst/>
              <a:ahLst/>
              <a:cxnLst/>
              <a:rect r="r" b="b" t="t" l="l"/>
              <a:pathLst>
                <a:path h="300990" w="243840">
                  <a:moveTo>
                    <a:pt x="149860" y="45720"/>
                  </a:moveTo>
                  <a:cubicBezTo>
                    <a:pt x="243840" y="213360"/>
                    <a:pt x="243840" y="228600"/>
                    <a:pt x="238760" y="245110"/>
                  </a:cubicBezTo>
                  <a:cubicBezTo>
                    <a:pt x="232410" y="260350"/>
                    <a:pt x="220980" y="276860"/>
                    <a:pt x="207010" y="285750"/>
                  </a:cubicBezTo>
                  <a:cubicBezTo>
                    <a:pt x="194310" y="294640"/>
                    <a:pt x="173990" y="299720"/>
                    <a:pt x="157480" y="299720"/>
                  </a:cubicBezTo>
                  <a:cubicBezTo>
                    <a:pt x="140970" y="298450"/>
                    <a:pt x="121920" y="292100"/>
                    <a:pt x="110490" y="280670"/>
                  </a:cubicBezTo>
                  <a:cubicBezTo>
                    <a:pt x="95250" y="265430"/>
                    <a:pt x="81280" y="231140"/>
                    <a:pt x="81280" y="210820"/>
                  </a:cubicBezTo>
                  <a:cubicBezTo>
                    <a:pt x="82550" y="193040"/>
                    <a:pt x="92710" y="175260"/>
                    <a:pt x="102870" y="163830"/>
                  </a:cubicBezTo>
                  <a:cubicBezTo>
                    <a:pt x="114300" y="152400"/>
                    <a:pt x="132080" y="140970"/>
                    <a:pt x="148590" y="139700"/>
                  </a:cubicBezTo>
                  <a:cubicBezTo>
                    <a:pt x="170180" y="138430"/>
                    <a:pt x="204470" y="149860"/>
                    <a:pt x="219710" y="163830"/>
                  </a:cubicBezTo>
                  <a:cubicBezTo>
                    <a:pt x="233680" y="175260"/>
                    <a:pt x="240030" y="194310"/>
                    <a:pt x="241300" y="210820"/>
                  </a:cubicBezTo>
                  <a:cubicBezTo>
                    <a:pt x="243840" y="226060"/>
                    <a:pt x="238760" y="246380"/>
                    <a:pt x="231140" y="260350"/>
                  </a:cubicBezTo>
                  <a:cubicBezTo>
                    <a:pt x="222250" y="274320"/>
                    <a:pt x="207010" y="287020"/>
                    <a:pt x="191770" y="293370"/>
                  </a:cubicBezTo>
                  <a:cubicBezTo>
                    <a:pt x="176530" y="299720"/>
                    <a:pt x="156210" y="300990"/>
                    <a:pt x="140970" y="295910"/>
                  </a:cubicBezTo>
                  <a:cubicBezTo>
                    <a:pt x="124460" y="292100"/>
                    <a:pt x="111760" y="283210"/>
                    <a:pt x="97790" y="267970"/>
                  </a:cubicBezTo>
                  <a:cubicBezTo>
                    <a:pt x="72390" y="240030"/>
                    <a:pt x="34290" y="167640"/>
                    <a:pt x="19050" y="132080"/>
                  </a:cubicBezTo>
                  <a:cubicBezTo>
                    <a:pt x="10160" y="109220"/>
                    <a:pt x="0" y="92710"/>
                    <a:pt x="2540" y="73660"/>
                  </a:cubicBezTo>
                  <a:cubicBezTo>
                    <a:pt x="5080" y="53340"/>
                    <a:pt x="21590" y="22860"/>
                    <a:pt x="39370" y="12700"/>
                  </a:cubicBezTo>
                  <a:cubicBezTo>
                    <a:pt x="57150" y="1270"/>
                    <a:pt x="91440" y="0"/>
                    <a:pt x="110490" y="7620"/>
                  </a:cubicBezTo>
                  <a:cubicBezTo>
                    <a:pt x="128270" y="12700"/>
                    <a:pt x="149860" y="45720"/>
                    <a:pt x="149860" y="4572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15134273" y="2039302"/>
            <a:ext cx="315278" cy="301942"/>
            <a:chOff x="0" y="0"/>
            <a:chExt cx="420370" cy="40259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46990" y="48260"/>
              <a:ext cx="326390" cy="308610"/>
            </a:xfrm>
            <a:custGeom>
              <a:avLst/>
              <a:gdLst/>
              <a:ahLst/>
              <a:cxnLst/>
              <a:rect r="r" b="b" t="t" l="l"/>
              <a:pathLst>
                <a:path h="308610" w="326390">
                  <a:moveTo>
                    <a:pt x="191770" y="284480"/>
                  </a:moveTo>
                  <a:cubicBezTo>
                    <a:pt x="88900" y="170180"/>
                    <a:pt x="29210" y="148590"/>
                    <a:pt x="12700" y="121920"/>
                  </a:cubicBezTo>
                  <a:cubicBezTo>
                    <a:pt x="2540" y="105410"/>
                    <a:pt x="0" y="87630"/>
                    <a:pt x="3810" y="69850"/>
                  </a:cubicBezTo>
                  <a:cubicBezTo>
                    <a:pt x="8890" y="49530"/>
                    <a:pt x="31750" y="19050"/>
                    <a:pt x="50800" y="8890"/>
                  </a:cubicBezTo>
                  <a:cubicBezTo>
                    <a:pt x="64770" y="0"/>
                    <a:pt x="86360" y="0"/>
                    <a:pt x="101600" y="2540"/>
                  </a:cubicBezTo>
                  <a:cubicBezTo>
                    <a:pt x="118110" y="6350"/>
                    <a:pt x="135890" y="15240"/>
                    <a:pt x="147320" y="29210"/>
                  </a:cubicBezTo>
                  <a:cubicBezTo>
                    <a:pt x="158750" y="46990"/>
                    <a:pt x="167640" y="83820"/>
                    <a:pt x="163830" y="104140"/>
                  </a:cubicBezTo>
                  <a:cubicBezTo>
                    <a:pt x="160020" y="121920"/>
                    <a:pt x="147320" y="137160"/>
                    <a:pt x="134620" y="147320"/>
                  </a:cubicBezTo>
                  <a:cubicBezTo>
                    <a:pt x="121920" y="157480"/>
                    <a:pt x="101600" y="163830"/>
                    <a:pt x="85090" y="165100"/>
                  </a:cubicBezTo>
                  <a:cubicBezTo>
                    <a:pt x="68580" y="165100"/>
                    <a:pt x="49530" y="158750"/>
                    <a:pt x="35560" y="148590"/>
                  </a:cubicBezTo>
                  <a:cubicBezTo>
                    <a:pt x="22860" y="138430"/>
                    <a:pt x="11430" y="120650"/>
                    <a:pt x="6350" y="105410"/>
                  </a:cubicBezTo>
                  <a:cubicBezTo>
                    <a:pt x="2540" y="88900"/>
                    <a:pt x="2540" y="68580"/>
                    <a:pt x="8890" y="53340"/>
                  </a:cubicBezTo>
                  <a:cubicBezTo>
                    <a:pt x="15240" y="38100"/>
                    <a:pt x="26670" y="21590"/>
                    <a:pt x="41910" y="12700"/>
                  </a:cubicBezTo>
                  <a:cubicBezTo>
                    <a:pt x="60960" y="3810"/>
                    <a:pt x="92710" y="1270"/>
                    <a:pt x="118110" y="8890"/>
                  </a:cubicBezTo>
                  <a:cubicBezTo>
                    <a:pt x="152400" y="19050"/>
                    <a:pt x="193040" y="57150"/>
                    <a:pt x="224790" y="87630"/>
                  </a:cubicBezTo>
                  <a:cubicBezTo>
                    <a:pt x="257810" y="118110"/>
                    <a:pt x="297180" y="158750"/>
                    <a:pt x="312420" y="189230"/>
                  </a:cubicBezTo>
                  <a:cubicBezTo>
                    <a:pt x="321310" y="209550"/>
                    <a:pt x="326390" y="226060"/>
                    <a:pt x="321310" y="243840"/>
                  </a:cubicBezTo>
                  <a:cubicBezTo>
                    <a:pt x="317500" y="262890"/>
                    <a:pt x="295910" y="290830"/>
                    <a:pt x="278130" y="299720"/>
                  </a:cubicBezTo>
                  <a:cubicBezTo>
                    <a:pt x="261620" y="308610"/>
                    <a:pt x="238760" y="307340"/>
                    <a:pt x="222250" y="303530"/>
                  </a:cubicBezTo>
                  <a:cubicBezTo>
                    <a:pt x="210820" y="300990"/>
                    <a:pt x="191770" y="284480"/>
                    <a:pt x="191770" y="28448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13015912" y="1774508"/>
            <a:ext cx="321945" cy="215265"/>
            <a:chOff x="0" y="0"/>
            <a:chExt cx="429260" cy="28702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46990" y="49530"/>
              <a:ext cx="332740" cy="186690"/>
            </a:xfrm>
            <a:custGeom>
              <a:avLst/>
              <a:gdLst/>
              <a:ahLst/>
              <a:cxnLst/>
              <a:rect r="r" b="b" t="t" l="l"/>
              <a:pathLst>
                <a:path h="186690" w="332740">
                  <a:moveTo>
                    <a:pt x="267970" y="186690"/>
                  </a:moveTo>
                  <a:cubicBezTo>
                    <a:pt x="115570" y="180340"/>
                    <a:pt x="87630" y="170180"/>
                    <a:pt x="66040" y="160020"/>
                  </a:cubicBezTo>
                  <a:cubicBezTo>
                    <a:pt x="49530" y="153670"/>
                    <a:pt x="33020" y="147320"/>
                    <a:pt x="22860" y="137160"/>
                  </a:cubicBezTo>
                  <a:cubicBezTo>
                    <a:pt x="12700" y="128270"/>
                    <a:pt x="6350" y="115570"/>
                    <a:pt x="3810" y="102870"/>
                  </a:cubicBezTo>
                  <a:cubicBezTo>
                    <a:pt x="1270" y="86360"/>
                    <a:pt x="2540" y="60960"/>
                    <a:pt x="10160" y="44450"/>
                  </a:cubicBezTo>
                  <a:cubicBezTo>
                    <a:pt x="19050" y="29210"/>
                    <a:pt x="36830" y="12700"/>
                    <a:pt x="53340" y="6350"/>
                  </a:cubicBezTo>
                  <a:cubicBezTo>
                    <a:pt x="71120" y="0"/>
                    <a:pt x="96520" y="1270"/>
                    <a:pt x="111760" y="6350"/>
                  </a:cubicBezTo>
                  <a:cubicBezTo>
                    <a:pt x="124460" y="10160"/>
                    <a:pt x="129540" y="24130"/>
                    <a:pt x="144780" y="27940"/>
                  </a:cubicBezTo>
                  <a:cubicBezTo>
                    <a:pt x="167640" y="34290"/>
                    <a:pt x="215900" y="12700"/>
                    <a:pt x="241300" y="20320"/>
                  </a:cubicBezTo>
                  <a:cubicBezTo>
                    <a:pt x="259080" y="25400"/>
                    <a:pt x="274320" y="38100"/>
                    <a:pt x="283210" y="52070"/>
                  </a:cubicBezTo>
                  <a:cubicBezTo>
                    <a:pt x="293370" y="66040"/>
                    <a:pt x="298450" y="86360"/>
                    <a:pt x="297180" y="104140"/>
                  </a:cubicBezTo>
                  <a:cubicBezTo>
                    <a:pt x="297180" y="120650"/>
                    <a:pt x="288290" y="139700"/>
                    <a:pt x="278130" y="153670"/>
                  </a:cubicBezTo>
                  <a:cubicBezTo>
                    <a:pt x="266700" y="166370"/>
                    <a:pt x="250190" y="177800"/>
                    <a:pt x="232410" y="180340"/>
                  </a:cubicBezTo>
                  <a:cubicBezTo>
                    <a:pt x="210820" y="182880"/>
                    <a:pt x="172720" y="175260"/>
                    <a:pt x="156210" y="160020"/>
                  </a:cubicBezTo>
                  <a:cubicBezTo>
                    <a:pt x="139700" y="143510"/>
                    <a:pt x="128270" y="107950"/>
                    <a:pt x="132080" y="85090"/>
                  </a:cubicBezTo>
                  <a:cubicBezTo>
                    <a:pt x="135890" y="62230"/>
                    <a:pt x="160020" y="33020"/>
                    <a:pt x="179070" y="22860"/>
                  </a:cubicBezTo>
                  <a:cubicBezTo>
                    <a:pt x="194310" y="13970"/>
                    <a:pt x="215900" y="11430"/>
                    <a:pt x="232410" y="17780"/>
                  </a:cubicBezTo>
                  <a:cubicBezTo>
                    <a:pt x="252730" y="24130"/>
                    <a:pt x="281940" y="48260"/>
                    <a:pt x="292100" y="68580"/>
                  </a:cubicBezTo>
                  <a:cubicBezTo>
                    <a:pt x="299720" y="83820"/>
                    <a:pt x="299720" y="105410"/>
                    <a:pt x="294640" y="121920"/>
                  </a:cubicBezTo>
                  <a:cubicBezTo>
                    <a:pt x="290830" y="137160"/>
                    <a:pt x="278130" y="154940"/>
                    <a:pt x="264160" y="165100"/>
                  </a:cubicBezTo>
                  <a:cubicBezTo>
                    <a:pt x="251460" y="175260"/>
                    <a:pt x="234950" y="180340"/>
                    <a:pt x="214630" y="182880"/>
                  </a:cubicBezTo>
                  <a:cubicBezTo>
                    <a:pt x="182880" y="185420"/>
                    <a:pt x="128270" y="172720"/>
                    <a:pt x="93980" y="163830"/>
                  </a:cubicBezTo>
                  <a:cubicBezTo>
                    <a:pt x="66040" y="157480"/>
                    <a:pt x="36830" y="153670"/>
                    <a:pt x="22860" y="137160"/>
                  </a:cubicBezTo>
                  <a:cubicBezTo>
                    <a:pt x="7620" y="120650"/>
                    <a:pt x="0" y="85090"/>
                    <a:pt x="3810" y="63500"/>
                  </a:cubicBezTo>
                  <a:cubicBezTo>
                    <a:pt x="7620" y="44450"/>
                    <a:pt x="22860" y="25400"/>
                    <a:pt x="36830" y="15240"/>
                  </a:cubicBezTo>
                  <a:cubicBezTo>
                    <a:pt x="46990" y="6350"/>
                    <a:pt x="58420" y="1270"/>
                    <a:pt x="72390" y="1270"/>
                  </a:cubicBezTo>
                  <a:cubicBezTo>
                    <a:pt x="92710" y="1270"/>
                    <a:pt x="140970" y="31750"/>
                    <a:pt x="144780" y="27940"/>
                  </a:cubicBezTo>
                  <a:cubicBezTo>
                    <a:pt x="144780" y="26670"/>
                    <a:pt x="135890" y="19050"/>
                    <a:pt x="137160" y="17780"/>
                  </a:cubicBezTo>
                  <a:cubicBezTo>
                    <a:pt x="140970" y="13970"/>
                    <a:pt x="189230" y="35560"/>
                    <a:pt x="213360" y="38100"/>
                  </a:cubicBezTo>
                  <a:cubicBezTo>
                    <a:pt x="234950" y="40640"/>
                    <a:pt x="259080" y="31750"/>
                    <a:pt x="276860" y="35560"/>
                  </a:cubicBezTo>
                  <a:cubicBezTo>
                    <a:pt x="289560" y="39370"/>
                    <a:pt x="299720" y="45720"/>
                    <a:pt x="308610" y="54610"/>
                  </a:cubicBezTo>
                  <a:cubicBezTo>
                    <a:pt x="318770" y="67310"/>
                    <a:pt x="328930" y="88900"/>
                    <a:pt x="331470" y="105410"/>
                  </a:cubicBezTo>
                  <a:cubicBezTo>
                    <a:pt x="332740" y="118110"/>
                    <a:pt x="331470" y="129540"/>
                    <a:pt x="325120" y="142240"/>
                  </a:cubicBezTo>
                  <a:cubicBezTo>
                    <a:pt x="314960" y="157480"/>
                    <a:pt x="267970" y="186690"/>
                    <a:pt x="267970" y="18669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13045440" y="1789748"/>
            <a:ext cx="256222" cy="199072"/>
            <a:chOff x="0" y="0"/>
            <a:chExt cx="341630" cy="26543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48260" y="49530"/>
              <a:ext cx="243840" cy="167640"/>
            </a:xfrm>
            <a:custGeom>
              <a:avLst/>
              <a:gdLst/>
              <a:ahLst/>
              <a:cxnLst/>
              <a:rect r="r" b="b" t="t" l="l"/>
              <a:pathLst>
                <a:path h="167640" w="243840">
                  <a:moveTo>
                    <a:pt x="198120" y="148590"/>
                  </a:moveTo>
                  <a:cubicBezTo>
                    <a:pt x="52070" y="162560"/>
                    <a:pt x="38100" y="156210"/>
                    <a:pt x="26670" y="143510"/>
                  </a:cubicBezTo>
                  <a:cubicBezTo>
                    <a:pt x="12700" y="128270"/>
                    <a:pt x="0" y="95250"/>
                    <a:pt x="2540" y="74930"/>
                  </a:cubicBezTo>
                  <a:cubicBezTo>
                    <a:pt x="6350" y="53340"/>
                    <a:pt x="27940" y="25400"/>
                    <a:pt x="46990" y="16510"/>
                  </a:cubicBezTo>
                  <a:cubicBezTo>
                    <a:pt x="67310" y="6350"/>
                    <a:pt x="102870" y="11430"/>
                    <a:pt x="120650" y="20320"/>
                  </a:cubicBezTo>
                  <a:cubicBezTo>
                    <a:pt x="135890" y="27940"/>
                    <a:pt x="147320" y="43180"/>
                    <a:pt x="153670" y="58420"/>
                  </a:cubicBezTo>
                  <a:cubicBezTo>
                    <a:pt x="158750" y="72390"/>
                    <a:pt x="161290" y="92710"/>
                    <a:pt x="156210" y="107950"/>
                  </a:cubicBezTo>
                  <a:cubicBezTo>
                    <a:pt x="148590" y="127000"/>
                    <a:pt x="125730" y="154940"/>
                    <a:pt x="105410" y="161290"/>
                  </a:cubicBezTo>
                  <a:cubicBezTo>
                    <a:pt x="85090" y="167640"/>
                    <a:pt x="50800" y="162560"/>
                    <a:pt x="33020" y="149860"/>
                  </a:cubicBezTo>
                  <a:cubicBezTo>
                    <a:pt x="15240" y="135890"/>
                    <a:pt x="2540" y="102870"/>
                    <a:pt x="2540" y="82550"/>
                  </a:cubicBezTo>
                  <a:cubicBezTo>
                    <a:pt x="1270" y="66040"/>
                    <a:pt x="10160" y="48260"/>
                    <a:pt x="20320" y="36830"/>
                  </a:cubicBezTo>
                  <a:cubicBezTo>
                    <a:pt x="30480" y="24130"/>
                    <a:pt x="48260" y="12700"/>
                    <a:pt x="63500" y="10160"/>
                  </a:cubicBezTo>
                  <a:cubicBezTo>
                    <a:pt x="77470" y="7620"/>
                    <a:pt x="92710" y="20320"/>
                    <a:pt x="107950" y="19050"/>
                  </a:cubicBezTo>
                  <a:cubicBezTo>
                    <a:pt x="127000" y="19050"/>
                    <a:pt x="149860" y="0"/>
                    <a:pt x="168910" y="1270"/>
                  </a:cubicBezTo>
                  <a:cubicBezTo>
                    <a:pt x="186690" y="2540"/>
                    <a:pt x="207010" y="11430"/>
                    <a:pt x="218440" y="22860"/>
                  </a:cubicBezTo>
                  <a:cubicBezTo>
                    <a:pt x="231140" y="35560"/>
                    <a:pt x="240030" y="57150"/>
                    <a:pt x="242570" y="72390"/>
                  </a:cubicBezTo>
                  <a:cubicBezTo>
                    <a:pt x="243840" y="85090"/>
                    <a:pt x="241300" y="97790"/>
                    <a:pt x="236220" y="109220"/>
                  </a:cubicBezTo>
                  <a:cubicBezTo>
                    <a:pt x="228600" y="123190"/>
                    <a:pt x="198120" y="148590"/>
                    <a:pt x="198120" y="14859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2" id="142"/>
          <p:cNvGrpSpPr/>
          <p:nvPr/>
        </p:nvGrpSpPr>
        <p:grpSpPr>
          <a:xfrm rot="0">
            <a:off x="12350115" y="1572577"/>
            <a:ext cx="506730" cy="224790"/>
            <a:chOff x="0" y="0"/>
            <a:chExt cx="675640" cy="29972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46990" y="46990"/>
              <a:ext cx="580390" cy="200660"/>
            </a:xfrm>
            <a:custGeom>
              <a:avLst/>
              <a:gdLst/>
              <a:ahLst/>
              <a:cxnLst/>
              <a:rect r="r" b="b" t="t" l="l"/>
              <a:pathLst>
                <a:path h="200660" w="580390">
                  <a:moveTo>
                    <a:pt x="476250" y="200660"/>
                  </a:moveTo>
                  <a:cubicBezTo>
                    <a:pt x="217170" y="165100"/>
                    <a:pt x="110490" y="187960"/>
                    <a:pt x="66040" y="173990"/>
                  </a:cubicBezTo>
                  <a:cubicBezTo>
                    <a:pt x="44450" y="167640"/>
                    <a:pt x="31750" y="158750"/>
                    <a:pt x="21590" y="144780"/>
                  </a:cubicBezTo>
                  <a:cubicBezTo>
                    <a:pt x="11430" y="132080"/>
                    <a:pt x="3810" y="111760"/>
                    <a:pt x="3810" y="93980"/>
                  </a:cubicBezTo>
                  <a:cubicBezTo>
                    <a:pt x="3810" y="77470"/>
                    <a:pt x="10160" y="57150"/>
                    <a:pt x="20320" y="43180"/>
                  </a:cubicBezTo>
                  <a:cubicBezTo>
                    <a:pt x="30480" y="29210"/>
                    <a:pt x="45720" y="16510"/>
                    <a:pt x="63500" y="12700"/>
                  </a:cubicBezTo>
                  <a:cubicBezTo>
                    <a:pt x="85090" y="7620"/>
                    <a:pt x="123190" y="13970"/>
                    <a:pt x="140970" y="27940"/>
                  </a:cubicBezTo>
                  <a:cubicBezTo>
                    <a:pt x="158750" y="43180"/>
                    <a:pt x="171450" y="78740"/>
                    <a:pt x="171450" y="101600"/>
                  </a:cubicBezTo>
                  <a:cubicBezTo>
                    <a:pt x="171450" y="119380"/>
                    <a:pt x="161290" y="137160"/>
                    <a:pt x="149860" y="149860"/>
                  </a:cubicBezTo>
                  <a:cubicBezTo>
                    <a:pt x="138430" y="162560"/>
                    <a:pt x="119380" y="172720"/>
                    <a:pt x="102870" y="176530"/>
                  </a:cubicBezTo>
                  <a:cubicBezTo>
                    <a:pt x="85090" y="179070"/>
                    <a:pt x="64770" y="177800"/>
                    <a:pt x="49530" y="167640"/>
                  </a:cubicBezTo>
                  <a:cubicBezTo>
                    <a:pt x="30480" y="156210"/>
                    <a:pt x="8890" y="124460"/>
                    <a:pt x="3810" y="102870"/>
                  </a:cubicBezTo>
                  <a:cubicBezTo>
                    <a:pt x="0" y="86360"/>
                    <a:pt x="6350" y="66040"/>
                    <a:pt x="15240" y="50800"/>
                  </a:cubicBezTo>
                  <a:cubicBezTo>
                    <a:pt x="22860" y="35560"/>
                    <a:pt x="35560" y="24130"/>
                    <a:pt x="55880" y="15240"/>
                  </a:cubicBezTo>
                  <a:cubicBezTo>
                    <a:pt x="92710" y="0"/>
                    <a:pt x="171450" y="1270"/>
                    <a:pt x="236220" y="3810"/>
                  </a:cubicBezTo>
                  <a:cubicBezTo>
                    <a:pt x="313690" y="6350"/>
                    <a:pt x="434340" y="24130"/>
                    <a:pt x="490220" y="40640"/>
                  </a:cubicBezTo>
                  <a:cubicBezTo>
                    <a:pt x="520700" y="50800"/>
                    <a:pt x="542290" y="55880"/>
                    <a:pt x="557530" y="73660"/>
                  </a:cubicBezTo>
                  <a:cubicBezTo>
                    <a:pt x="571500" y="90170"/>
                    <a:pt x="580390" y="121920"/>
                    <a:pt x="576580" y="142240"/>
                  </a:cubicBezTo>
                  <a:cubicBezTo>
                    <a:pt x="574040" y="160020"/>
                    <a:pt x="562610" y="179070"/>
                    <a:pt x="547370" y="189230"/>
                  </a:cubicBezTo>
                  <a:cubicBezTo>
                    <a:pt x="530860" y="200660"/>
                    <a:pt x="476250" y="200660"/>
                    <a:pt x="476250" y="200660"/>
                  </a:cubicBezTo>
                </a:path>
              </a:pathLst>
            </a:custGeom>
            <a:solidFill>
              <a:srgbClr val="2E6B44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6D9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7702" y="1028700"/>
            <a:ext cx="12512595" cy="8678949"/>
          </a:xfrm>
          <a:custGeom>
            <a:avLst/>
            <a:gdLst/>
            <a:ahLst/>
            <a:cxnLst/>
            <a:rect r="r" b="b" t="t" l="l"/>
            <a:pathLst>
              <a:path h="8678949" w="12512595">
                <a:moveTo>
                  <a:pt x="0" y="0"/>
                </a:moveTo>
                <a:lnTo>
                  <a:pt x="12512596" y="0"/>
                </a:lnTo>
                <a:lnTo>
                  <a:pt x="12512596" y="8678949"/>
                </a:lnTo>
                <a:lnTo>
                  <a:pt x="0" y="86789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9144000" y="-279803"/>
            <a:ext cx="8592791" cy="8592791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436909" y="-279803"/>
            <a:ext cx="8229600" cy="8229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-147787" y="2930034"/>
            <a:ext cx="7356966" cy="735696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-3645162">
            <a:off x="11968886" y="2153939"/>
            <a:ext cx="7356966" cy="7356966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5442553" y="1478049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713E7C-4290-4407-925D-04B15F53121C}"/>
</file>

<file path=customXml/itemProps2.xml><?xml version="1.0" encoding="utf-8"?>
<ds:datastoreItem xmlns:ds="http://schemas.openxmlformats.org/officeDocument/2006/customXml" ds:itemID="{1B869577-CABA-4E52-9D89-B2F97865AD3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DAGNAKdaGr0</dc:identifier>
  <dcterms:modified xsi:type="dcterms:W3CDTF">2011-08-01T06:04:30Z</dcterms:modified>
  <cp:revision>1</cp:revision>
  <dc:title>Apresentação de Negócios Plano de Negócios Geométrico Corporativo Verde Preto e Branco</dc:title>
</cp:coreProperties>
</file>