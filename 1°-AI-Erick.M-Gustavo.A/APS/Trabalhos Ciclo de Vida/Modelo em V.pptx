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34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84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881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05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01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44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96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50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207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9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53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1F427-276E-4406-950A-084FF255EE69}" type="datetimeFigureOut">
              <a:rPr lang="pt-BR" smtClean="0"/>
              <a:t>23/03/2024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86024-604F-449B-9227-424A48724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31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1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2018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1" y="0"/>
            <a:ext cx="12252961" cy="6858000"/>
          </a:xfrm>
        </p:spPr>
      </p:pic>
    </p:spTree>
    <p:extLst>
      <p:ext uri="{BB962C8B-B14F-4D97-AF65-F5344CB8AC3E}">
        <p14:creationId xmlns:p14="http://schemas.microsoft.com/office/powerpoint/2010/main" val="393690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6775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6241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761408"/>
          </a:xfrm>
        </p:spPr>
      </p:pic>
    </p:spTree>
    <p:extLst>
      <p:ext uri="{BB962C8B-B14F-4D97-AF65-F5344CB8AC3E}">
        <p14:creationId xmlns:p14="http://schemas.microsoft.com/office/powerpoint/2010/main" val="222720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94"/>
            <a:ext cx="12206390" cy="6866094"/>
          </a:xfrm>
        </p:spPr>
      </p:pic>
    </p:spTree>
    <p:extLst>
      <p:ext uri="{BB962C8B-B14F-4D97-AF65-F5344CB8AC3E}">
        <p14:creationId xmlns:p14="http://schemas.microsoft.com/office/powerpoint/2010/main" val="361640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6040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2C91B0-DA55-4095-9476-5B298C95FA06}"/>
</file>

<file path=customXml/itemProps2.xml><?xml version="1.0" encoding="utf-8"?>
<ds:datastoreItem xmlns:ds="http://schemas.openxmlformats.org/officeDocument/2006/customXml" ds:itemID="{B7EDE407-BFCB-4414-B950-C30A614D9A5E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Enzo</dc:creator>
  <cp:lastModifiedBy>Enzo</cp:lastModifiedBy>
  <cp:revision>5</cp:revision>
  <dcterms:created xsi:type="dcterms:W3CDTF">2024-03-23T16:42:50Z</dcterms:created>
  <dcterms:modified xsi:type="dcterms:W3CDTF">2024-03-23T16:59:49Z</dcterms:modified>
</cp:coreProperties>
</file>