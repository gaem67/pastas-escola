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78360-6567-28B9-380D-7123C7CA59E6}" v="370" dt="2024-03-25T21:29:16.769"/>
    <p1510:client id="{A0CFF2D7-E3D6-2519-278C-3C2702447BB0}" v="243" dt="2024-03-25T21:47:45.112"/>
    <p1510:client id="{F1065CB0-DAFD-21E9-3507-198E83247B41}" v="43" dt="2024-03-25T21:53:1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A ESCARELLI GOMES" userId="S::giovana.gomes46@etec.sp.gov.br::1ef149bf-c941-4023-8745-c0c13a1523d5" providerId="AD" clId="Web-{F1065CB0-DAFD-21E9-3507-198E83247B41}"/>
    <pc:docChg chg="modSld">
      <pc:chgData name="GIOVANA ESCARELLI GOMES" userId="S::giovana.gomes46@etec.sp.gov.br::1ef149bf-c941-4023-8745-c0c13a1523d5" providerId="AD" clId="Web-{F1065CB0-DAFD-21E9-3507-198E83247B41}" dt="2024-03-25T21:53:15.269" v="31" actId="20577"/>
      <pc:docMkLst>
        <pc:docMk/>
      </pc:docMkLst>
      <pc:sldChg chg="modSp">
        <pc:chgData name="GIOVANA ESCARELLI GOMES" userId="S::giovana.gomes46@etec.sp.gov.br::1ef149bf-c941-4023-8745-c0c13a1523d5" providerId="AD" clId="Web-{F1065CB0-DAFD-21E9-3507-198E83247B41}" dt="2024-03-25T21:53:15.269" v="31" actId="20577"/>
        <pc:sldMkLst>
          <pc:docMk/>
          <pc:sldMk cId="1127857000" sldId="257"/>
        </pc:sldMkLst>
        <pc:spChg chg="mod">
          <ac:chgData name="GIOVANA ESCARELLI GOMES" userId="S::giovana.gomes46@etec.sp.gov.br::1ef149bf-c941-4023-8745-c0c13a1523d5" providerId="AD" clId="Web-{F1065CB0-DAFD-21E9-3507-198E83247B41}" dt="2024-03-25T21:53:15.269" v="31" actId="20577"/>
          <ac:spMkLst>
            <pc:docMk/>
            <pc:sldMk cId="1127857000" sldId="257"/>
            <ac:spMk id="3" creationId="{60C3F161-A61C-A6F0-4B3E-8F6A1A927616}"/>
          </ac:spMkLst>
        </pc:spChg>
      </pc:sldChg>
      <pc:sldChg chg="modSp">
        <pc:chgData name="GIOVANA ESCARELLI GOMES" userId="S::giovana.gomes46@etec.sp.gov.br::1ef149bf-c941-4023-8745-c0c13a1523d5" providerId="AD" clId="Web-{F1065CB0-DAFD-21E9-3507-198E83247B41}" dt="2024-03-25T21:53:08.988" v="27" actId="20577"/>
        <pc:sldMkLst>
          <pc:docMk/>
          <pc:sldMk cId="2117824576" sldId="259"/>
        </pc:sldMkLst>
        <pc:spChg chg="mod">
          <ac:chgData name="GIOVANA ESCARELLI GOMES" userId="S::giovana.gomes46@etec.sp.gov.br::1ef149bf-c941-4023-8745-c0c13a1523d5" providerId="AD" clId="Web-{F1065CB0-DAFD-21E9-3507-198E83247B41}" dt="2024-03-25T21:53:08.988" v="27" actId="20577"/>
          <ac:spMkLst>
            <pc:docMk/>
            <pc:sldMk cId="2117824576" sldId="259"/>
            <ac:spMk id="3" creationId="{4E1668E9-B5DC-2E35-B229-53568105AB00}"/>
          </ac:spMkLst>
        </pc:spChg>
      </pc:sldChg>
      <pc:sldChg chg="modSp">
        <pc:chgData name="GIOVANA ESCARELLI GOMES" userId="S::giovana.gomes46@etec.sp.gov.br::1ef149bf-c941-4023-8745-c0c13a1523d5" providerId="AD" clId="Web-{F1065CB0-DAFD-21E9-3507-198E83247B41}" dt="2024-03-25T21:53:04.941" v="23" actId="20577"/>
        <pc:sldMkLst>
          <pc:docMk/>
          <pc:sldMk cId="1439786239" sldId="260"/>
        </pc:sldMkLst>
        <pc:spChg chg="mod">
          <ac:chgData name="GIOVANA ESCARELLI GOMES" userId="S::giovana.gomes46@etec.sp.gov.br::1ef149bf-c941-4023-8745-c0c13a1523d5" providerId="AD" clId="Web-{F1065CB0-DAFD-21E9-3507-198E83247B41}" dt="2024-03-25T21:52:55.566" v="16" actId="20577"/>
          <ac:spMkLst>
            <pc:docMk/>
            <pc:sldMk cId="1439786239" sldId="260"/>
            <ac:spMk id="3" creationId="{53C84D74-41A8-B8BC-DE58-3DD4DC045684}"/>
          </ac:spMkLst>
        </pc:spChg>
        <pc:spChg chg="mod">
          <ac:chgData name="GIOVANA ESCARELLI GOMES" userId="S::giovana.gomes46@etec.sp.gov.br::1ef149bf-c941-4023-8745-c0c13a1523d5" providerId="AD" clId="Web-{F1065CB0-DAFD-21E9-3507-198E83247B41}" dt="2024-03-25T21:53:04.941" v="23" actId="20577"/>
          <ac:spMkLst>
            <pc:docMk/>
            <pc:sldMk cId="1439786239" sldId="260"/>
            <ac:spMk id="4" creationId="{625A0713-22B2-3C89-AD48-2C1E2A1FEA88}"/>
          </ac:spMkLst>
        </pc:spChg>
      </pc:sldChg>
      <pc:sldChg chg="modSp">
        <pc:chgData name="GIOVANA ESCARELLI GOMES" userId="S::giovana.gomes46@etec.sp.gov.br::1ef149bf-c941-4023-8745-c0c13a1523d5" providerId="AD" clId="Web-{F1065CB0-DAFD-21E9-3507-198E83247B41}" dt="2024-03-25T21:52:39.518" v="5" actId="20577"/>
        <pc:sldMkLst>
          <pc:docMk/>
          <pc:sldMk cId="1904589461" sldId="262"/>
        </pc:sldMkLst>
        <pc:spChg chg="mod">
          <ac:chgData name="GIOVANA ESCARELLI GOMES" userId="S::giovana.gomes46@etec.sp.gov.br::1ef149bf-c941-4023-8745-c0c13a1523d5" providerId="AD" clId="Web-{F1065CB0-DAFD-21E9-3507-198E83247B41}" dt="2024-03-25T21:52:36.581" v="1" actId="20577"/>
          <ac:spMkLst>
            <pc:docMk/>
            <pc:sldMk cId="1904589461" sldId="262"/>
            <ac:spMk id="3" creationId="{BD88CCF6-B3BA-5C0D-8E67-C06B38620819}"/>
          </ac:spMkLst>
        </pc:spChg>
        <pc:spChg chg="mod">
          <ac:chgData name="GIOVANA ESCARELLI GOMES" userId="S::giovana.gomes46@etec.sp.gov.br::1ef149bf-c941-4023-8745-c0c13a1523d5" providerId="AD" clId="Web-{F1065CB0-DAFD-21E9-3507-198E83247B41}" dt="2024-03-25T21:52:39.518" v="5" actId="20577"/>
          <ac:spMkLst>
            <pc:docMk/>
            <pc:sldMk cId="1904589461" sldId="262"/>
            <ac:spMk id="4" creationId="{5D7AD6D4-C993-C0F4-3310-8A486C819A3F}"/>
          </ac:spMkLst>
        </pc:spChg>
        <pc:spChg chg="mod">
          <ac:chgData name="GIOVANA ESCARELLI GOMES" userId="S::giovana.gomes46@etec.sp.gov.br::1ef149bf-c941-4023-8745-c0c13a1523d5" providerId="AD" clId="Web-{F1065CB0-DAFD-21E9-3507-198E83247B41}" dt="2024-03-25T21:52:37.706" v="3" actId="20577"/>
          <ac:spMkLst>
            <pc:docMk/>
            <pc:sldMk cId="1904589461" sldId="262"/>
            <ac:spMk id="14" creationId="{7306F6AA-4FB2-A378-FD2A-29B410C06EC5}"/>
          </ac:spMkLst>
        </pc:spChg>
      </pc:sldChg>
      <pc:sldChg chg="modSp">
        <pc:chgData name="GIOVANA ESCARELLI GOMES" userId="S::giovana.gomes46@etec.sp.gov.br::1ef149bf-c941-4023-8745-c0c13a1523d5" providerId="AD" clId="Web-{F1065CB0-DAFD-21E9-3507-198E83247B41}" dt="2024-03-25T21:52:46.315" v="11" actId="20577"/>
        <pc:sldMkLst>
          <pc:docMk/>
          <pc:sldMk cId="1149148314" sldId="263"/>
        </pc:sldMkLst>
        <pc:spChg chg="mod">
          <ac:chgData name="GIOVANA ESCARELLI GOMES" userId="S::giovana.gomes46@etec.sp.gov.br::1ef149bf-c941-4023-8745-c0c13a1523d5" providerId="AD" clId="Web-{F1065CB0-DAFD-21E9-3507-198E83247B41}" dt="2024-03-25T21:52:46.315" v="11" actId="20577"/>
          <ac:spMkLst>
            <pc:docMk/>
            <pc:sldMk cId="1149148314" sldId="263"/>
            <ac:spMk id="3" creationId="{D3E00171-2D90-FF91-3973-23031B50528A}"/>
          </ac:spMkLst>
        </pc:spChg>
      </pc:sldChg>
    </pc:docChg>
  </pc:docChgLst>
  <pc:docChgLst>
    <pc:chgData name="GIOVANA ESCARELLI GOMES" userId="S::giovana.gomes46@etec.sp.gov.br::1ef149bf-c941-4023-8745-c0c13a1523d5" providerId="AD" clId="Web-{0FF78360-6567-28B9-380D-7123C7CA59E6}"/>
    <pc:docChg chg="addSld delSld modSld addMainMaster delMainMaster modMainMaster">
      <pc:chgData name="GIOVANA ESCARELLI GOMES" userId="S::giovana.gomes46@etec.sp.gov.br::1ef149bf-c941-4023-8745-c0c13a1523d5" providerId="AD" clId="Web-{0FF78360-6567-28B9-380D-7123C7CA59E6}" dt="2024-03-25T21:29:16.769" v="421" actId="14100"/>
      <pc:docMkLst>
        <pc:docMk/>
      </pc:docMkLst>
      <pc:sldChg chg="addSp delSp modSp mod setBg modClrScheme setClrOvrMap delDesignElem chgLayout">
        <pc:chgData name="GIOVANA ESCARELLI GOMES" userId="S::giovana.gomes46@etec.sp.gov.br::1ef149bf-c941-4023-8745-c0c13a1523d5" providerId="AD" clId="Web-{0FF78360-6567-28B9-380D-7123C7CA59E6}" dt="2024-03-25T21:06:34.066" v="142"/>
        <pc:sldMkLst>
          <pc:docMk/>
          <pc:sldMk cId="2210866551" sldId="256"/>
        </pc:sldMkLst>
        <pc:spChg chg="mod ord">
          <ac:chgData name="GIOVANA ESCARELLI GOMES" userId="S::giovana.gomes46@etec.sp.gov.br::1ef149bf-c941-4023-8745-c0c13a1523d5" providerId="AD" clId="Web-{0FF78360-6567-28B9-380D-7123C7CA59E6}" dt="2024-03-25T21:06:34.066" v="142"/>
          <ac:spMkLst>
            <pc:docMk/>
            <pc:sldMk cId="2210866551" sldId="256"/>
            <ac:spMk id="2" creationId="{00000000-0000-0000-0000-000000000000}"/>
          </ac:spMkLst>
        </pc:spChg>
        <pc:spChg chg="mod ord">
          <ac:chgData name="GIOVANA ESCARELLI GOMES" userId="S::giovana.gomes46@etec.sp.gov.br::1ef149bf-c941-4023-8745-c0c13a1523d5" providerId="AD" clId="Web-{0FF78360-6567-28B9-380D-7123C7CA59E6}" dt="2024-03-25T21:06:34.066" v="142"/>
          <ac:spMkLst>
            <pc:docMk/>
            <pc:sldMk cId="2210866551" sldId="256"/>
            <ac:spMk id="3" creationId="{00000000-0000-0000-0000-000000000000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48:19.103" v="1"/>
          <ac:spMkLst>
            <pc:docMk/>
            <pc:sldMk cId="2210866551" sldId="256"/>
            <ac:spMk id="9" creationId="{6F40FBDA-CEB1-40F0-9AB9-BD9C402D70FE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48:19.103" v="1"/>
          <ac:spMkLst>
            <pc:docMk/>
            <pc:sldMk cId="2210866551" sldId="256"/>
            <ac:spMk id="11" creationId="{0344D4FE-ABEF-4230-9E4E-AD5782FC78AC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48:19.103" v="1"/>
          <ac:spMkLst>
            <pc:docMk/>
            <pc:sldMk cId="2210866551" sldId="256"/>
            <ac:spMk id="13" creationId="{9325F979-D3F9-4926-81B7-7ACCB31A501B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2:39.312" v="3"/>
          <ac:spMkLst>
            <pc:docMk/>
            <pc:sldMk cId="2210866551" sldId="256"/>
            <ac:spMk id="15" creationId="{08B44AFE-C181-7047-8CC9-CA00BD385EEA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2:39.312" v="3"/>
          <ac:spMkLst>
            <pc:docMk/>
            <pc:sldMk cId="2210866551" sldId="256"/>
            <ac:spMk id="16" creationId="{A88F843D-1C1B-C740-AC27-E3238D0F5F47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2:39.312" v="3"/>
          <ac:spMkLst>
            <pc:docMk/>
            <pc:sldMk cId="2210866551" sldId="256"/>
            <ac:spMk id="18" creationId="{9F0EA5A9-0D12-3644-BBEC-6D9D192EBEF4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2:39.312" v="3"/>
          <ac:spMkLst>
            <pc:docMk/>
            <pc:sldMk cId="2210866551" sldId="256"/>
            <ac:spMk id="19" creationId="{A21C8291-E3D5-4240-8FF4-E5213CBCC453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5:15.707" v="25"/>
          <ac:spMkLst>
            <pc:docMk/>
            <pc:sldMk cId="2210866551" sldId="256"/>
            <ac:spMk id="21" creationId="{FFC321AD-2C92-446F-AF58-8CAA634BFD36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5:15.707" v="25"/>
          <ac:spMkLst>
            <pc:docMk/>
            <pc:sldMk cId="2210866551" sldId="256"/>
            <ac:spMk id="22" creationId="{3EA855B9-EE27-4441-846C-35DF1C6483BF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5:15.707" v="25"/>
          <ac:spMkLst>
            <pc:docMk/>
            <pc:sldMk cId="2210866551" sldId="256"/>
            <ac:spMk id="24" creationId="{2BF5D4DB-368A-4B23-81E4-E0454BAD8672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5:15.707" v="25"/>
          <ac:spMkLst>
            <pc:docMk/>
            <pc:sldMk cId="2210866551" sldId="256"/>
            <ac:spMk id="25" creationId="{F372D7B9-36D5-4C1F-B7C9-36717C28F150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7:44.882" v="62"/>
          <ac:spMkLst>
            <pc:docMk/>
            <pc:sldMk cId="2210866551" sldId="256"/>
            <ac:spMk id="26" creationId="{F774E8E4-3A52-4B19-AFD7-B242CE61A7A9}"/>
          </ac:spMkLst>
        </pc:spChg>
        <pc:spChg chg="add">
          <ac:chgData name="GIOVANA ESCARELLI GOMES" userId="S::giovana.gomes46@etec.sp.gov.br::1ef149bf-c941-4023-8745-c0c13a1523d5" providerId="AD" clId="Web-{0FF78360-6567-28B9-380D-7123C7CA59E6}" dt="2024-03-25T21:06:34.066" v="142"/>
          <ac:spMkLst>
            <pc:docMk/>
            <pc:sldMk cId="2210866551" sldId="256"/>
            <ac:spMk id="27" creationId="{EFB0C39A-F8CA-4A79-AFFC-E9780FB1991A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7:19.334" v="53"/>
          <ac:spMkLst>
            <pc:docMk/>
            <pc:sldMk cId="2210866551" sldId="256"/>
            <ac:spMk id="28" creationId="{EFB0C39A-F8CA-4A79-AFFC-E9780FB1991A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3:28.343" v="91"/>
          <ac:spMkLst>
            <pc:docMk/>
            <pc:sldMk cId="2210866551" sldId="256"/>
            <ac:spMk id="29" creationId="{EFB0C39A-F8CA-4A79-AFFC-E9780FB1991A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0:57:26.647" v="55"/>
          <ac:spMkLst>
            <pc:docMk/>
            <pc:sldMk cId="2210866551" sldId="256"/>
            <ac:spMk id="30" creationId="{F774E8E4-3A52-4B19-AFD7-B242CE61A7A9}"/>
          </ac:spMkLst>
        </pc:spChg>
        <pc:picChg chg="add del">
          <ac:chgData name="GIOVANA ESCARELLI GOMES" userId="S::giovana.gomes46@etec.sp.gov.br::1ef149bf-c941-4023-8745-c0c13a1523d5" providerId="AD" clId="Web-{0FF78360-6567-28B9-380D-7123C7CA59E6}" dt="2024-03-25T20:48:19.103" v="1"/>
          <ac:picMkLst>
            <pc:docMk/>
            <pc:sldMk cId="2210866551" sldId="256"/>
            <ac:picMk id="4" creationId="{DD9AE4F9-6551-186F-9601-9C2B483CCD21}"/>
          </ac:picMkLst>
        </pc:picChg>
        <pc:picChg chg="add del">
          <ac:chgData name="GIOVANA ESCARELLI GOMES" userId="S::giovana.gomes46@etec.sp.gov.br::1ef149bf-c941-4023-8745-c0c13a1523d5" providerId="AD" clId="Web-{0FF78360-6567-28B9-380D-7123C7CA59E6}" dt="2024-03-25T20:52:39.312" v="3"/>
          <ac:picMkLst>
            <pc:docMk/>
            <pc:sldMk cId="2210866551" sldId="256"/>
            <ac:picMk id="17" creationId="{C1430B4F-EB48-73D4-C75E-0C654756B707}"/>
          </ac:picMkLst>
        </pc:picChg>
        <pc:picChg chg="add mod">
          <ac:chgData name="GIOVANA ESCARELLI GOMES" userId="S::giovana.gomes46@etec.sp.gov.br::1ef149bf-c941-4023-8745-c0c13a1523d5" providerId="AD" clId="Web-{0FF78360-6567-28B9-380D-7123C7CA59E6}" dt="2024-03-25T20:57:44.944" v="63"/>
          <ac:picMkLst>
            <pc:docMk/>
            <pc:sldMk cId="2210866551" sldId="256"/>
            <ac:picMk id="23" creationId="{96E5DF5E-C381-B7CA-25E0-56C70D210167}"/>
          </ac:picMkLst>
        </pc:picChg>
      </pc:sldChg>
      <pc:sldChg chg="modSp new mod setBg modClrScheme chgLayout">
        <pc:chgData name="GIOVANA ESCARELLI GOMES" userId="S::giovana.gomes46@etec.sp.gov.br::1ef149bf-c941-4023-8745-c0c13a1523d5" providerId="AD" clId="Web-{0FF78360-6567-28B9-380D-7123C7CA59E6}" dt="2024-03-25T21:13:50.685" v="232" actId="20577"/>
        <pc:sldMkLst>
          <pc:docMk/>
          <pc:sldMk cId="1127857000" sldId="257"/>
        </pc:sldMkLst>
        <pc:spChg chg="mod ord">
          <ac:chgData name="GIOVANA ESCARELLI GOMES" userId="S::giovana.gomes46@etec.sp.gov.br::1ef149bf-c941-4023-8745-c0c13a1523d5" providerId="AD" clId="Web-{0FF78360-6567-28B9-380D-7123C7CA59E6}" dt="2024-03-25T21:08:32.678" v="162" actId="1076"/>
          <ac:spMkLst>
            <pc:docMk/>
            <pc:sldMk cId="1127857000" sldId="257"/>
            <ac:spMk id="2" creationId="{31902F3F-2396-E21B-4233-0E58F5EB9FED}"/>
          </ac:spMkLst>
        </pc:spChg>
        <pc:spChg chg="mod ord">
          <ac:chgData name="GIOVANA ESCARELLI GOMES" userId="S::giovana.gomes46@etec.sp.gov.br::1ef149bf-c941-4023-8745-c0c13a1523d5" providerId="AD" clId="Web-{0FF78360-6567-28B9-380D-7123C7CA59E6}" dt="2024-03-25T21:13:50.685" v="232" actId="20577"/>
          <ac:spMkLst>
            <pc:docMk/>
            <pc:sldMk cId="1127857000" sldId="257"/>
            <ac:spMk id="3" creationId="{60C3F161-A61C-A6F0-4B3E-8F6A1A927616}"/>
          </ac:spMkLst>
        </pc:spChg>
      </pc:sldChg>
      <pc:sldChg chg="addSp delSp modSp new mod setBg modClrScheme delDesignElem modShow chgLayout">
        <pc:chgData name="GIOVANA ESCARELLI GOMES" userId="S::giovana.gomes46@etec.sp.gov.br::1ef149bf-c941-4023-8745-c0c13a1523d5" providerId="AD" clId="Web-{0FF78360-6567-28B9-380D-7123C7CA59E6}" dt="2024-03-25T21:06:20.769" v="139"/>
        <pc:sldMkLst>
          <pc:docMk/>
          <pc:sldMk cId="1483716246" sldId="258"/>
        </pc:sldMkLst>
        <pc:spChg chg="del mod ord">
          <ac:chgData name="GIOVANA ESCARELLI GOMES" userId="S::giovana.gomes46@etec.sp.gov.br::1ef149bf-c941-4023-8745-c0c13a1523d5" providerId="AD" clId="Web-{0FF78360-6567-28B9-380D-7123C7CA59E6}" dt="2024-03-25T21:00:43.480" v="73"/>
          <ac:spMkLst>
            <pc:docMk/>
            <pc:sldMk cId="1483716246" sldId="258"/>
            <ac:spMk id="2" creationId="{BBA31A97-456A-91A8-D146-8310C25ECF07}"/>
          </ac:spMkLst>
        </pc:spChg>
        <pc:spChg chg="del mod ord">
          <ac:chgData name="GIOVANA ESCARELLI GOMES" userId="S::giovana.gomes46@etec.sp.gov.br::1ef149bf-c941-4023-8745-c0c13a1523d5" providerId="AD" clId="Web-{0FF78360-6567-28B9-380D-7123C7CA59E6}" dt="2024-03-25T21:02:12.529" v="80"/>
          <ac:spMkLst>
            <pc:docMk/>
            <pc:sldMk cId="1483716246" sldId="258"/>
            <ac:spMk id="3" creationId="{3662180C-ED05-B25A-D101-24B173EC381A}"/>
          </ac:spMkLst>
        </pc:spChg>
        <pc:spChg chg="add del mod ord">
          <ac:chgData name="GIOVANA ESCARELLI GOMES" userId="S::giovana.gomes46@etec.sp.gov.br::1ef149bf-c941-4023-8745-c0c13a1523d5" providerId="AD" clId="Web-{0FF78360-6567-28B9-380D-7123C7CA59E6}" dt="2024-03-25T21:04:01.437" v="98"/>
          <ac:spMkLst>
            <pc:docMk/>
            <pc:sldMk cId="1483716246" sldId="258"/>
            <ac:spMk id="4" creationId="{CE55FADB-78BB-3CD2-BF7D-8915D032F2EF}"/>
          </ac:spMkLst>
        </pc:spChg>
        <pc:spChg chg="add del mod">
          <ac:chgData name="GIOVANA ESCARELLI GOMES" userId="S::giovana.gomes46@etec.sp.gov.br::1ef149bf-c941-4023-8745-c0c13a1523d5" providerId="AD" clId="Web-{0FF78360-6567-28B9-380D-7123C7CA59E6}" dt="2024-03-25T21:02:18.638" v="81"/>
          <ac:spMkLst>
            <pc:docMk/>
            <pc:sldMk cId="1483716246" sldId="258"/>
            <ac:spMk id="6" creationId="{D5C59CE0-EB94-8CDD-A680-B9E1B2A6CF06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5:00.048" v="118"/>
          <ac:spMkLst>
            <pc:docMk/>
            <pc:sldMk cId="1483716246" sldId="258"/>
            <ac:spMk id="13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5:00.048" v="118"/>
          <ac:spMkLst>
            <pc:docMk/>
            <pc:sldMk cId="1483716246" sldId="258"/>
            <ac:spMk id="14" creationId="{30B3D270-B19D-4DB8-BD3C-3E707485B515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5:00.048" v="118"/>
          <ac:spMkLst>
            <pc:docMk/>
            <pc:sldMk cId="1483716246" sldId="258"/>
            <ac:spMk id="15" creationId="{49BDAF94-B52E-4307-B54C-EF413086FC77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4:45.798" v="110"/>
          <ac:spMkLst>
            <pc:docMk/>
            <pc:sldMk cId="1483716246" sldId="258"/>
            <ac:spMk id="16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5:12.408" v="124"/>
          <ac:spMkLst>
            <pc:docMk/>
            <pc:sldMk cId="1483716246" sldId="258"/>
            <ac:spMk id="17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4:48.829" v="112"/>
          <ac:spMkLst>
            <pc:docMk/>
            <pc:sldMk cId="1483716246" sldId="258"/>
            <ac:spMk id="18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4:51.657" v="114"/>
          <ac:spMkLst>
            <pc:docMk/>
            <pc:sldMk cId="1483716246" sldId="258"/>
            <ac:spMk id="20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4:51.657" v="114"/>
          <ac:spMkLst>
            <pc:docMk/>
            <pc:sldMk cId="1483716246" sldId="258"/>
            <ac:spMk id="21" creationId="{F853C71C-EE3C-44D8-8587-9A4D9D5CC5CA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5:20.096" v="126"/>
          <ac:spMkLst>
            <pc:docMk/>
            <pc:sldMk cId="1483716246" sldId="258"/>
            <ac:spMk id="22" creationId="{C68C397E-C9BC-4DE8-986D-204E427AD949}"/>
          </ac:spMkLst>
        </pc:spChg>
        <pc:spChg chg="add del">
          <ac:chgData name="GIOVANA ESCARELLI GOMES" userId="S::giovana.gomes46@etec.sp.gov.br::1ef149bf-c941-4023-8745-c0c13a1523d5" providerId="AD" clId="Web-{0FF78360-6567-28B9-380D-7123C7CA59E6}" dt="2024-03-25T21:06:05.643" v="136"/>
          <ac:spMkLst>
            <pc:docMk/>
            <pc:sldMk cId="1483716246" sldId="258"/>
            <ac:spMk id="27" creationId="{C68C397E-C9BC-4DE8-986D-204E427AD949}"/>
          </ac:spMkLst>
        </pc:spChg>
        <pc:graphicFrameChg chg="add del">
          <ac:chgData name="GIOVANA ESCARELLI GOMES" userId="S::giovana.gomes46@etec.sp.gov.br::1ef149bf-c941-4023-8745-c0c13a1523d5" providerId="AD" clId="Web-{0FF78360-6567-28B9-380D-7123C7CA59E6}" dt="2024-03-25T21:03:59.031" v="95"/>
          <ac:graphicFrameMkLst>
            <pc:docMk/>
            <pc:sldMk cId="1483716246" sldId="258"/>
            <ac:graphicFrameMk id="7" creationId="{3A47B021-B74F-27DA-9727-A00052494A76}"/>
          </ac:graphicFrameMkLst>
        </pc:graphicFrameChg>
        <pc:graphicFrameChg chg="add del">
          <ac:chgData name="GIOVANA ESCARELLI GOMES" userId="S::giovana.gomes46@etec.sp.gov.br::1ef149bf-c941-4023-8745-c0c13a1523d5" providerId="AD" clId="Web-{0FF78360-6567-28B9-380D-7123C7CA59E6}" dt="2024-03-25T21:04:01.422" v="97"/>
          <ac:graphicFrameMkLst>
            <pc:docMk/>
            <pc:sldMk cId="1483716246" sldId="258"/>
            <ac:graphicFrameMk id="9" creationId="{6BC2DB47-EF3A-579A-9CAE-B76A3E265858}"/>
          </ac:graphicFrameMkLst>
        </pc:graphicFrameChg>
        <pc:graphicFrameChg chg="add mod modGraphic">
          <ac:chgData name="GIOVANA ESCARELLI GOMES" userId="S::giovana.gomes46@etec.sp.gov.br::1ef149bf-c941-4023-8745-c0c13a1523d5" providerId="AD" clId="Web-{0FF78360-6567-28B9-380D-7123C7CA59E6}" dt="2024-03-25T21:05:54.690" v="134" actId="20577"/>
          <ac:graphicFrameMkLst>
            <pc:docMk/>
            <pc:sldMk cId="1483716246" sldId="258"/>
            <ac:graphicFrameMk id="11" creationId="{3A47B021-B74F-27DA-9727-A00052494A76}"/>
          </ac:graphicFrameMkLst>
        </pc:graphicFrameChg>
      </pc:sldChg>
      <pc:sldChg chg="addSp delSp modSp new mod modClrScheme chgLayout">
        <pc:chgData name="GIOVANA ESCARELLI GOMES" userId="S::giovana.gomes46@etec.sp.gov.br::1ef149bf-c941-4023-8745-c0c13a1523d5" providerId="AD" clId="Web-{0FF78360-6567-28B9-380D-7123C7CA59E6}" dt="2024-03-25T21:28:05.799" v="404" actId="1076"/>
        <pc:sldMkLst>
          <pc:docMk/>
          <pc:sldMk cId="2117824576" sldId="259"/>
        </pc:sldMkLst>
        <pc:spChg chg="del">
          <ac:chgData name="GIOVANA ESCARELLI GOMES" userId="S::giovana.gomes46@etec.sp.gov.br::1ef149bf-c941-4023-8745-c0c13a1523d5" providerId="AD" clId="Web-{0FF78360-6567-28B9-380D-7123C7CA59E6}" dt="2024-03-25T21:09:58.992" v="172"/>
          <ac:spMkLst>
            <pc:docMk/>
            <pc:sldMk cId="2117824576" sldId="259"/>
            <ac:spMk id="2" creationId="{55DEE5BD-51EC-5A6C-13D5-84D34ED2552C}"/>
          </ac:spMkLst>
        </pc:spChg>
        <pc:spChg chg="mod ord">
          <ac:chgData name="GIOVANA ESCARELLI GOMES" userId="S::giovana.gomes46@etec.sp.gov.br::1ef149bf-c941-4023-8745-c0c13a1523d5" providerId="AD" clId="Web-{0FF78360-6567-28B9-380D-7123C7CA59E6}" dt="2024-03-25T21:28:05.799" v="404" actId="1076"/>
          <ac:spMkLst>
            <pc:docMk/>
            <pc:sldMk cId="2117824576" sldId="259"/>
            <ac:spMk id="3" creationId="{4E1668E9-B5DC-2E35-B229-53568105AB00}"/>
          </ac:spMkLst>
        </pc:spChg>
        <pc:spChg chg="add del mod ord">
          <ac:chgData name="GIOVANA ESCARELLI GOMES" userId="S::giovana.gomes46@etec.sp.gov.br::1ef149bf-c941-4023-8745-c0c13a1523d5" providerId="AD" clId="Web-{0FF78360-6567-28B9-380D-7123C7CA59E6}" dt="2024-03-25T21:10:29.431" v="176"/>
          <ac:spMkLst>
            <pc:docMk/>
            <pc:sldMk cId="2117824576" sldId="259"/>
            <ac:spMk id="4" creationId="{D8A7DFBB-3539-C49B-A300-5A21FA31475C}"/>
          </ac:spMkLst>
        </pc:spChg>
        <pc:spChg chg="add del mod ord">
          <ac:chgData name="GIOVANA ESCARELLI GOMES" userId="S::giovana.gomes46@etec.sp.gov.br::1ef149bf-c941-4023-8745-c0c13a1523d5" providerId="AD" clId="Web-{0FF78360-6567-28B9-380D-7123C7CA59E6}" dt="2024-03-25T21:11:45.698" v="196"/>
          <ac:spMkLst>
            <pc:docMk/>
            <pc:sldMk cId="2117824576" sldId="259"/>
            <ac:spMk id="5" creationId="{CFDD0AD3-618C-2483-B2AE-F87A0023B076}"/>
          </ac:spMkLst>
        </pc:spChg>
        <pc:picChg chg="add mod">
          <ac:chgData name="GIOVANA ESCARELLI GOMES" userId="S::giovana.gomes46@etec.sp.gov.br::1ef149bf-c941-4023-8745-c0c13a1523d5" providerId="AD" clId="Web-{0FF78360-6567-28B9-380D-7123C7CA59E6}" dt="2024-03-25T21:25:43.514" v="368" actId="1076"/>
          <ac:picMkLst>
            <pc:docMk/>
            <pc:sldMk cId="2117824576" sldId="259"/>
            <ac:picMk id="6" creationId="{05363DF7-F41E-1F29-53CD-8633B7C2A418}"/>
          </ac:picMkLst>
        </pc:picChg>
      </pc:sldChg>
      <pc:sldChg chg="new del">
        <pc:chgData name="GIOVANA ESCARELLI GOMES" userId="S::giovana.gomes46@etec.sp.gov.br::1ef149bf-c941-4023-8745-c0c13a1523d5" providerId="AD" clId="Web-{0FF78360-6567-28B9-380D-7123C7CA59E6}" dt="2024-03-25T21:03:16.093" v="90"/>
        <pc:sldMkLst>
          <pc:docMk/>
          <pc:sldMk cId="2781017203" sldId="259"/>
        </pc:sldMkLst>
      </pc:sldChg>
      <pc:sldChg chg="modSp new">
        <pc:chgData name="GIOVANA ESCARELLI GOMES" userId="S::giovana.gomes46@etec.sp.gov.br::1ef149bf-c941-4023-8745-c0c13a1523d5" providerId="AD" clId="Web-{0FF78360-6567-28B9-380D-7123C7CA59E6}" dt="2024-03-25T21:28:19.830" v="405" actId="1076"/>
        <pc:sldMkLst>
          <pc:docMk/>
          <pc:sldMk cId="1439786239" sldId="260"/>
        </pc:sldMkLst>
        <pc:spChg chg="mod">
          <ac:chgData name="GIOVANA ESCARELLI GOMES" userId="S::giovana.gomes46@etec.sp.gov.br::1ef149bf-c941-4023-8745-c0c13a1523d5" providerId="AD" clId="Web-{0FF78360-6567-28B9-380D-7123C7CA59E6}" dt="2024-03-25T21:19:27.224" v="308" actId="1076"/>
          <ac:spMkLst>
            <pc:docMk/>
            <pc:sldMk cId="1439786239" sldId="260"/>
            <ac:spMk id="2" creationId="{C845DB45-E0CC-95E5-D67B-942CBEAD2E95}"/>
          </ac:spMkLst>
        </pc:spChg>
        <pc:spChg chg="mod">
          <ac:chgData name="GIOVANA ESCARELLI GOMES" userId="S::giovana.gomes46@etec.sp.gov.br::1ef149bf-c941-4023-8745-c0c13a1523d5" providerId="AD" clId="Web-{0FF78360-6567-28B9-380D-7123C7CA59E6}" dt="2024-03-25T21:27:55.408" v="403" actId="20577"/>
          <ac:spMkLst>
            <pc:docMk/>
            <pc:sldMk cId="1439786239" sldId="260"/>
            <ac:spMk id="3" creationId="{53C84D74-41A8-B8BC-DE58-3DD4DC045684}"/>
          </ac:spMkLst>
        </pc:spChg>
        <pc:spChg chg="mod">
          <ac:chgData name="GIOVANA ESCARELLI GOMES" userId="S::giovana.gomes46@etec.sp.gov.br::1ef149bf-c941-4023-8745-c0c13a1523d5" providerId="AD" clId="Web-{0FF78360-6567-28B9-380D-7123C7CA59E6}" dt="2024-03-25T21:28:19.830" v="405" actId="1076"/>
          <ac:spMkLst>
            <pc:docMk/>
            <pc:sldMk cId="1439786239" sldId="260"/>
            <ac:spMk id="4" creationId="{625A0713-22B2-3C89-AD48-2C1E2A1FEA88}"/>
          </ac:spMkLst>
        </pc:spChg>
      </pc:sldChg>
      <pc:sldChg chg="delSp modSp new mod modClrScheme chgLayout">
        <pc:chgData name="GIOVANA ESCARELLI GOMES" userId="S::giovana.gomes46@etec.sp.gov.br::1ef149bf-c941-4023-8745-c0c13a1523d5" providerId="AD" clId="Web-{0FF78360-6567-28B9-380D-7123C7CA59E6}" dt="2024-03-25T21:29:16.769" v="421" actId="14100"/>
        <pc:sldMkLst>
          <pc:docMk/>
          <pc:sldMk cId="3823901834" sldId="261"/>
        </pc:sldMkLst>
        <pc:spChg chg="mod ord">
          <ac:chgData name="GIOVANA ESCARELLI GOMES" userId="S::giovana.gomes46@etec.sp.gov.br::1ef149bf-c941-4023-8745-c0c13a1523d5" providerId="AD" clId="Web-{0FF78360-6567-28B9-380D-7123C7CA59E6}" dt="2024-03-25T21:29:16.769" v="421" actId="14100"/>
          <ac:spMkLst>
            <pc:docMk/>
            <pc:sldMk cId="3823901834" sldId="261"/>
            <ac:spMk id="2" creationId="{B2902F85-52F8-3966-D960-8B9B39D5A3C6}"/>
          </ac:spMkLst>
        </pc:spChg>
        <pc:spChg chg="mod ord">
          <ac:chgData name="GIOVANA ESCARELLI GOMES" userId="S::giovana.gomes46@etec.sp.gov.br::1ef149bf-c941-4023-8745-c0c13a1523d5" providerId="AD" clId="Web-{0FF78360-6567-28B9-380D-7123C7CA59E6}" dt="2024-03-25T21:25:09.888" v="354" actId="20577"/>
          <ac:spMkLst>
            <pc:docMk/>
            <pc:sldMk cId="3823901834" sldId="261"/>
            <ac:spMk id="3" creationId="{F5950113-002B-90BC-59CB-FC71E805ED50}"/>
          </ac:spMkLst>
        </pc:spChg>
        <pc:spChg chg="del">
          <ac:chgData name="GIOVANA ESCARELLI GOMES" userId="S::giovana.gomes46@etec.sp.gov.br::1ef149bf-c941-4023-8745-c0c13a1523d5" providerId="AD" clId="Web-{0FF78360-6567-28B9-380D-7123C7CA59E6}" dt="2024-03-25T21:20:43.132" v="310"/>
          <ac:spMkLst>
            <pc:docMk/>
            <pc:sldMk cId="3823901834" sldId="261"/>
            <ac:spMk id="4" creationId="{12A8A04C-7C0C-E533-37CE-46D41E5A28BD}"/>
          </ac:spMkLst>
        </pc:spChg>
      </pc:sldChg>
      <pc:sldMasterChg chg="add del addSldLayout delSldLayout">
        <pc:chgData name="GIOVANA ESCARELLI GOMES" userId="S::giovana.gomes46@etec.sp.gov.br::1ef149bf-c941-4023-8745-c0c13a1523d5" providerId="AD" clId="Web-{0FF78360-6567-28B9-380D-7123C7CA59E6}" dt="2024-03-25T20:52:39.437" v="4"/>
        <pc:sldMasterMkLst>
          <pc:docMk/>
          <pc:sldMasterMk cId="2675746937" sldId="2147483648"/>
        </pc:sldMasterMkLst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877683876" sldId="2147483649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314005268" sldId="2147483650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3781375764" sldId="2147483651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2124613824" sldId="2147483652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3694421058" sldId="2147483653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3108533492" sldId="2147483654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578281579" sldId="2147483655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2217836567" sldId="2147483656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2245566346" sldId="2147483657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746588027" sldId="2147483658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437" v="4"/>
          <pc:sldLayoutMkLst>
            <pc:docMk/>
            <pc:sldMasterMk cId="2675746937" sldId="2147483648"/>
            <pc:sldLayoutMk cId="1306397509" sldId="2147483659"/>
          </pc:sldLayoutMkLst>
        </pc:sldLayoutChg>
      </pc:sldMasterChg>
      <pc:sldMasterChg chg="add del replId addSldLayout delSldLayout">
        <pc:chgData name="GIOVANA ESCARELLI GOMES" userId="S::giovana.gomes46@etec.sp.gov.br::1ef149bf-c941-4023-8745-c0c13a1523d5" providerId="AD" clId="Web-{0FF78360-6567-28B9-380D-7123C7CA59E6}" dt="2024-03-25T20:48:19.103" v="1"/>
        <pc:sldMasterMkLst>
          <pc:docMk/>
          <pc:sldMasterMk cId="2478584162" sldId="2147483660"/>
        </pc:sldMasterMkLst>
        <pc:sldLayoutChg chg="add del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3621593280" sldId="2147483661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2529012125" sldId="2147483662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2487710296" sldId="2147483663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2079076325" sldId="2147483664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3214812952" sldId="2147483665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1023032357" sldId="2147483666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4063357942" sldId="2147483667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250443012" sldId="2147483668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3681519473" sldId="2147483669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2913821482" sldId="2147483670"/>
          </pc:sldLayoutMkLst>
        </pc:sldLayoutChg>
        <pc:sldLayoutChg chg="add del replId">
          <pc:chgData name="GIOVANA ESCARELLI GOMES" userId="S::giovana.gomes46@etec.sp.gov.br::1ef149bf-c941-4023-8745-c0c13a1523d5" providerId="AD" clId="Web-{0FF78360-6567-28B9-380D-7123C7CA59E6}" dt="2024-03-25T20:48:19.103" v="1"/>
          <pc:sldLayoutMkLst>
            <pc:docMk/>
            <pc:sldMasterMk cId="2478584162" sldId="2147483660"/>
            <pc:sldLayoutMk cId="3638555881" sldId="2147483671"/>
          </pc:sldLayoutMkLst>
        </pc:sldLayoutChg>
      </pc:sldMasterChg>
      <pc:sldMasterChg chg="add del addSldLayout delSldLayout">
        <pc:chgData name="GIOVANA ESCARELLI GOMES" userId="S::giovana.gomes46@etec.sp.gov.br::1ef149bf-c941-4023-8745-c0c13a1523d5" providerId="AD" clId="Web-{0FF78360-6567-28B9-380D-7123C7CA59E6}" dt="2024-03-25T20:55:15.707" v="25"/>
        <pc:sldMasterMkLst>
          <pc:docMk/>
          <pc:sldMasterMk cId="4264253040" sldId="2147483712"/>
        </pc:sldMasterMkLst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678360150" sldId="2147483701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584569607" sldId="2147483702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669844456" sldId="2147483703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275463774" sldId="2147483704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131298465" sldId="2147483705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231094651" sldId="2147483706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1354788671" sldId="2147483707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3064591245" sldId="2147483708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618940709" sldId="2147483709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3363625277" sldId="2147483710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5:15.707" v="25"/>
          <pc:sldLayoutMkLst>
            <pc:docMk/>
            <pc:sldMasterMk cId="4264253040" sldId="2147483712"/>
            <pc:sldLayoutMk cId="2078300290" sldId="2147483711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5:19.738" v="26"/>
        <pc:sldMasterMkLst>
          <pc:docMk/>
          <pc:sldMasterMk cId="2917962267" sldId="2147483713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83275303" sldId="214748371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4080454018" sldId="214748371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88845171" sldId="214748371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2654229525" sldId="214748371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979880877" sldId="214748371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1023859564" sldId="214748371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1919714611" sldId="214748372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1135732216" sldId="214748372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3791364640" sldId="214748372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1570686116" sldId="214748372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19.738" v="26"/>
          <pc:sldLayoutMkLst>
            <pc:docMk/>
            <pc:sldMasterMk cId="2917962267" sldId="2147483713"/>
            <pc:sldLayoutMk cId="2451557760" sldId="2147483724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5:22.191" v="27"/>
        <pc:sldMasterMkLst>
          <pc:docMk/>
          <pc:sldMasterMk cId="144334377" sldId="2147483725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907682474" sldId="214748372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3554832191" sldId="214748372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81678841" sldId="214748372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1230237" sldId="214748372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720715058" sldId="214748373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778786245" sldId="214748373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660621251" sldId="214748373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574115921" sldId="214748373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1952201897" sldId="214748373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2272814444" sldId="214748373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1775243156" sldId="214748373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607299843" sldId="214748373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4105128671" sldId="214748373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44537379" sldId="214748373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3462655043" sldId="214748374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22.191" v="27"/>
          <pc:sldLayoutMkLst>
            <pc:docMk/>
            <pc:sldMasterMk cId="144334377" sldId="2147483725"/>
            <pc:sldLayoutMk cId="1414309534" sldId="2147483741"/>
          </pc:sldLayoutMkLst>
        </pc:sldLayoutChg>
      </pc:sldMasterChg>
      <pc:sldMasterChg chg="add del addSldLayout delSldLayout">
        <pc:chgData name="GIOVANA ESCARELLI GOMES" userId="S::giovana.gomes46@etec.sp.gov.br::1ef149bf-c941-4023-8745-c0c13a1523d5" providerId="AD" clId="Web-{0FF78360-6567-28B9-380D-7123C7CA59E6}" dt="2024-03-25T20:52:39.312" v="3"/>
        <pc:sldMasterMkLst>
          <pc:docMk/>
          <pc:sldMasterMk cId="797601556" sldId="2147483725"/>
        </pc:sldMasterMkLst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52036867" sldId="2147483714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371414712" sldId="2147483715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1722705581" sldId="2147483716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3277451422" sldId="2147483717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20943818" sldId="2147483718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629846475" sldId="2147483719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2096352420" sldId="2147483720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1897718613" sldId="2147483721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752592273" sldId="2147483722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2615116384" sldId="2147483723"/>
          </pc:sldLayoutMkLst>
        </pc:sldLayoutChg>
        <pc:sldLayoutChg chg="add del">
          <pc:chgData name="GIOVANA ESCARELLI GOMES" userId="S::giovana.gomes46@etec.sp.gov.br::1ef149bf-c941-4023-8745-c0c13a1523d5" providerId="AD" clId="Web-{0FF78360-6567-28B9-380D-7123C7CA59E6}" dt="2024-03-25T20:52:39.312" v="3"/>
          <pc:sldLayoutMkLst>
            <pc:docMk/>
            <pc:sldMasterMk cId="797601556" sldId="2147483725"/>
            <pc:sldLayoutMk cId="982816280" sldId="2147483724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5:33.988" v="28"/>
        <pc:sldMasterMkLst>
          <pc:docMk/>
          <pc:sldMasterMk cId="1261529720" sldId="2147483742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3487023589" sldId="214748374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4167621325" sldId="214748374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1717186270" sldId="214748374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2654407422" sldId="214748374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2960986382" sldId="214748374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881688211" sldId="214748374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2476517936" sldId="214748374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1408059514" sldId="214748375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450834219" sldId="214748375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1509501194" sldId="214748375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3.988" v="28"/>
          <pc:sldLayoutMkLst>
            <pc:docMk/>
            <pc:sldMasterMk cId="1261529720" sldId="2147483742"/>
            <pc:sldLayoutMk cId="4039531090" sldId="2147483753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5:35.082" v="29"/>
        <pc:sldMasterMkLst>
          <pc:docMk/>
          <pc:sldMasterMk cId="2475292655" sldId="2147483754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4024925770" sldId="214748375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249074689" sldId="214748375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769955446" sldId="214748375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2275750231" sldId="214748375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3922500590" sldId="214748375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2333050806" sldId="214748376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332464407" sldId="214748376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2176172591" sldId="214748376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1095921726" sldId="214748376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1372870219" sldId="214748376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5.082" v="29"/>
          <pc:sldLayoutMkLst>
            <pc:docMk/>
            <pc:sldMasterMk cId="2475292655" sldId="2147483754"/>
            <pc:sldLayoutMk cId="3376078496" sldId="2147483765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5:38.051" v="30"/>
        <pc:sldMasterMkLst>
          <pc:docMk/>
          <pc:sldMasterMk cId="3186828148" sldId="2147483766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4001960531" sldId="214748376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1806679396" sldId="214748376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1397409084" sldId="214748376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3210158640" sldId="214748377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1507042198" sldId="214748377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2962348835" sldId="214748377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997185594" sldId="214748377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2936971423" sldId="214748377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2541066936" sldId="214748377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3718678771" sldId="214748377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5:38.051" v="30"/>
          <pc:sldLayoutMkLst>
            <pc:docMk/>
            <pc:sldMasterMk cId="3186828148" sldId="2147483766"/>
            <pc:sldLayoutMk cId="1494505863" sldId="2147483777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6:35.724" v="46"/>
        <pc:sldMasterMkLst>
          <pc:docMk/>
          <pc:sldMasterMk cId="1318134165" sldId="2147483778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868880712" sldId="214748377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533676733" sldId="214748378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1930889068" sldId="214748378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1309515792" sldId="214748378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4097916971" sldId="214748378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2146264765" sldId="214748378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2890213430" sldId="214748378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203856419" sldId="214748378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2553026518" sldId="214748378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3152353028" sldId="214748378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5.724" v="46"/>
          <pc:sldLayoutMkLst>
            <pc:docMk/>
            <pc:sldMasterMk cId="1318134165" sldId="2147483778"/>
            <pc:sldLayoutMk cId="2863088526" sldId="2147483789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6:37.052" v="47"/>
        <pc:sldMasterMkLst>
          <pc:docMk/>
          <pc:sldMasterMk cId="1711826812" sldId="2147483790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4186217076" sldId="214748379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4154473354" sldId="214748379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3567043595" sldId="214748379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1238623987" sldId="214748379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1890718431" sldId="214748379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935850153" sldId="214748379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1213185708" sldId="214748379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2950699773" sldId="214748379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2158372892" sldId="214748379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3361774626" sldId="214748380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7.052" v="47"/>
          <pc:sldLayoutMkLst>
            <pc:docMk/>
            <pc:sldMasterMk cId="1711826812" sldId="2147483790"/>
            <pc:sldLayoutMk cId="2733040756" sldId="2147483801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6:38.115" v="48"/>
        <pc:sldMasterMkLst>
          <pc:docMk/>
          <pc:sldMasterMk cId="226306565" sldId="2147483802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1646744398" sldId="214748380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825412591" sldId="214748380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1409382943" sldId="214748380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3815982193" sldId="214748380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2023142582" sldId="214748380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1508900727" sldId="214748380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1096667328" sldId="214748380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386820719" sldId="214748381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822411436" sldId="214748381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226238534" sldId="214748381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38.115" v="48"/>
          <pc:sldLayoutMkLst>
            <pc:docMk/>
            <pc:sldMasterMk cId="226306565" sldId="2147483802"/>
            <pc:sldLayoutMk cId="3774117813" sldId="2147483813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6:41.552" v="49"/>
        <pc:sldMasterMkLst>
          <pc:docMk/>
          <pc:sldMasterMk cId="407519383" sldId="2147483814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710510278" sldId="214748381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300334912" sldId="214748381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627535806" sldId="214748381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757976946" sldId="214748381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879171970" sldId="214748381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557258979" sldId="214748382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3451172059" sldId="214748382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872779593" sldId="214748382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474378556" sldId="214748382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2279161121" sldId="214748382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6:41.552" v="49"/>
          <pc:sldLayoutMkLst>
            <pc:docMk/>
            <pc:sldMasterMk cId="407519383" sldId="2147483814"/>
            <pc:sldLayoutMk cId="505577376" sldId="2147483825"/>
          </pc:sldLayoutMkLst>
        </pc:sldLayoutChg>
      </pc:sldMasterChg>
      <pc:sldMasterChg chg="add del mod setBg addSldLayout delSldLayout modSldLayout">
        <pc:chgData name="GIOVANA ESCARELLI GOMES" userId="S::giovana.gomes46@etec.sp.gov.br::1ef149bf-c941-4023-8745-c0c13a1523d5" providerId="AD" clId="Web-{0FF78360-6567-28B9-380D-7123C7CA59E6}" dt="2024-03-25T20:57:26.647" v="55"/>
        <pc:sldMasterMkLst>
          <pc:docMk/>
          <pc:sldMasterMk cId="2581036461" sldId="2147483826"/>
        </pc:sldMasterMkLst>
        <pc:sldLayoutChg chg="add del mod replId setFolMasterObjs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2529043999" sldId="214748382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2290658470" sldId="214748382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3828421920" sldId="214748382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2587483973" sldId="214748383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389512824" sldId="214748383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2970041714" sldId="214748383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934699106" sldId="214748383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3665545829" sldId="214748383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3525372103" sldId="214748383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3486212947" sldId="214748383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6.647" v="55"/>
          <pc:sldLayoutMkLst>
            <pc:docMk/>
            <pc:sldMasterMk cId="2581036461" sldId="2147483826"/>
            <pc:sldLayoutMk cId="1857051290" sldId="2147483837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7:27.710" v="56"/>
        <pc:sldMasterMkLst>
          <pc:docMk/>
          <pc:sldMasterMk cId="249162327" sldId="2147483838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514304604" sldId="214748383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2095953680" sldId="214748384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1349020579" sldId="214748384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1511834389" sldId="214748384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63891404" sldId="214748384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2058563595" sldId="214748384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1330616885" sldId="214748384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529692226" sldId="214748384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2132560432" sldId="214748384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3285344582" sldId="214748384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7.710" v="56"/>
          <pc:sldLayoutMkLst>
            <pc:docMk/>
            <pc:sldMasterMk cId="249162327" sldId="2147483838"/>
            <pc:sldLayoutMk cId="588596982" sldId="2147483849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0:57:29.616" v="57"/>
        <pc:sldMasterMkLst>
          <pc:docMk/>
          <pc:sldMasterMk cId="619014599" sldId="2147483850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344771076" sldId="214748385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1055664056" sldId="214748385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3520556322" sldId="214748385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1352059006" sldId="214748385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3666465029" sldId="214748385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1865259212" sldId="214748385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3993198903" sldId="214748385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2790243926" sldId="214748385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3069083347" sldId="214748385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2411733619" sldId="214748386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0:57:29.616" v="57"/>
          <pc:sldLayoutMkLst>
            <pc:docMk/>
            <pc:sldMasterMk cId="619014599" sldId="2147483850"/>
            <pc:sldLayoutMk cId="646650184" sldId="2147483861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1:03:28.343" v="91"/>
        <pc:sldMasterMkLst>
          <pc:docMk/>
          <pc:sldMasterMk cId="1956941329" sldId="2147483862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50837116" sldId="214748386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1165526265" sldId="214748386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529209494" sldId="214748386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455660780" sldId="214748386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301757418" sldId="214748386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366375592" sldId="214748386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134729864" sldId="214748386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344876119" sldId="214748387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676236683" sldId="214748387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3129346469" sldId="214748387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8.343" v="91"/>
          <pc:sldLayoutMkLst>
            <pc:docMk/>
            <pc:sldMasterMk cId="1956941329" sldId="2147483862"/>
            <pc:sldLayoutMk cId="2861882089" sldId="2147483873"/>
          </pc:sldLayoutMkLst>
        </pc:sldLayoutChg>
      </pc:sldMasterChg>
      <pc:sldMasterChg chg="add del addSldLayout delSldLayout modSldLayout">
        <pc:chgData name="GIOVANA ESCARELLI GOMES" userId="S::giovana.gomes46@etec.sp.gov.br::1ef149bf-c941-4023-8745-c0c13a1523d5" providerId="AD" clId="Web-{0FF78360-6567-28B9-380D-7123C7CA59E6}" dt="2024-03-25T21:03:29.187" v="92"/>
        <pc:sldMasterMkLst>
          <pc:docMk/>
          <pc:sldMasterMk cId="3914657471" sldId="2147483874"/>
        </pc:sldMasterMkLst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1453491934" sldId="214748387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2867583706" sldId="214748387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980116960" sldId="214748387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1684009233" sldId="214748387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3309973632" sldId="214748387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513603572" sldId="214748388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4256564730" sldId="214748388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2773491022" sldId="214748388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1505174451" sldId="214748388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454390236" sldId="214748388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3:29.187" v="92"/>
          <pc:sldLayoutMkLst>
            <pc:docMk/>
            <pc:sldMasterMk cId="3914657471" sldId="2147483874"/>
            <pc:sldLayoutMk cId="183255357" sldId="2147483885"/>
          </pc:sldLayoutMkLst>
        </pc:sldLayoutChg>
      </pc:sldMasterChg>
      <pc:sldMasterChg chg="add del mod setBg addSldLayout delSldLayout modSldLayout">
        <pc:chgData name="GIOVANA ESCARELLI GOMES" userId="S::giovana.gomes46@etec.sp.gov.br::1ef149bf-c941-4023-8745-c0c13a1523d5" providerId="AD" clId="Web-{0FF78360-6567-28B9-380D-7123C7CA59E6}" dt="2024-03-25T21:06:05.643" v="136"/>
        <pc:sldMasterMkLst>
          <pc:docMk/>
          <pc:sldMasterMk cId="1284458899" sldId="2147483886"/>
        </pc:sldMasterMkLst>
        <pc:sldLayoutChg chg="add del mod replId setFolMasterObjs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1335064275" sldId="2147483887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4104117665" sldId="2147483888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2816579773" sldId="2147483889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1818472324" sldId="2147483890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1897252583" sldId="2147483891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1463630561" sldId="2147483892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4212144570" sldId="2147483893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586559047" sldId="2147483894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733142441" sldId="2147483895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3047038882" sldId="2147483896"/>
          </pc:sldLayoutMkLst>
        </pc:sldLayoutChg>
        <pc:sldLayoutChg chg="add del mod replId">
          <pc:chgData name="GIOVANA ESCARELLI GOMES" userId="S::giovana.gomes46@etec.sp.gov.br::1ef149bf-c941-4023-8745-c0c13a1523d5" providerId="AD" clId="Web-{0FF78360-6567-28B9-380D-7123C7CA59E6}" dt="2024-03-25T21:06:05.643" v="136"/>
          <pc:sldLayoutMkLst>
            <pc:docMk/>
            <pc:sldMasterMk cId="1284458899" sldId="2147483886"/>
            <pc:sldLayoutMk cId="2586069038" sldId="2147483897"/>
          </pc:sldLayoutMkLst>
        </pc:sldLayoutChg>
      </pc:sldMasterChg>
      <pc:sldMasterChg chg="add mod setBg addSldLayout modSldLayout">
        <pc:chgData name="GIOVANA ESCARELLI GOMES" userId="S::giovana.gomes46@etec.sp.gov.br::1ef149bf-c941-4023-8745-c0c13a1523d5" providerId="AD" clId="Web-{0FF78360-6567-28B9-380D-7123C7CA59E6}" dt="2024-03-25T21:06:20.769" v="139"/>
        <pc:sldMasterMkLst>
          <pc:docMk/>
          <pc:sldMasterMk cId="75571390" sldId="2147483898"/>
        </pc:sldMasterMkLst>
        <pc:sldLayoutChg chg="add mod replId setFolMasterObjs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3371053582" sldId="2147483899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4255506773" sldId="2147483900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991653798" sldId="2147483901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3943393286" sldId="2147483902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432930747" sldId="2147483903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1083232885" sldId="2147483904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1427204192" sldId="2147483905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4054324913" sldId="2147483906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404791690" sldId="2147483907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8936120" sldId="2147483908"/>
          </pc:sldLayoutMkLst>
        </pc:sldLayoutChg>
        <pc:sldLayoutChg chg="add mod replId">
          <pc:chgData name="GIOVANA ESCARELLI GOMES" userId="S::giovana.gomes46@etec.sp.gov.br::1ef149bf-c941-4023-8745-c0c13a1523d5" providerId="AD" clId="Web-{0FF78360-6567-28B9-380D-7123C7CA59E6}" dt="2024-03-25T21:06:20.769" v="139"/>
          <pc:sldLayoutMkLst>
            <pc:docMk/>
            <pc:sldMasterMk cId="75571390" sldId="2147483898"/>
            <pc:sldLayoutMk cId="2032078516" sldId="2147483909"/>
          </pc:sldLayoutMkLst>
        </pc:sldLayoutChg>
      </pc:sldMasterChg>
    </pc:docChg>
  </pc:docChgLst>
  <pc:docChgLst>
    <pc:chgData name="GIOVANA ESCARELLI GOMES" userId="S::giovana.gomes46@etec.sp.gov.br::1ef149bf-c941-4023-8745-c0c13a1523d5" providerId="AD" clId="Web-{A0CFF2D7-E3D6-2519-278C-3C2702447BB0}"/>
    <pc:docChg chg="addSld modSld">
      <pc:chgData name="GIOVANA ESCARELLI GOMES" userId="S::giovana.gomes46@etec.sp.gov.br::1ef149bf-c941-4023-8745-c0c13a1523d5" providerId="AD" clId="Web-{A0CFF2D7-E3D6-2519-278C-3C2702447BB0}" dt="2024-03-25T21:47:45.112" v="222" actId="14100"/>
      <pc:docMkLst>
        <pc:docMk/>
      </pc:docMkLst>
      <pc:sldChg chg="modSp">
        <pc:chgData name="GIOVANA ESCARELLI GOMES" userId="S::giovana.gomes46@etec.sp.gov.br::1ef149bf-c941-4023-8745-c0c13a1523d5" providerId="AD" clId="Web-{A0CFF2D7-E3D6-2519-278C-3C2702447BB0}" dt="2024-03-25T21:45:06.061" v="183" actId="20577"/>
        <pc:sldMkLst>
          <pc:docMk/>
          <pc:sldMk cId="1439786239" sldId="260"/>
        </pc:sldMkLst>
        <pc:spChg chg="mod">
          <ac:chgData name="GIOVANA ESCARELLI GOMES" userId="S::giovana.gomes46@etec.sp.gov.br::1ef149bf-c941-4023-8745-c0c13a1523d5" providerId="AD" clId="Web-{A0CFF2D7-E3D6-2519-278C-3C2702447BB0}" dt="2024-03-25T21:38:38.614" v="96" actId="20577"/>
          <ac:spMkLst>
            <pc:docMk/>
            <pc:sldMk cId="1439786239" sldId="260"/>
            <ac:spMk id="2" creationId="{C845DB45-E0CC-95E5-D67B-942CBEAD2E95}"/>
          </ac:spMkLst>
        </pc:spChg>
        <pc:spChg chg="mod">
          <ac:chgData name="GIOVANA ESCARELLI GOMES" userId="S::giovana.gomes46@etec.sp.gov.br::1ef149bf-c941-4023-8745-c0c13a1523d5" providerId="AD" clId="Web-{A0CFF2D7-E3D6-2519-278C-3C2702447BB0}" dt="2024-03-25T21:45:06.061" v="183" actId="20577"/>
          <ac:spMkLst>
            <pc:docMk/>
            <pc:sldMk cId="1439786239" sldId="260"/>
            <ac:spMk id="3" creationId="{53C84D74-41A8-B8BC-DE58-3DD4DC045684}"/>
          </ac:spMkLst>
        </pc:spChg>
        <pc:spChg chg="mod">
          <ac:chgData name="GIOVANA ESCARELLI GOMES" userId="S::giovana.gomes46@etec.sp.gov.br::1ef149bf-c941-4023-8745-c0c13a1523d5" providerId="AD" clId="Web-{A0CFF2D7-E3D6-2519-278C-3C2702447BB0}" dt="2024-03-25T21:38:26.707" v="95" actId="20577"/>
          <ac:spMkLst>
            <pc:docMk/>
            <pc:sldMk cId="1439786239" sldId="260"/>
            <ac:spMk id="4" creationId="{625A0713-22B2-3C89-AD48-2C1E2A1FEA88}"/>
          </ac:spMkLst>
        </pc:spChg>
      </pc:sldChg>
      <pc:sldChg chg="modSp">
        <pc:chgData name="GIOVANA ESCARELLI GOMES" userId="S::giovana.gomes46@etec.sp.gov.br::1ef149bf-c941-4023-8745-c0c13a1523d5" providerId="AD" clId="Web-{A0CFF2D7-E3D6-2519-278C-3C2702447BB0}" dt="2024-03-25T21:39:14.646" v="105" actId="20577"/>
        <pc:sldMkLst>
          <pc:docMk/>
          <pc:sldMk cId="3823901834" sldId="261"/>
        </pc:sldMkLst>
        <pc:spChg chg="mod">
          <ac:chgData name="GIOVANA ESCARELLI GOMES" userId="S::giovana.gomes46@etec.sp.gov.br::1ef149bf-c941-4023-8745-c0c13a1523d5" providerId="AD" clId="Web-{A0CFF2D7-E3D6-2519-278C-3C2702447BB0}" dt="2024-03-25T21:39:14.646" v="105" actId="20577"/>
          <ac:spMkLst>
            <pc:docMk/>
            <pc:sldMk cId="3823901834" sldId="261"/>
            <ac:spMk id="3" creationId="{F5950113-002B-90BC-59CB-FC71E805ED50}"/>
          </ac:spMkLst>
        </pc:spChg>
      </pc:sldChg>
      <pc:sldChg chg="addSp delSp modSp new mod modClrScheme chgLayout">
        <pc:chgData name="GIOVANA ESCARELLI GOMES" userId="S::giovana.gomes46@etec.sp.gov.br::1ef149bf-c941-4023-8745-c0c13a1523d5" providerId="AD" clId="Web-{A0CFF2D7-E3D6-2519-278C-3C2702447BB0}" dt="2024-03-25T21:44:08.497" v="181" actId="1076"/>
        <pc:sldMkLst>
          <pc:docMk/>
          <pc:sldMk cId="1904589461" sldId="262"/>
        </pc:sldMkLst>
        <pc:spChg chg="del mod ord">
          <ac:chgData name="GIOVANA ESCARELLI GOMES" userId="S::giovana.gomes46@etec.sp.gov.br::1ef149bf-c941-4023-8745-c0c13a1523d5" providerId="AD" clId="Web-{A0CFF2D7-E3D6-2519-278C-3C2702447BB0}" dt="2024-03-25T21:33:30.356" v="7"/>
          <ac:spMkLst>
            <pc:docMk/>
            <pc:sldMk cId="1904589461" sldId="262"/>
            <ac:spMk id="2" creationId="{3944FD2F-684A-594A-35AD-4A887F9C9D92}"/>
          </ac:spMkLst>
        </pc:spChg>
        <pc:spChg chg="mod ord">
          <ac:chgData name="GIOVANA ESCARELLI GOMES" userId="S::giovana.gomes46@etec.sp.gov.br::1ef149bf-c941-4023-8745-c0c13a1523d5" providerId="AD" clId="Web-{A0CFF2D7-E3D6-2519-278C-3C2702447BB0}" dt="2024-03-25T21:43:39.965" v="173" actId="1076"/>
          <ac:spMkLst>
            <pc:docMk/>
            <pc:sldMk cId="1904589461" sldId="262"/>
            <ac:spMk id="3" creationId="{BD88CCF6-B3BA-5C0D-8E67-C06B38620819}"/>
          </ac:spMkLst>
        </pc:spChg>
        <pc:spChg chg="add mod ord">
          <ac:chgData name="GIOVANA ESCARELLI GOMES" userId="S::giovana.gomes46@etec.sp.gov.br::1ef149bf-c941-4023-8745-c0c13a1523d5" providerId="AD" clId="Web-{A0CFF2D7-E3D6-2519-278C-3C2702447BB0}" dt="2024-03-25T21:43:36.590" v="172" actId="1076"/>
          <ac:spMkLst>
            <pc:docMk/>
            <pc:sldMk cId="1904589461" sldId="262"/>
            <ac:spMk id="4" creationId="{5D7AD6D4-C993-C0F4-3310-8A486C819A3F}"/>
          </ac:spMkLst>
        </pc:spChg>
        <pc:spChg chg="add del mod">
          <ac:chgData name="GIOVANA ESCARELLI GOMES" userId="S::giovana.gomes46@etec.sp.gov.br::1ef149bf-c941-4023-8745-c0c13a1523d5" providerId="AD" clId="Web-{A0CFF2D7-E3D6-2519-278C-3C2702447BB0}" dt="2024-03-25T21:43:33.512" v="171" actId="1076"/>
          <ac:spMkLst>
            <pc:docMk/>
            <pc:sldMk cId="1904589461" sldId="262"/>
            <ac:spMk id="6" creationId="{089FAAA2-ADEE-114A-60D3-1F750CBCAA02}"/>
          </ac:spMkLst>
        </pc:spChg>
        <pc:spChg chg="add del mod">
          <ac:chgData name="GIOVANA ESCARELLI GOMES" userId="S::giovana.gomes46@etec.sp.gov.br::1ef149bf-c941-4023-8745-c0c13a1523d5" providerId="AD" clId="Web-{A0CFF2D7-E3D6-2519-278C-3C2702447BB0}" dt="2024-03-25T21:36:44.751" v="87"/>
          <ac:spMkLst>
            <pc:docMk/>
            <pc:sldMk cId="1904589461" sldId="262"/>
            <ac:spMk id="7" creationId="{3944FD2F-684A-594A-35AD-4A887F9C9D92}"/>
          </ac:spMkLst>
        </pc:spChg>
        <pc:spChg chg="add del mod">
          <ac:chgData name="GIOVANA ESCARELLI GOMES" userId="S::giovana.gomes46@etec.sp.gov.br::1ef149bf-c941-4023-8745-c0c13a1523d5" providerId="AD" clId="Web-{A0CFF2D7-E3D6-2519-278C-3C2702447BB0}" dt="2024-03-25T21:34:20.685" v="19"/>
          <ac:spMkLst>
            <pc:docMk/>
            <pc:sldMk cId="1904589461" sldId="262"/>
            <ac:spMk id="8" creationId="{3944FD2F-684A-594A-35AD-4A887F9C9D92}"/>
          </ac:spMkLst>
        </pc:spChg>
        <pc:spChg chg="add del mod">
          <ac:chgData name="GIOVANA ESCARELLI GOMES" userId="S::giovana.gomes46@etec.sp.gov.br::1ef149bf-c941-4023-8745-c0c13a1523d5" providerId="AD" clId="Web-{A0CFF2D7-E3D6-2519-278C-3C2702447BB0}" dt="2024-03-25T21:36:33.517" v="81"/>
          <ac:spMkLst>
            <pc:docMk/>
            <pc:sldMk cId="1904589461" sldId="262"/>
            <ac:spMk id="10" creationId="{D950EFA1-43C7-1E9E-C2FE-8AC9AF9BD1F7}"/>
          </ac:spMkLst>
        </pc:spChg>
        <pc:spChg chg="add del">
          <ac:chgData name="GIOVANA ESCARELLI GOMES" userId="S::giovana.gomes46@etec.sp.gov.br::1ef149bf-c941-4023-8745-c0c13a1523d5" providerId="AD" clId="Web-{A0CFF2D7-E3D6-2519-278C-3C2702447BB0}" dt="2024-03-25T21:39:28.224" v="107"/>
          <ac:spMkLst>
            <pc:docMk/>
            <pc:sldMk cId="1904589461" sldId="262"/>
            <ac:spMk id="11" creationId="{B1C7EE3D-3F2E-26C9-CE94-80D19484162A}"/>
          </ac:spMkLst>
        </pc:spChg>
        <pc:spChg chg="add mod">
          <ac:chgData name="GIOVANA ESCARELLI GOMES" userId="S::giovana.gomes46@etec.sp.gov.br::1ef149bf-c941-4023-8745-c0c13a1523d5" providerId="AD" clId="Web-{A0CFF2D7-E3D6-2519-278C-3C2702447BB0}" dt="2024-03-25T21:43:29.699" v="170" actId="1076"/>
          <ac:spMkLst>
            <pc:docMk/>
            <pc:sldMk cId="1904589461" sldId="262"/>
            <ac:spMk id="12" creationId="{499C481E-C80D-2DBF-0515-0332CEC87AC6}"/>
          </ac:spMkLst>
        </pc:spChg>
        <pc:spChg chg="add mod">
          <ac:chgData name="GIOVANA ESCARELLI GOMES" userId="S::giovana.gomes46@etec.sp.gov.br::1ef149bf-c941-4023-8745-c0c13a1523d5" providerId="AD" clId="Web-{A0CFF2D7-E3D6-2519-278C-3C2702447BB0}" dt="2024-03-25T21:44:08.497" v="181" actId="1076"/>
          <ac:spMkLst>
            <pc:docMk/>
            <pc:sldMk cId="1904589461" sldId="262"/>
            <ac:spMk id="13" creationId="{EF5F67B7-402A-445A-212A-DC5F8CA24EE9}"/>
          </ac:spMkLst>
        </pc:spChg>
        <pc:spChg chg="add mod">
          <ac:chgData name="GIOVANA ESCARELLI GOMES" userId="S::giovana.gomes46@etec.sp.gov.br::1ef149bf-c941-4023-8745-c0c13a1523d5" providerId="AD" clId="Web-{A0CFF2D7-E3D6-2519-278C-3C2702447BB0}" dt="2024-03-25T21:44:02.638" v="180" actId="1076"/>
          <ac:spMkLst>
            <pc:docMk/>
            <pc:sldMk cId="1904589461" sldId="262"/>
            <ac:spMk id="14" creationId="{7306F6AA-4FB2-A378-FD2A-29B410C06EC5}"/>
          </ac:spMkLst>
        </pc:spChg>
      </pc:sldChg>
      <pc:sldChg chg="delSp modSp new mod modClrScheme chgLayout">
        <pc:chgData name="GIOVANA ESCARELLI GOMES" userId="S::giovana.gomes46@etec.sp.gov.br::1ef149bf-c941-4023-8745-c0c13a1523d5" providerId="AD" clId="Web-{A0CFF2D7-E3D6-2519-278C-3C2702447BB0}" dt="2024-03-25T21:47:45.112" v="222" actId="14100"/>
        <pc:sldMkLst>
          <pc:docMk/>
          <pc:sldMk cId="1149148314" sldId="263"/>
        </pc:sldMkLst>
        <pc:spChg chg="mod ord">
          <ac:chgData name="GIOVANA ESCARELLI GOMES" userId="S::giovana.gomes46@etec.sp.gov.br::1ef149bf-c941-4023-8745-c0c13a1523d5" providerId="AD" clId="Web-{A0CFF2D7-E3D6-2519-278C-3C2702447BB0}" dt="2024-03-25T21:47:42.394" v="221" actId="1076"/>
          <ac:spMkLst>
            <pc:docMk/>
            <pc:sldMk cId="1149148314" sldId="263"/>
            <ac:spMk id="2" creationId="{560414CC-580A-34D7-7822-EA81FD97683D}"/>
          </ac:spMkLst>
        </pc:spChg>
        <pc:spChg chg="mod ord">
          <ac:chgData name="GIOVANA ESCARELLI GOMES" userId="S::giovana.gomes46@etec.sp.gov.br::1ef149bf-c941-4023-8745-c0c13a1523d5" providerId="AD" clId="Web-{A0CFF2D7-E3D6-2519-278C-3C2702447BB0}" dt="2024-03-25T21:47:45.112" v="222" actId="14100"/>
          <ac:spMkLst>
            <pc:docMk/>
            <pc:sldMk cId="1149148314" sldId="263"/>
            <ac:spMk id="3" creationId="{D3E00171-2D90-FF91-3973-23031B50528A}"/>
          </ac:spMkLst>
        </pc:spChg>
        <pc:spChg chg="del">
          <ac:chgData name="GIOVANA ESCARELLI GOMES" userId="S::giovana.gomes46@etec.sp.gov.br::1ef149bf-c941-4023-8745-c0c13a1523d5" providerId="AD" clId="Web-{A0CFF2D7-E3D6-2519-278C-3C2702447BB0}" dt="2024-03-25T21:45:35.953" v="185"/>
          <ac:spMkLst>
            <pc:docMk/>
            <pc:sldMk cId="1149148314" sldId="263"/>
            <ac:spMk id="4" creationId="{6D3F89EC-9695-6766-550D-63D9D7F52B7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4AE2DF-AC05-4125-B145-AC0454B24843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AC21F7-BE3D-413F-948A-A5CC89C89856}">
      <dgm:prSet/>
      <dgm:spPr/>
      <dgm:t>
        <a:bodyPr/>
        <a:lstStyle/>
        <a:p>
          <a:pPr rtl="0"/>
          <a:r>
            <a:rPr lang="pt-BR" b="1"/>
            <a:t>Gabriel Chaves da Silva</a:t>
          </a:r>
          <a:r>
            <a:rPr lang="pt-BR" b="1">
              <a:latin typeface="Century Schoolbook" panose="02040604050505020304"/>
            </a:rPr>
            <a:t> RM</a:t>
          </a:r>
          <a:endParaRPr lang="en-US"/>
        </a:p>
      </dgm:t>
    </dgm:pt>
    <dgm:pt modelId="{FB19F2CA-2738-4AFF-AB41-EE27D2F07827}" type="parTrans" cxnId="{113562B1-BC13-4A53-B15C-B5A0E95F1DCD}">
      <dgm:prSet/>
      <dgm:spPr/>
      <dgm:t>
        <a:bodyPr/>
        <a:lstStyle/>
        <a:p>
          <a:endParaRPr lang="en-US"/>
        </a:p>
      </dgm:t>
    </dgm:pt>
    <dgm:pt modelId="{48339B99-F288-44C0-9DB1-0C18C6C80208}" type="sibTrans" cxnId="{113562B1-BC13-4A53-B15C-B5A0E95F1DCD}">
      <dgm:prSet/>
      <dgm:spPr/>
      <dgm:t>
        <a:bodyPr/>
        <a:lstStyle/>
        <a:p>
          <a:endParaRPr lang="en-US"/>
        </a:p>
      </dgm:t>
    </dgm:pt>
    <dgm:pt modelId="{83C0A331-2DEB-48C1-B77B-C12FA4B640BA}">
      <dgm:prSet/>
      <dgm:spPr/>
      <dgm:t>
        <a:bodyPr/>
        <a:lstStyle/>
        <a:p>
          <a:r>
            <a:rPr lang="pt-BR" b="1"/>
            <a:t>Giovana </a:t>
          </a:r>
          <a:r>
            <a:rPr lang="pt-BR" b="1" err="1"/>
            <a:t>Escarelli</a:t>
          </a:r>
          <a:r>
            <a:rPr lang="pt-BR" b="1"/>
            <a:t> Gomes</a:t>
          </a:r>
          <a:endParaRPr lang="en-US"/>
        </a:p>
      </dgm:t>
    </dgm:pt>
    <dgm:pt modelId="{F66E8723-DD56-465F-A629-F5A343F6B1FC}" type="parTrans" cxnId="{A619E5DC-91CA-4BF4-8712-7314B05EF7DE}">
      <dgm:prSet/>
      <dgm:spPr/>
      <dgm:t>
        <a:bodyPr/>
        <a:lstStyle/>
        <a:p>
          <a:endParaRPr lang="en-US"/>
        </a:p>
      </dgm:t>
    </dgm:pt>
    <dgm:pt modelId="{CB54CA65-2C14-45FE-8A14-72C19426A7FD}" type="sibTrans" cxnId="{A619E5DC-91CA-4BF4-8712-7314B05EF7DE}">
      <dgm:prSet/>
      <dgm:spPr/>
      <dgm:t>
        <a:bodyPr/>
        <a:lstStyle/>
        <a:p>
          <a:endParaRPr lang="en-US"/>
        </a:p>
      </dgm:t>
    </dgm:pt>
    <dgm:pt modelId="{4DF80905-9DF6-427B-91F6-AD8E8D35E44C}">
      <dgm:prSet/>
      <dgm:spPr/>
      <dgm:t>
        <a:bodyPr/>
        <a:lstStyle/>
        <a:p>
          <a:r>
            <a:rPr lang="pt-BR" b="1"/>
            <a:t>Giulia Souza Rezende Santos</a:t>
          </a:r>
          <a:endParaRPr lang="en-US"/>
        </a:p>
      </dgm:t>
    </dgm:pt>
    <dgm:pt modelId="{537B5A05-85CC-4504-A7B0-C523935A4CCA}" type="parTrans" cxnId="{79B5670D-5414-4FBF-B95C-7E98A33AEA75}">
      <dgm:prSet/>
      <dgm:spPr/>
      <dgm:t>
        <a:bodyPr/>
        <a:lstStyle/>
        <a:p>
          <a:endParaRPr lang="en-US"/>
        </a:p>
      </dgm:t>
    </dgm:pt>
    <dgm:pt modelId="{B559EB06-BD29-474E-98DD-83170E462463}" type="sibTrans" cxnId="{79B5670D-5414-4FBF-B95C-7E98A33AEA75}">
      <dgm:prSet/>
      <dgm:spPr/>
      <dgm:t>
        <a:bodyPr/>
        <a:lstStyle/>
        <a:p>
          <a:endParaRPr lang="en-US"/>
        </a:p>
      </dgm:t>
    </dgm:pt>
    <dgm:pt modelId="{F5189770-D013-4012-A40D-C61C265F7DAE}">
      <dgm:prSet/>
      <dgm:spPr/>
      <dgm:t>
        <a:bodyPr/>
        <a:lstStyle/>
        <a:p>
          <a:r>
            <a:rPr lang="pt-BR" b="1"/>
            <a:t>Guilherme Pereira Santos</a:t>
          </a:r>
          <a:endParaRPr lang="en-US"/>
        </a:p>
      </dgm:t>
    </dgm:pt>
    <dgm:pt modelId="{B7CEF6FF-33EB-4B46-8696-6DBECCF6BAA3}" type="parTrans" cxnId="{82A29BDF-F857-4FC3-A68E-3126BA1BB62C}">
      <dgm:prSet/>
      <dgm:spPr/>
      <dgm:t>
        <a:bodyPr/>
        <a:lstStyle/>
        <a:p>
          <a:endParaRPr lang="en-US"/>
        </a:p>
      </dgm:t>
    </dgm:pt>
    <dgm:pt modelId="{ABF781CD-572F-4194-B108-4422CF1A8C8A}" type="sibTrans" cxnId="{82A29BDF-F857-4FC3-A68E-3126BA1BB62C}">
      <dgm:prSet/>
      <dgm:spPr/>
      <dgm:t>
        <a:bodyPr/>
        <a:lstStyle/>
        <a:p>
          <a:endParaRPr lang="en-US"/>
        </a:p>
      </dgm:t>
    </dgm:pt>
    <dgm:pt modelId="{701E33A1-1DB4-40A3-84DD-D268EF5655D1}">
      <dgm:prSet/>
      <dgm:spPr/>
      <dgm:t>
        <a:bodyPr/>
        <a:lstStyle/>
        <a:p>
          <a:r>
            <a:rPr lang="pt-BR" b="1"/>
            <a:t>Gustavo Alberico Pinheiro</a:t>
          </a:r>
          <a:endParaRPr lang="en-US"/>
        </a:p>
      </dgm:t>
    </dgm:pt>
    <dgm:pt modelId="{71EFDE2F-A696-4B18-A572-23E274481D2F}" type="parTrans" cxnId="{FF73C965-28BF-4521-BFC0-17D03BC09AB7}">
      <dgm:prSet/>
      <dgm:spPr/>
      <dgm:t>
        <a:bodyPr/>
        <a:lstStyle/>
        <a:p>
          <a:endParaRPr lang="en-US"/>
        </a:p>
      </dgm:t>
    </dgm:pt>
    <dgm:pt modelId="{119ADA12-6679-49C4-9CE4-CFB89C18C718}" type="sibTrans" cxnId="{FF73C965-28BF-4521-BFC0-17D03BC09AB7}">
      <dgm:prSet/>
      <dgm:spPr/>
      <dgm:t>
        <a:bodyPr/>
        <a:lstStyle/>
        <a:p>
          <a:endParaRPr lang="en-US"/>
        </a:p>
      </dgm:t>
    </dgm:pt>
    <dgm:pt modelId="{F3000EE8-CE4A-4A62-BC9A-E4FC6D68505B}" type="pres">
      <dgm:prSet presAssocID="{EB4AE2DF-AC05-4125-B145-AC0454B24843}" presName="vert0" presStyleCnt="0">
        <dgm:presLayoutVars>
          <dgm:dir/>
          <dgm:animOne val="branch"/>
          <dgm:animLvl val="lvl"/>
        </dgm:presLayoutVars>
      </dgm:prSet>
      <dgm:spPr/>
    </dgm:pt>
    <dgm:pt modelId="{93540FAA-FF3E-4CB9-B0F4-ACB361A4C6C1}" type="pres">
      <dgm:prSet presAssocID="{74AC21F7-BE3D-413F-948A-A5CC89C89856}" presName="thickLine" presStyleLbl="alignNode1" presStyleIdx="0" presStyleCnt="5"/>
      <dgm:spPr/>
    </dgm:pt>
    <dgm:pt modelId="{9AA8E2DD-8A6C-439C-BF5B-90047006EB9F}" type="pres">
      <dgm:prSet presAssocID="{74AC21F7-BE3D-413F-948A-A5CC89C89856}" presName="horz1" presStyleCnt="0"/>
      <dgm:spPr/>
    </dgm:pt>
    <dgm:pt modelId="{49809F26-1857-4080-A11D-043D7B184E7C}" type="pres">
      <dgm:prSet presAssocID="{74AC21F7-BE3D-413F-948A-A5CC89C89856}" presName="tx1" presStyleLbl="revTx" presStyleIdx="0" presStyleCnt="5"/>
      <dgm:spPr/>
    </dgm:pt>
    <dgm:pt modelId="{9D588471-28D1-458D-AA65-F4F01E960FB9}" type="pres">
      <dgm:prSet presAssocID="{74AC21F7-BE3D-413F-948A-A5CC89C89856}" presName="vert1" presStyleCnt="0"/>
      <dgm:spPr/>
    </dgm:pt>
    <dgm:pt modelId="{50C7214B-6C91-4E9A-AF5F-52F78922CBA1}" type="pres">
      <dgm:prSet presAssocID="{83C0A331-2DEB-48C1-B77B-C12FA4B640BA}" presName="thickLine" presStyleLbl="alignNode1" presStyleIdx="1" presStyleCnt="5"/>
      <dgm:spPr/>
    </dgm:pt>
    <dgm:pt modelId="{7673D64B-206E-44F0-93D3-C6445B620185}" type="pres">
      <dgm:prSet presAssocID="{83C0A331-2DEB-48C1-B77B-C12FA4B640BA}" presName="horz1" presStyleCnt="0"/>
      <dgm:spPr/>
    </dgm:pt>
    <dgm:pt modelId="{4F33A643-2512-4B98-A186-168253D3F49F}" type="pres">
      <dgm:prSet presAssocID="{83C0A331-2DEB-48C1-B77B-C12FA4B640BA}" presName="tx1" presStyleLbl="revTx" presStyleIdx="1" presStyleCnt="5"/>
      <dgm:spPr/>
    </dgm:pt>
    <dgm:pt modelId="{D26A0B23-F08A-4436-B8E1-CF99861AE106}" type="pres">
      <dgm:prSet presAssocID="{83C0A331-2DEB-48C1-B77B-C12FA4B640BA}" presName="vert1" presStyleCnt="0"/>
      <dgm:spPr/>
    </dgm:pt>
    <dgm:pt modelId="{D72CC711-BBF1-4393-8815-2592FDE591AE}" type="pres">
      <dgm:prSet presAssocID="{4DF80905-9DF6-427B-91F6-AD8E8D35E44C}" presName="thickLine" presStyleLbl="alignNode1" presStyleIdx="2" presStyleCnt="5"/>
      <dgm:spPr/>
    </dgm:pt>
    <dgm:pt modelId="{A10C3C86-B1C3-4062-A6C3-591418C2146E}" type="pres">
      <dgm:prSet presAssocID="{4DF80905-9DF6-427B-91F6-AD8E8D35E44C}" presName="horz1" presStyleCnt="0"/>
      <dgm:spPr/>
    </dgm:pt>
    <dgm:pt modelId="{8383B451-288B-481C-AC8C-B7D9A5877957}" type="pres">
      <dgm:prSet presAssocID="{4DF80905-9DF6-427B-91F6-AD8E8D35E44C}" presName="tx1" presStyleLbl="revTx" presStyleIdx="2" presStyleCnt="5"/>
      <dgm:spPr/>
    </dgm:pt>
    <dgm:pt modelId="{D52BD2B3-3EC2-41F0-803F-4A81048312EE}" type="pres">
      <dgm:prSet presAssocID="{4DF80905-9DF6-427B-91F6-AD8E8D35E44C}" presName="vert1" presStyleCnt="0"/>
      <dgm:spPr/>
    </dgm:pt>
    <dgm:pt modelId="{B9226E4E-9E1E-4BDD-8206-80FDC036CB58}" type="pres">
      <dgm:prSet presAssocID="{F5189770-D013-4012-A40D-C61C265F7DAE}" presName="thickLine" presStyleLbl="alignNode1" presStyleIdx="3" presStyleCnt="5"/>
      <dgm:spPr/>
    </dgm:pt>
    <dgm:pt modelId="{06E01163-4301-4F38-95E5-46190106DD66}" type="pres">
      <dgm:prSet presAssocID="{F5189770-D013-4012-A40D-C61C265F7DAE}" presName="horz1" presStyleCnt="0"/>
      <dgm:spPr/>
    </dgm:pt>
    <dgm:pt modelId="{4F692C31-BD8A-46B8-8274-5D1E4518408D}" type="pres">
      <dgm:prSet presAssocID="{F5189770-D013-4012-A40D-C61C265F7DAE}" presName="tx1" presStyleLbl="revTx" presStyleIdx="3" presStyleCnt="5"/>
      <dgm:spPr/>
    </dgm:pt>
    <dgm:pt modelId="{159E9CE9-6CF4-4DEE-BFC9-2665FEF43AC6}" type="pres">
      <dgm:prSet presAssocID="{F5189770-D013-4012-A40D-C61C265F7DAE}" presName="vert1" presStyleCnt="0"/>
      <dgm:spPr/>
    </dgm:pt>
    <dgm:pt modelId="{2916ACA8-EFAF-49AB-A8CC-619F754ABBFD}" type="pres">
      <dgm:prSet presAssocID="{701E33A1-1DB4-40A3-84DD-D268EF5655D1}" presName="thickLine" presStyleLbl="alignNode1" presStyleIdx="4" presStyleCnt="5"/>
      <dgm:spPr/>
    </dgm:pt>
    <dgm:pt modelId="{021FCEDA-F3ED-4969-BB68-10EEA915EF87}" type="pres">
      <dgm:prSet presAssocID="{701E33A1-1DB4-40A3-84DD-D268EF5655D1}" presName="horz1" presStyleCnt="0"/>
      <dgm:spPr/>
    </dgm:pt>
    <dgm:pt modelId="{CE953E17-9675-4F9A-9966-8737558134F4}" type="pres">
      <dgm:prSet presAssocID="{701E33A1-1DB4-40A3-84DD-D268EF5655D1}" presName="tx1" presStyleLbl="revTx" presStyleIdx="4" presStyleCnt="5"/>
      <dgm:spPr/>
    </dgm:pt>
    <dgm:pt modelId="{665BF541-63F3-403F-8D80-09057287D016}" type="pres">
      <dgm:prSet presAssocID="{701E33A1-1DB4-40A3-84DD-D268EF5655D1}" presName="vert1" presStyleCnt="0"/>
      <dgm:spPr/>
    </dgm:pt>
  </dgm:ptLst>
  <dgm:cxnLst>
    <dgm:cxn modelId="{F0AF0F07-540E-4AB8-9B1D-28B8CA762FA0}" type="presOf" srcId="{74AC21F7-BE3D-413F-948A-A5CC89C89856}" destId="{49809F26-1857-4080-A11D-043D7B184E7C}" srcOrd="0" destOrd="0" presId="urn:microsoft.com/office/officeart/2008/layout/LinedList"/>
    <dgm:cxn modelId="{79B5670D-5414-4FBF-B95C-7E98A33AEA75}" srcId="{EB4AE2DF-AC05-4125-B145-AC0454B24843}" destId="{4DF80905-9DF6-427B-91F6-AD8E8D35E44C}" srcOrd="2" destOrd="0" parTransId="{537B5A05-85CC-4504-A7B0-C523935A4CCA}" sibTransId="{B559EB06-BD29-474E-98DD-83170E462463}"/>
    <dgm:cxn modelId="{B617F90F-7793-4629-9579-75244B4B26D6}" type="presOf" srcId="{83C0A331-2DEB-48C1-B77B-C12FA4B640BA}" destId="{4F33A643-2512-4B98-A186-168253D3F49F}" srcOrd="0" destOrd="0" presId="urn:microsoft.com/office/officeart/2008/layout/LinedList"/>
    <dgm:cxn modelId="{FF73C965-28BF-4521-BFC0-17D03BC09AB7}" srcId="{EB4AE2DF-AC05-4125-B145-AC0454B24843}" destId="{701E33A1-1DB4-40A3-84DD-D268EF5655D1}" srcOrd="4" destOrd="0" parTransId="{71EFDE2F-A696-4B18-A572-23E274481D2F}" sibTransId="{119ADA12-6679-49C4-9CE4-CFB89C18C718}"/>
    <dgm:cxn modelId="{113562B1-BC13-4A53-B15C-B5A0E95F1DCD}" srcId="{EB4AE2DF-AC05-4125-B145-AC0454B24843}" destId="{74AC21F7-BE3D-413F-948A-A5CC89C89856}" srcOrd="0" destOrd="0" parTransId="{FB19F2CA-2738-4AFF-AB41-EE27D2F07827}" sibTransId="{48339B99-F288-44C0-9DB1-0C18C6C80208}"/>
    <dgm:cxn modelId="{C8D6A2D4-B646-4646-BCAB-5502B20D14D9}" type="presOf" srcId="{F5189770-D013-4012-A40D-C61C265F7DAE}" destId="{4F692C31-BD8A-46B8-8274-5D1E4518408D}" srcOrd="0" destOrd="0" presId="urn:microsoft.com/office/officeart/2008/layout/LinedList"/>
    <dgm:cxn modelId="{A619E5DC-91CA-4BF4-8712-7314B05EF7DE}" srcId="{EB4AE2DF-AC05-4125-B145-AC0454B24843}" destId="{83C0A331-2DEB-48C1-B77B-C12FA4B640BA}" srcOrd="1" destOrd="0" parTransId="{F66E8723-DD56-465F-A629-F5A343F6B1FC}" sibTransId="{CB54CA65-2C14-45FE-8A14-72C19426A7FD}"/>
    <dgm:cxn modelId="{82A29BDF-F857-4FC3-A68E-3126BA1BB62C}" srcId="{EB4AE2DF-AC05-4125-B145-AC0454B24843}" destId="{F5189770-D013-4012-A40D-C61C265F7DAE}" srcOrd="3" destOrd="0" parTransId="{B7CEF6FF-33EB-4B46-8696-6DBECCF6BAA3}" sibTransId="{ABF781CD-572F-4194-B108-4422CF1A8C8A}"/>
    <dgm:cxn modelId="{6ECFB3E3-3512-4CBD-904C-043F16FD3B5E}" type="presOf" srcId="{4DF80905-9DF6-427B-91F6-AD8E8D35E44C}" destId="{8383B451-288B-481C-AC8C-B7D9A5877957}" srcOrd="0" destOrd="0" presId="urn:microsoft.com/office/officeart/2008/layout/LinedList"/>
    <dgm:cxn modelId="{49D6E7E5-D4D0-4F7F-B7AC-078C29100C8A}" type="presOf" srcId="{701E33A1-1DB4-40A3-84DD-D268EF5655D1}" destId="{CE953E17-9675-4F9A-9966-8737558134F4}" srcOrd="0" destOrd="0" presId="urn:microsoft.com/office/officeart/2008/layout/LinedList"/>
    <dgm:cxn modelId="{4100C3F7-63ED-4243-B415-9326A56E4D43}" type="presOf" srcId="{EB4AE2DF-AC05-4125-B145-AC0454B24843}" destId="{F3000EE8-CE4A-4A62-BC9A-E4FC6D68505B}" srcOrd="0" destOrd="0" presId="urn:microsoft.com/office/officeart/2008/layout/LinedList"/>
    <dgm:cxn modelId="{1B38A318-BA5B-4642-980E-0BDECF333091}" type="presParOf" srcId="{F3000EE8-CE4A-4A62-BC9A-E4FC6D68505B}" destId="{93540FAA-FF3E-4CB9-B0F4-ACB361A4C6C1}" srcOrd="0" destOrd="0" presId="urn:microsoft.com/office/officeart/2008/layout/LinedList"/>
    <dgm:cxn modelId="{C235877F-434A-4678-B48E-37FDD148B660}" type="presParOf" srcId="{F3000EE8-CE4A-4A62-BC9A-E4FC6D68505B}" destId="{9AA8E2DD-8A6C-439C-BF5B-90047006EB9F}" srcOrd="1" destOrd="0" presId="urn:microsoft.com/office/officeart/2008/layout/LinedList"/>
    <dgm:cxn modelId="{A2243286-A30A-4FEF-8EBA-95B7E6BD7E97}" type="presParOf" srcId="{9AA8E2DD-8A6C-439C-BF5B-90047006EB9F}" destId="{49809F26-1857-4080-A11D-043D7B184E7C}" srcOrd="0" destOrd="0" presId="urn:microsoft.com/office/officeart/2008/layout/LinedList"/>
    <dgm:cxn modelId="{09A33293-8331-4CAE-8B84-CF763D9AEB7B}" type="presParOf" srcId="{9AA8E2DD-8A6C-439C-BF5B-90047006EB9F}" destId="{9D588471-28D1-458D-AA65-F4F01E960FB9}" srcOrd="1" destOrd="0" presId="urn:microsoft.com/office/officeart/2008/layout/LinedList"/>
    <dgm:cxn modelId="{B596FA19-F851-46A2-AFD0-C029A2A7E7B5}" type="presParOf" srcId="{F3000EE8-CE4A-4A62-BC9A-E4FC6D68505B}" destId="{50C7214B-6C91-4E9A-AF5F-52F78922CBA1}" srcOrd="2" destOrd="0" presId="urn:microsoft.com/office/officeart/2008/layout/LinedList"/>
    <dgm:cxn modelId="{D1568EAC-57DB-439D-A719-E9CB7F1D9F61}" type="presParOf" srcId="{F3000EE8-CE4A-4A62-BC9A-E4FC6D68505B}" destId="{7673D64B-206E-44F0-93D3-C6445B620185}" srcOrd="3" destOrd="0" presId="urn:microsoft.com/office/officeart/2008/layout/LinedList"/>
    <dgm:cxn modelId="{645D3953-1CC6-48F8-B9BF-5A3AB9AA75D7}" type="presParOf" srcId="{7673D64B-206E-44F0-93D3-C6445B620185}" destId="{4F33A643-2512-4B98-A186-168253D3F49F}" srcOrd="0" destOrd="0" presId="urn:microsoft.com/office/officeart/2008/layout/LinedList"/>
    <dgm:cxn modelId="{8FAB028E-B602-4E44-9BF0-FE399890B8B0}" type="presParOf" srcId="{7673D64B-206E-44F0-93D3-C6445B620185}" destId="{D26A0B23-F08A-4436-B8E1-CF99861AE106}" srcOrd="1" destOrd="0" presId="urn:microsoft.com/office/officeart/2008/layout/LinedList"/>
    <dgm:cxn modelId="{C07B4B92-6D79-4825-85E8-39002F3E1516}" type="presParOf" srcId="{F3000EE8-CE4A-4A62-BC9A-E4FC6D68505B}" destId="{D72CC711-BBF1-4393-8815-2592FDE591AE}" srcOrd="4" destOrd="0" presId="urn:microsoft.com/office/officeart/2008/layout/LinedList"/>
    <dgm:cxn modelId="{CD66C9F0-D3C9-464A-8127-81F4F08400E4}" type="presParOf" srcId="{F3000EE8-CE4A-4A62-BC9A-E4FC6D68505B}" destId="{A10C3C86-B1C3-4062-A6C3-591418C2146E}" srcOrd="5" destOrd="0" presId="urn:microsoft.com/office/officeart/2008/layout/LinedList"/>
    <dgm:cxn modelId="{9937278F-4425-49ED-88C0-4FBEDAAA5FB9}" type="presParOf" srcId="{A10C3C86-B1C3-4062-A6C3-591418C2146E}" destId="{8383B451-288B-481C-AC8C-B7D9A5877957}" srcOrd="0" destOrd="0" presId="urn:microsoft.com/office/officeart/2008/layout/LinedList"/>
    <dgm:cxn modelId="{E70AF2A1-BC6B-49E5-9BBE-62AE06FBD3BB}" type="presParOf" srcId="{A10C3C86-B1C3-4062-A6C3-591418C2146E}" destId="{D52BD2B3-3EC2-41F0-803F-4A81048312EE}" srcOrd="1" destOrd="0" presId="urn:microsoft.com/office/officeart/2008/layout/LinedList"/>
    <dgm:cxn modelId="{438D1522-F090-4150-8F34-3EED64198A01}" type="presParOf" srcId="{F3000EE8-CE4A-4A62-BC9A-E4FC6D68505B}" destId="{B9226E4E-9E1E-4BDD-8206-80FDC036CB58}" srcOrd="6" destOrd="0" presId="urn:microsoft.com/office/officeart/2008/layout/LinedList"/>
    <dgm:cxn modelId="{C7BC3D9D-9D8B-43D1-B9D6-559F77B628A9}" type="presParOf" srcId="{F3000EE8-CE4A-4A62-BC9A-E4FC6D68505B}" destId="{06E01163-4301-4F38-95E5-46190106DD66}" srcOrd="7" destOrd="0" presId="urn:microsoft.com/office/officeart/2008/layout/LinedList"/>
    <dgm:cxn modelId="{98FFF47B-9577-48D1-AA9E-C1597A5A6A7D}" type="presParOf" srcId="{06E01163-4301-4F38-95E5-46190106DD66}" destId="{4F692C31-BD8A-46B8-8274-5D1E4518408D}" srcOrd="0" destOrd="0" presId="urn:microsoft.com/office/officeart/2008/layout/LinedList"/>
    <dgm:cxn modelId="{11A635FA-AF8C-499D-A2EA-D6139C8F6A09}" type="presParOf" srcId="{06E01163-4301-4F38-95E5-46190106DD66}" destId="{159E9CE9-6CF4-4DEE-BFC9-2665FEF43AC6}" srcOrd="1" destOrd="0" presId="urn:microsoft.com/office/officeart/2008/layout/LinedList"/>
    <dgm:cxn modelId="{2F94C074-3732-4152-B5DF-772E67485D4B}" type="presParOf" srcId="{F3000EE8-CE4A-4A62-BC9A-E4FC6D68505B}" destId="{2916ACA8-EFAF-49AB-A8CC-619F754ABBFD}" srcOrd="8" destOrd="0" presId="urn:microsoft.com/office/officeart/2008/layout/LinedList"/>
    <dgm:cxn modelId="{BEC840D9-FEFA-4BA6-8B8A-8D6E624F9889}" type="presParOf" srcId="{F3000EE8-CE4A-4A62-BC9A-E4FC6D68505B}" destId="{021FCEDA-F3ED-4969-BB68-10EEA915EF87}" srcOrd="9" destOrd="0" presId="urn:microsoft.com/office/officeart/2008/layout/LinedList"/>
    <dgm:cxn modelId="{68D9C608-8BD9-4F49-BF77-E302DFD4FB01}" type="presParOf" srcId="{021FCEDA-F3ED-4969-BB68-10EEA915EF87}" destId="{CE953E17-9675-4F9A-9966-8737558134F4}" srcOrd="0" destOrd="0" presId="urn:microsoft.com/office/officeart/2008/layout/LinedList"/>
    <dgm:cxn modelId="{04DF9CF6-E884-4327-80A9-8DBFE0B5462A}" type="presParOf" srcId="{021FCEDA-F3ED-4969-BB68-10EEA915EF87}" destId="{665BF541-63F3-403F-8D80-09057287D0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40FAA-FF3E-4CB9-B0F4-ACB361A4C6C1}">
      <dsp:nvSpPr>
        <dsp:cNvPr id="0" name=""/>
        <dsp:cNvSpPr/>
      </dsp:nvSpPr>
      <dsp:spPr>
        <a:xfrm>
          <a:off x="0" y="463"/>
          <a:ext cx="716706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809F26-1857-4080-A11D-043D7B184E7C}">
      <dsp:nvSpPr>
        <dsp:cNvPr id="0" name=""/>
        <dsp:cNvSpPr/>
      </dsp:nvSpPr>
      <dsp:spPr>
        <a:xfrm>
          <a:off x="0" y="463"/>
          <a:ext cx="7167066" cy="75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/>
            <a:t>Gabriel Chaves da Silva</a:t>
          </a:r>
          <a:r>
            <a:rPr lang="pt-BR" sz="3500" b="1" kern="1200">
              <a:latin typeface="Century Schoolbook" panose="02040604050505020304"/>
            </a:rPr>
            <a:t> RM</a:t>
          </a:r>
          <a:endParaRPr lang="en-US" sz="3500" kern="1200"/>
        </a:p>
      </dsp:txBody>
      <dsp:txXfrm>
        <a:off x="0" y="463"/>
        <a:ext cx="7167066" cy="759597"/>
      </dsp:txXfrm>
    </dsp:sp>
    <dsp:sp modelId="{50C7214B-6C91-4E9A-AF5F-52F78922CBA1}">
      <dsp:nvSpPr>
        <dsp:cNvPr id="0" name=""/>
        <dsp:cNvSpPr/>
      </dsp:nvSpPr>
      <dsp:spPr>
        <a:xfrm>
          <a:off x="0" y="760061"/>
          <a:ext cx="716706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33A643-2512-4B98-A186-168253D3F49F}">
      <dsp:nvSpPr>
        <dsp:cNvPr id="0" name=""/>
        <dsp:cNvSpPr/>
      </dsp:nvSpPr>
      <dsp:spPr>
        <a:xfrm>
          <a:off x="0" y="760061"/>
          <a:ext cx="7167066" cy="75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/>
            <a:t>Giovana </a:t>
          </a:r>
          <a:r>
            <a:rPr lang="pt-BR" sz="3500" b="1" kern="1200" err="1"/>
            <a:t>Escarelli</a:t>
          </a:r>
          <a:r>
            <a:rPr lang="pt-BR" sz="3500" b="1" kern="1200"/>
            <a:t> Gomes</a:t>
          </a:r>
          <a:endParaRPr lang="en-US" sz="3500" kern="1200"/>
        </a:p>
      </dsp:txBody>
      <dsp:txXfrm>
        <a:off x="0" y="760061"/>
        <a:ext cx="7167066" cy="759597"/>
      </dsp:txXfrm>
    </dsp:sp>
    <dsp:sp modelId="{D72CC711-BBF1-4393-8815-2592FDE591AE}">
      <dsp:nvSpPr>
        <dsp:cNvPr id="0" name=""/>
        <dsp:cNvSpPr/>
      </dsp:nvSpPr>
      <dsp:spPr>
        <a:xfrm>
          <a:off x="0" y="1519658"/>
          <a:ext cx="716706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383B451-288B-481C-AC8C-B7D9A5877957}">
      <dsp:nvSpPr>
        <dsp:cNvPr id="0" name=""/>
        <dsp:cNvSpPr/>
      </dsp:nvSpPr>
      <dsp:spPr>
        <a:xfrm>
          <a:off x="0" y="1519658"/>
          <a:ext cx="7167066" cy="75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/>
            <a:t>Giulia Souza Rezende Santos</a:t>
          </a:r>
          <a:endParaRPr lang="en-US" sz="3500" kern="1200"/>
        </a:p>
      </dsp:txBody>
      <dsp:txXfrm>
        <a:off x="0" y="1519658"/>
        <a:ext cx="7167066" cy="759597"/>
      </dsp:txXfrm>
    </dsp:sp>
    <dsp:sp modelId="{B9226E4E-9E1E-4BDD-8206-80FDC036CB58}">
      <dsp:nvSpPr>
        <dsp:cNvPr id="0" name=""/>
        <dsp:cNvSpPr/>
      </dsp:nvSpPr>
      <dsp:spPr>
        <a:xfrm>
          <a:off x="0" y="2279255"/>
          <a:ext cx="716706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692C31-BD8A-46B8-8274-5D1E4518408D}">
      <dsp:nvSpPr>
        <dsp:cNvPr id="0" name=""/>
        <dsp:cNvSpPr/>
      </dsp:nvSpPr>
      <dsp:spPr>
        <a:xfrm>
          <a:off x="0" y="2279255"/>
          <a:ext cx="7167066" cy="75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/>
            <a:t>Guilherme Pereira Santos</a:t>
          </a:r>
          <a:endParaRPr lang="en-US" sz="3500" kern="1200"/>
        </a:p>
      </dsp:txBody>
      <dsp:txXfrm>
        <a:off x="0" y="2279255"/>
        <a:ext cx="7167066" cy="759597"/>
      </dsp:txXfrm>
    </dsp:sp>
    <dsp:sp modelId="{2916ACA8-EFAF-49AB-A8CC-619F754ABBFD}">
      <dsp:nvSpPr>
        <dsp:cNvPr id="0" name=""/>
        <dsp:cNvSpPr/>
      </dsp:nvSpPr>
      <dsp:spPr>
        <a:xfrm>
          <a:off x="0" y="3038852"/>
          <a:ext cx="716706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953E17-9675-4F9A-9966-8737558134F4}">
      <dsp:nvSpPr>
        <dsp:cNvPr id="0" name=""/>
        <dsp:cNvSpPr/>
      </dsp:nvSpPr>
      <dsp:spPr>
        <a:xfrm>
          <a:off x="0" y="3038852"/>
          <a:ext cx="7167066" cy="75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/>
            <a:t>Gustavo Alberico Pinheiro</a:t>
          </a:r>
          <a:endParaRPr lang="en-US" sz="3500" kern="1200"/>
        </a:p>
      </dsp:txBody>
      <dsp:txXfrm>
        <a:off x="0" y="3038852"/>
        <a:ext cx="7167066" cy="759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1053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0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165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9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3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3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0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2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7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3" descr="Uma birosca com cores marrom e azul-piscina">
            <a:extLst>
              <a:ext uri="{FF2B5EF4-FFF2-40B4-BE49-F238E27FC236}">
                <a16:creationId xmlns:a16="http://schemas.microsoft.com/office/drawing/2014/main" id="{96E5DF5E-C381-B7CA-25E0-56C70D2101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5825" b="14950"/>
          <a:stretch/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>
            <a:normAutofit/>
          </a:bodyPr>
          <a:lstStyle/>
          <a:p>
            <a:r>
              <a:rPr lang="de-DE" b="1" i="1"/>
              <a:t>ABORDAGEM INCREMENTAL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b="0">
                <a:solidFill>
                  <a:schemeClr val="tx1"/>
                </a:solidFill>
                <a:ea typeface="+mn-lt"/>
                <a:cs typeface="+mn-lt"/>
              </a:rPr>
              <a:t>características, vantagens e desafios</a:t>
            </a:r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Espaço Reservado para Texto 3">
            <a:extLst>
              <a:ext uri="{FF2B5EF4-FFF2-40B4-BE49-F238E27FC236}">
                <a16:creationId xmlns:a16="http://schemas.microsoft.com/office/drawing/2014/main" id="{3A47B021-B74F-27DA-9727-A00052494A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387000"/>
              </p:ext>
            </p:extLst>
          </p:nvPr>
        </p:nvGraphicFramePr>
        <p:xfrm>
          <a:off x="514441" y="489053"/>
          <a:ext cx="7167066" cy="3798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371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02F3F-2396-E21B-4233-0E58F5EB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82" y="279495"/>
            <a:ext cx="10267734" cy="951751"/>
          </a:xfrm>
        </p:spPr>
        <p:txBody>
          <a:bodyPr/>
          <a:lstStyle/>
          <a:p>
            <a:r>
              <a:rPr lang="pt-BR"/>
              <a:t>Abordagem Incremental, definição: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C3F161-A61C-A6F0-4B3E-8F6A1A92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22" y="1756913"/>
            <a:ext cx="9515510" cy="44232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500">
                <a:ea typeface="+mn-lt"/>
                <a:cs typeface="+mn-lt"/>
              </a:rPr>
              <a:t> O modelo incremental trabalha com a entrega de pequenos pedaços de software, essas pequenas partes são chamadas de incrementos.  </a:t>
            </a:r>
          </a:p>
          <a:p>
            <a:r>
              <a:rPr lang="pt-BR" sz="2500">
                <a:ea typeface="+mn-lt"/>
                <a:cs typeface="+mn-lt"/>
              </a:rPr>
              <a:t> Mesmo que cada pedaço esteja pronto para ser utilizado, não quer dizer que não precise de algumas alterações ou refinamentos, sendo esse o diferencial do desenvolvimento deste modelo, cada incremento é desenvolvido de forma linear, e em seguida exposto aos feedbacks dos clientes.</a:t>
            </a:r>
          </a:p>
          <a:p>
            <a:r>
              <a:rPr lang="pt-BR" sz="2500">
                <a:ea typeface="+mn-lt"/>
                <a:cs typeface="+mn-lt"/>
              </a:rPr>
              <a:t> Caso seja necessário alterar algo nessa implementação, pode ser desenvolvido um novo incremento, sendo que o resultado é novamente apresentado aos clientes</a:t>
            </a:r>
            <a:endParaRPr lang="pt-BR" sz="2500"/>
          </a:p>
        </p:txBody>
      </p:sp>
    </p:spTree>
    <p:extLst>
      <p:ext uri="{BB962C8B-B14F-4D97-AF65-F5344CB8AC3E}">
        <p14:creationId xmlns:p14="http://schemas.microsoft.com/office/powerpoint/2010/main" val="112785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1668E9-B5DC-2E35-B229-53568105A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985" y="304800"/>
            <a:ext cx="10461540" cy="56884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600">
                <a:ea typeface="+mn-lt"/>
                <a:cs typeface="+mn-lt"/>
              </a:rPr>
              <a:t> O primeiro incremento é chamado de "núcleo do produto", contendo a implementação dos requisitos básicos para que o sistema possa funcionar e atender de forma mínima as necessidades dos clientes.</a:t>
            </a:r>
          </a:p>
          <a:p>
            <a:r>
              <a:rPr lang="pt-BR" sz="2600">
                <a:ea typeface="+mn-lt"/>
                <a:cs typeface="+mn-lt"/>
              </a:rPr>
              <a:t> Cada novo aprimoramento, ou seja, cada novo incremento é lançado como uma nova versão. </a:t>
            </a:r>
          </a:p>
          <a:p>
            <a:r>
              <a:rPr lang="pt-BR" sz="2600">
                <a:ea typeface="+mn-lt"/>
                <a:cs typeface="+mn-lt"/>
              </a:rPr>
              <a:t> Novas versões são criadas até que o sistema fique completo e atenda todas as necessidades dos clientes, para então, a versão final ser lançada.</a:t>
            </a:r>
          </a:p>
          <a:p>
            <a:endParaRPr lang="pt-BR" sz="2600"/>
          </a:p>
          <a:p>
            <a:endParaRPr lang="pt-BR" sz="2600"/>
          </a:p>
        </p:txBody>
      </p:sp>
      <p:pic>
        <p:nvPicPr>
          <p:cNvPr id="6" name="Imagem 5" descr="Iterativo e Incremental: o que são e como realizar entregas?">
            <a:extLst>
              <a:ext uri="{FF2B5EF4-FFF2-40B4-BE49-F238E27FC236}">
                <a16:creationId xmlns:a16="http://schemas.microsoft.com/office/drawing/2014/main" id="{05363DF7-F41E-1F29-53CD-8633B7C2A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39" y="4259328"/>
            <a:ext cx="8350366" cy="233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2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5DB45-E0CC-95E5-D67B-942CBEAD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173" y="-166204"/>
            <a:ext cx="9692640" cy="779223"/>
          </a:xfrm>
        </p:spPr>
        <p:txBody>
          <a:bodyPr>
            <a:normAutofit/>
          </a:bodyPr>
          <a:lstStyle/>
          <a:p>
            <a:r>
              <a:rPr lang="pt-BR" sz="4000"/>
              <a:t>Vantagens e Desvantagens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C84D74-41A8-B8BC-DE58-3DD4DC045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175" y="621103"/>
            <a:ext cx="5918293" cy="62347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000" b="1">
                <a:ea typeface="+mn-lt"/>
                <a:cs typeface="+mn-lt"/>
              </a:rPr>
              <a:t>VANTAGENS </a:t>
            </a:r>
            <a:endParaRPr lang="pt-BR" sz="2000"/>
          </a:p>
          <a:p>
            <a:r>
              <a:rPr lang="pt-BR" sz="2200">
                <a:ea typeface="+mn-lt"/>
                <a:cs typeface="+mn-lt"/>
              </a:rPr>
              <a:t> Os clientes não precisam receber o sistema completo para poder utilizá-lo, pois a implementação é feita por pedaços (incrementos), assim, os clientes podem ter acesso às partes mais importantes antes.</a:t>
            </a:r>
          </a:p>
          <a:p>
            <a:pPr marL="0" indent="0">
              <a:buNone/>
            </a:pPr>
            <a:endParaRPr lang="pt-BR" sz="2200">
              <a:ea typeface="+mn-lt"/>
              <a:cs typeface="+mn-lt"/>
            </a:endParaRPr>
          </a:p>
          <a:p>
            <a:r>
              <a:rPr lang="pt-BR" sz="2200">
                <a:ea typeface="+mn-lt"/>
                <a:cs typeface="+mn-lt"/>
              </a:rPr>
              <a:t> É muito útil quando a empresa não tem mão-de-obra o suficiente para uma implementação completa, dentro do prazo estipulado. </a:t>
            </a:r>
          </a:p>
          <a:p>
            <a:endParaRPr lang="pt-BR" sz="2200">
              <a:ea typeface="+mn-lt"/>
              <a:cs typeface="+mn-lt"/>
            </a:endParaRPr>
          </a:p>
          <a:p>
            <a:r>
              <a:rPr lang="pt-BR" sz="2200"/>
              <a:t> É mais fácil conseguir o feedback dos clientes, eles podem fazer comentários a partir dos primeiros pedaços de software, 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5A0713-22B2-3C89-AD48-2C1E2A1FE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7983" y="619388"/>
            <a:ext cx="5501350" cy="61341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b="1"/>
              <a:t>DESVANTAGENS</a:t>
            </a:r>
            <a:r>
              <a:rPr lang="pt-BR" sz="1600" b="1"/>
              <a:t> </a:t>
            </a:r>
            <a:endParaRPr lang="pt-BR"/>
          </a:p>
          <a:p>
            <a:r>
              <a:rPr lang="pt-BR" sz="2300">
                <a:ea typeface="+mn-lt"/>
                <a:cs typeface="+mn-lt"/>
              </a:rPr>
              <a:t> O progresso não é visível, já que é feito em pequenos pedaços de software que são entregues já prontos, assim, os gerentes têm dificuldade em mensurar o progresso, pois precisam de entregas regulares, coisa que não acontece neste modelo.</a:t>
            </a:r>
          </a:p>
          <a:p>
            <a:endParaRPr lang="pt-BR" sz="2300">
              <a:ea typeface="+mn-lt"/>
              <a:cs typeface="+mn-lt"/>
            </a:endParaRPr>
          </a:p>
          <a:p>
            <a:r>
              <a:rPr lang="pt-BR" sz="2300">
                <a:ea typeface="+mn-lt"/>
                <a:cs typeface="+mn-lt"/>
              </a:rPr>
              <a:t> Ao longo do processo a estrutura do sistema tende a se degradar com a adição dos novos incrementos, por conta disso, tempo e dinheiro devem ser direcionados para a refatoração e melhorias do software, que com o decorrer do tempo.</a:t>
            </a:r>
            <a:endParaRPr lang="pt-BR" sz="2300"/>
          </a:p>
          <a:p>
            <a:endParaRPr lang="pt-BR" sz="2400"/>
          </a:p>
          <a:p>
            <a:pPr marL="0" indent="0">
              <a:buNone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43978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02F85-52F8-3966-D960-8B9B39D5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54" y="-8053"/>
            <a:ext cx="10353998" cy="135431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z="3900">
                <a:ea typeface="+mj-lt"/>
                <a:cs typeface="+mj-lt"/>
              </a:rPr>
              <a:t>Flexibilidade nas mudanças de requisitos</a:t>
            </a:r>
            <a:endParaRPr lang="pt-BR"/>
          </a:p>
          <a:p>
            <a:endParaRPr lang="pt-BR" sz="39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950113-002B-90BC-59CB-FC71E805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854" y="1023668"/>
            <a:ext cx="10651321" cy="5530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>
                <a:ea typeface="+mn-lt"/>
                <a:cs typeface="+mn-lt"/>
              </a:rPr>
              <a:t>    Um dos atributos mais importantes do desenvolvimento do modelo incremental é a flexibilidade. Graças a ela, o modelo incremental se adapta melhor em mudanças nos requisitos.</a:t>
            </a:r>
          </a:p>
          <a:p>
            <a:pPr marL="0" indent="0">
              <a:buNone/>
            </a:pPr>
            <a:r>
              <a:rPr lang="pt-BR" sz="2400">
                <a:ea typeface="+mn-lt"/>
                <a:cs typeface="+mn-lt"/>
              </a:rPr>
              <a:t>     Como já mencionado, por conta do modelo ser dividido em entregas de pequenos pedaços independentes de software (os incrementos), se o cliente desejar alterar algo, o processo desse modelo facilita, pois no desenvolvimento do novo incremento é possível adicionar refazer as etapas antecedentes do projeto.</a:t>
            </a:r>
            <a:endParaRPr lang="pt-BR"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sz="2400">
                <a:ea typeface="+mn-lt"/>
                <a:cs typeface="+mn-lt"/>
              </a:rPr>
              <a:t>    O modelo incremental se encaixa melhor e é menos custoso em relação as mudanças nos requisitos.</a:t>
            </a:r>
            <a:endParaRPr lang="pt-BR">
              <a:ea typeface="+mn-lt"/>
              <a:cs typeface="+mn-lt"/>
            </a:endParaRPr>
          </a:p>
          <a:p>
            <a:pPr marL="0" indent="0">
              <a:buNone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82390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88CCF6-B3BA-5C0D-8E67-C06B38620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906" y="1035570"/>
            <a:ext cx="6303919" cy="2638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>
                <a:ea typeface="+mn-lt"/>
                <a:cs typeface="+mn-lt"/>
              </a:rPr>
              <a:t>  Em 1939, o austríaco Joseph Schumpeter usou a expressão “inovação incremental” para se referir aos objetos que são melhorados com o tempo, e num cenário mundial em que as coisas estão em constante mudança e aperfeiçoamento, não há ideia que se encaixe melhor. </a:t>
            </a:r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7AD6D4-C993-C0F4-3310-8A486C819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676" y="1350226"/>
            <a:ext cx="3175414" cy="4846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pt-BR" sz="2400">
                <a:ea typeface="+mn-lt"/>
                <a:cs typeface="+mn-lt"/>
              </a:rPr>
              <a:t>  O modelo incremental é indicado quando são requeridos resultados em etapas e em curto espaço de tempo.</a:t>
            </a:r>
            <a:endParaRPr lang="pt-BR" sz="2400"/>
          </a:p>
          <a:p>
            <a:pPr>
              <a:lnSpc>
                <a:spcPct val="113999"/>
              </a:lnSpc>
            </a:pPr>
            <a:endParaRPr lang="pt-BR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89FAAA2-ADEE-114A-60D3-1F750CBC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76" y="369758"/>
            <a:ext cx="3974890" cy="1175476"/>
          </a:xfrm>
        </p:spPr>
        <p:txBody>
          <a:bodyPr>
            <a:normAutofit/>
          </a:bodyPr>
          <a:lstStyle/>
          <a:p>
            <a:r>
              <a:rPr lang="pt-BR" sz="2800" b="1">
                <a:ea typeface="+mj-lt"/>
                <a:cs typeface="+mj-lt"/>
              </a:rPr>
              <a:t>Quando é indicado utilizar este modelo?</a:t>
            </a:r>
            <a:endParaRPr lang="pt-BR" sz="2800" b="1"/>
          </a:p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9C481E-C80D-2DBF-0515-0332CEC87AC6}"/>
              </a:ext>
            </a:extLst>
          </p:cNvPr>
          <p:cNvSpPr txBox="1"/>
          <p:nvPr/>
        </p:nvSpPr>
        <p:spPr>
          <a:xfrm>
            <a:off x="4172264" y="337279"/>
            <a:ext cx="662814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ea typeface="+mn-lt"/>
                <a:cs typeface="+mn-lt"/>
              </a:rPr>
              <a:t> </a:t>
            </a:r>
            <a:r>
              <a:rPr lang="pt-BR" sz="2800" b="1">
                <a:ea typeface="+mn-lt"/>
                <a:cs typeface="+mn-lt"/>
              </a:rPr>
              <a:t>O que é inovação incremental?</a:t>
            </a:r>
            <a:endParaRPr lang="pt-BR" sz="2800" b="1"/>
          </a:p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5F67B7-402A-445A-212A-DC5F8CA24EE9}"/>
              </a:ext>
            </a:extLst>
          </p:cNvPr>
          <p:cNvSpPr txBox="1"/>
          <p:nvPr/>
        </p:nvSpPr>
        <p:spPr>
          <a:xfrm>
            <a:off x="4297180" y="3635115"/>
            <a:ext cx="53914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/>
              <a:t>Exemplo: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306F6AA-4FB2-A378-FD2A-29B410C06EC5}"/>
              </a:ext>
            </a:extLst>
          </p:cNvPr>
          <p:cNvSpPr txBox="1"/>
          <p:nvPr/>
        </p:nvSpPr>
        <p:spPr>
          <a:xfrm>
            <a:off x="4297181" y="4209738"/>
            <a:ext cx="6490739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200">
                <a:ea typeface="+mn-lt"/>
                <a:cs typeface="+mn-lt"/>
              </a:rPr>
              <a:t>  Um dos exemplos de inovação incremental são os smartphones, eles têm como base para sua criação o telefone e, desde o surgimento do primeiro aparelho móvel, eles se reinventam e adquirem novos recursos a cada ano, melhorando suas utilidades. Mas sempre a partir de um mesmo conceito, conectar pessoas.</a:t>
            </a:r>
          </a:p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58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414CC-580A-34D7-7822-EA81FD97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56" y="115924"/>
            <a:ext cx="10429656" cy="813398"/>
          </a:xfrm>
        </p:spPr>
        <p:txBody>
          <a:bodyPr>
            <a:normAutofit/>
          </a:bodyPr>
          <a:lstStyle/>
          <a:p>
            <a:r>
              <a:rPr lang="pt-BR" sz="4000" b="1">
                <a:ea typeface="+mj-lt"/>
                <a:cs typeface="+mj-lt"/>
              </a:rPr>
              <a:t>CONCLUSÃO</a:t>
            </a:r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E00171-2D90-FF91-3973-23031B505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80" y="929391"/>
            <a:ext cx="10619030" cy="59253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800">
                <a:ea typeface="+mn-lt"/>
                <a:cs typeface="+mn-lt"/>
              </a:rPr>
              <a:t>  O modelo incremental de desenvolvimento de software oferece uma abordagem flexível e adaptável para atender às necessidades dos clientes em etapas. </a:t>
            </a:r>
          </a:p>
          <a:p>
            <a:pPr marL="0" indent="0">
              <a:buNone/>
            </a:pPr>
            <a:r>
              <a:rPr lang="pt-BR" sz="2800">
                <a:ea typeface="+mn-lt"/>
                <a:cs typeface="+mn-lt"/>
              </a:rPr>
              <a:t>  Embora apresente vantagens significativas, como a entrega rápida de partes essenciais do sistema e a facilidade de ajustes com base no feedback dos clientes, também apresenta desafios, como a dificuldade em medir o progresso e a necessidade constante de refatoração para evitar a degradação da estrutura do sistema. </a:t>
            </a:r>
          </a:p>
          <a:p>
            <a:pPr marL="0" indent="0">
              <a:buNone/>
            </a:pPr>
            <a:r>
              <a:rPr lang="pt-BR" sz="2800">
                <a:ea typeface="+mn-lt"/>
                <a:cs typeface="+mn-lt"/>
              </a:rPr>
              <a:t>  No entanto, sua capacidade de se ajustar a mudanças e produzir resultados em um curto espaço de tempo o tornam uma escolha viável em muitos contextos de desenvolvimento de software.</a:t>
            </a:r>
            <a:endParaRPr lang="pt-BR" sz="2800"/>
          </a:p>
        </p:txBody>
      </p:sp>
    </p:spTree>
    <p:extLst>
      <p:ext uri="{BB962C8B-B14F-4D97-AF65-F5344CB8AC3E}">
        <p14:creationId xmlns:p14="http://schemas.microsoft.com/office/powerpoint/2010/main" val="114914831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9DF3AC-8854-4D94-86D0-C5B83E1E1E6A}"/>
</file>

<file path=customXml/itemProps2.xml><?xml version="1.0" encoding="utf-8"?>
<ds:datastoreItem xmlns:ds="http://schemas.openxmlformats.org/officeDocument/2006/customXml" ds:itemID="{123D6237-25E2-45DA-A3BB-78F08F2AB8C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View</vt:lpstr>
      <vt:lpstr>ABORDAGEM INCREMENTAL</vt:lpstr>
      <vt:lpstr>PowerPoint Presentation</vt:lpstr>
      <vt:lpstr>Abordagem Incremental, definição:</vt:lpstr>
      <vt:lpstr>PowerPoint Presentation</vt:lpstr>
      <vt:lpstr>Vantagens e Desvantagens </vt:lpstr>
      <vt:lpstr>Flexibilidade nas mudanças de requisitos </vt:lpstr>
      <vt:lpstr>Quando é indicado utilizar este modelo? 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1</cp:revision>
  <dcterms:created xsi:type="dcterms:W3CDTF">2024-03-25T20:46:36Z</dcterms:created>
  <dcterms:modified xsi:type="dcterms:W3CDTF">2024-03-25T21:53:24Z</dcterms:modified>
</cp:coreProperties>
</file>