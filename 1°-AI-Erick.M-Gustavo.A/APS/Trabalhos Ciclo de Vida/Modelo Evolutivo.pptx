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BDF9A2-65DE-481C-8D8F-9D781BBB07E3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6C6AC10-96FB-4ABC-AC87-98B414F05138}">
      <dgm:prSet/>
      <dgm:spPr/>
      <dgm:t>
        <a:bodyPr/>
        <a:lstStyle/>
        <a:p>
          <a:r>
            <a:rPr lang="pt-BR"/>
            <a:t>Adaptação rápida às mudanças: O modelo permite ajustes ágeis em resposta a novas demandas ou mudanças no ambiente de negócios.</a:t>
          </a:r>
          <a:endParaRPr lang="en-US"/>
        </a:p>
      </dgm:t>
    </dgm:pt>
    <dgm:pt modelId="{72560FAD-A563-46BC-8A5A-98B2D3FD6E24}" type="parTrans" cxnId="{C01B847A-54B5-4B6E-811F-CB85E1C20621}">
      <dgm:prSet/>
      <dgm:spPr/>
      <dgm:t>
        <a:bodyPr/>
        <a:lstStyle/>
        <a:p>
          <a:endParaRPr lang="en-US"/>
        </a:p>
      </dgm:t>
    </dgm:pt>
    <dgm:pt modelId="{43FBB7BA-5E34-45D0-9F16-9C24750735C8}" type="sibTrans" cxnId="{C01B847A-54B5-4B6E-811F-CB85E1C20621}">
      <dgm:prSet/>
      <dgm:spPr/>
      <dgm:t>
        <a:bodyPr/>
        <a:lstStyle/>
        <a:p>
          <a:endParaRPr lang="en-US"/>
        </a:p>
      </dgm:t>
    </dgm:pt>
    <dgm:pt modelId="{5BE30C68-3424-4EC3-9492-D7BF6A35C1F4}">
      <dgm:prSet/>
      <dgm:spPr/>
      <dgm:t>
        <a:bodyPr/>
        <a:lstStyle/>
        <a:p>
          <a:r>
            <a:rPr lang="pt-BR"/>
            <a:t>Feedback imediato dos usuários: Ciclos rápidos de desenvolvimento possibilitam a obtenção de feedback instantâneo dos usuários sobre novas funcionalidades ou mudanças no software.</a:t>
          </a:r>
          <a:endParaRPr lang="en-US"/>
        </a:p>
      </dgm:t>
    </dgm:pt>
    <dgm:pt modelId="{8ECC63B4-15C8-4AFC-8B4C-C8F67C129351}" type="parTrans" cxnId="{E7B1647C-B800-4078-9F05-AE7913C5F43C}">
      <dgm:prSet/>
      <dgm:spPr/>
      <dgm:t>
        <a:bodyPr/>
        <a:lstStyle/>
        <a:p>
          <a:endParaRPr lang="en-US"/>
        </a:p>
      </dgm:t>
    </dgm:pt>
    <dgm:pt modelId="{473A24DD-9D06-4FE9-8C22-9BF7D8BF1A2D}" type="sibTrans" cxnId="{E7B1647C-B800-4078-9F05-AE7913C5F43C}">
      <dgm:prSet/>
      <dgm:spPr/>
      <dgm:t>
        <a:bodyPr/>
        <a:lstStyle/>
        <a:p>
          <a:endParaRPr lang="en-US"/>
        </a:p>
      </dgm:t>
    </dgm:pt>
    <dgm:pt modelId="{04C88F59-6881-4720-8D13-7E6CD5CB8241}">
      <dgm:prSet/>
      <dgm:spPr/>
      <dgm:t>
        <a:bodyPr/>
        <a:lstStyle/>
        <a:p>
          <a:r>
            <a:rPr lang="pt-BR"/>
            <a:t>Entrega contínua de valor: Software é entregue em incrementos menores, mas com mais frequência, permitindo que os usuários se beneficiem mais rapidamente em vez de esperar por grandes lançamentos.</a:t>
          </a:r>
          <a:endParaRPr lang="en-US"/>
        </a:p>
      </dgm:t>
    </dgm:pt>
    <dgm:pt modelId="{BCBD1A0D-AD96-442A-AA04-F021280C35D6}" type="parTrans" cxnId="{D89810BF-35B3-4379-8C59-4B87D98C11E9}">
      <dgm:prSet/>
      <dgm:spPr/>
      <dgm:t>
        <a:bodyPr/>
        <a:lstStyle/>
        <a:p>
          <a:endParaRPr lang="en-US"/>
        </a:p>
      </dgm:t>
    </dgm:pt>
    <dgm:pt modelId="{11269707-5718-480D-A645-C87B06236B7A}" type="sibTrans" cxnId="{D89810BF-35B3-4379-8C59-4B87D98C11E9}">
      <dgm:prSet/>
      <dgm:spPr/>
      <dgm:t>
        <a:bodyPr/>
        <a:lstStyle/>
        <a:p>
          <a:endParaRPr lang="en-US"/>
        </a:p>
      </dgm:t>
    </dgm:pt>
    <dgm:pt modelId="{3E7FF53F-28F4-4D67-8BD4-8CAD6E94C4F2}">
      <dgm:prSet/>
      <dgm:spPr/>
      <dgm:t>
        <a:bodyPr/>
        <a:lstStyle/>
        <a:p>
          <a:r>
            <a:rPr lang="pt-BR"/>
            <a:t>Foco na qualidade: Desenvolvedores podem concentrar-se continuamente na qualidade do código e na correção de bugs devido à natureza evolutiva do software.</a:t>
          </a:r>
          <a:endParaRPr lang="en-US"/>
        </a:p>
      </dgm:t>
    </dgm:pt>
    <dgm:pt modelId="{A6168AEA-AE79-4065-8A17-5419352800B5}" type="parTrans" cxnId="{FF349485-62FF-4CF3-A683-DA2BC05953D1}">
      <dgm:prSet/>
      <dgm:spPr/>
      <dgm:t>
        <a:bodyPr/>
        <a:lstStyle/>
        <a:p>
          <a:endParaRPr lang="en-US"/>
        </a:p>
      </dgm:t>
    </dgm:pt>
    <dgm:pt modelId="{F141623B-8A11-4FF6-A679-1DF939D131E0}" type="sibTrans" cxnId="{FF349485-62FF-4CF3-A683-DA2BC05953D1}">
      <dgm:prSet/>
      <dgm:spPr/>
      <dgm:t>
        <a:bodyPr/>
        <a:lstStyle/>
        <a:p>
          <a:endParaRPr lang="en-US"/>
        </a:p>
      </dgm:t>
    </dgm:pt>
    <dgm:pt modelId="{45A3575F-4906-46E5-B863-9719452A99AE}">
      <dgm:prSet/>
      <dgm:spPr/>
      <dgm:t>
        <a:bodyPr/>
        <a:lstStyle/>
        <a:p>
          <a:r>
            <a:rPr lang="pt-BR"/>
            <a:t>Maior envolvimento dos stakeholders: O modelo promove um envolvimento mais próximo dos stakeholders, levando a uma compreensão mais clara das necessidades dos usuários e a um produto final mais alinhado com essas necessidades.</a:t>
          </a:r>
          <a:endParaRPr lang="en-US"/>
        </a:p>
      </dgm:t>
    </dgm:pt>
    <dgm:pt modelId="{AC4ED5EE-8069-4724-ADD1-BE425E0C7615}" type="parTrans" cxnId="{5AF44916-C4D5-4BE3-829F-1A489D264FB2}">
      <dgm:prSet/>
      <dgm:spPr/>
      <dgm:t>
        <a:bodyPr/>
        <a:lstStyle/>
        <a:p>
          <a:endParaRPr lang="en-US"/>
        </a:p>
      </dgm:t>
    </dgm:pt>
    <dgm:pt modelId="{35110499-E53D-4903-9243-6C8BED39ECB9}" type="sibTrans" cxnId="{5AF44916-C4D5-4BE3-829F-1A489D264FB2}">
      <dgm:prSet/>
      <dgm:spPr/>
      <dgm:t>
        <a:bodyPr/>
        <a:lstStyle/>
        <a:p>
          <a:endParaRPr lang="en-US"/>
        </a:p>
      </dgm:t>
    </dgm:pt>
    <dgm:pt modelId="{6380F7D6-EA58-4520-B8F5-62902B75C4C9}" type="pres">
      <dgm:prSet presAssocID="{0EBDF9A2-65DE-481C-8D8F-9D781BBB07E3}" presName="outerComposite" presStyleCnt="0">
        <dgm:presLayoutVars>
          <dgm:chMax val="5"/>
          <dgm:dir/>
          <dgm:resizeHandles val="exact"/>
        </dgm:presLayoutVars>
      </dgm:prSet>
      <dgm:spPr/>
    </dgm:pt>
    <dgm:pt modelId="{C2F38E6E-4D55-45B8-9C73-90DA65C22636}" type="pres">
      <dgm:prSet presAssocID="{0EBDF9A2-65DE-481C-8D8F-9D781BBB07E3}" presName="dummyMaxCanvas" presStyleCnt="0">
        <dgm:presLayoutVars/>
      </dgm:prSet>
      <dgm:spPr/>
    </dgm:pt>
    <dgm:pt modelId="{18828633-278D-4AA6-A909-9D5105E09693}" type="pres">
      <dgm:prSet presAssocID="{0EBDF9A2-65DE-481C-8D8F-9D781BBB07E3}" presName="FiveNodes_1" presStyleLbl="node1" presStyleIdx="0" presStyleCnt="5">
        <dgm:presLayoutVars>
          <dgm:bulletEnabled val="1"/>
        </dgm:presLayoutVars>
      </dgm:prSet>
      <dgm:spPr/>
    </dgm:pt>
    <dgm:pt modelId="{8586FDCF-D478-41A7-9E83-CC7A16C040F0}" type="pres">
      <dgm:prSet presAssocID="{0EBDF9A2-65DE-481C-8D8F-9D781BBB07E3}" presName="FiveNodes_2" presStyleLbl="node1" presStyleIdx="1" presStyleCnt="5">
        <dgm:presLayoutVars>
          <dgm:bulletEnabled val="1"/>
        </dgm:presLayoutVars>
      </dgm:prSet>
      <dgm:spPr/>
    </dgm:pt>
    <dgm:pt modelId="{060FD45D-C782-4A05-97A2-7A905B96535D}" type="pres">
      <dgm:prSet presAssocID="{0EBDF9A2-65DE-481C-8D8F-9D781BBB07E3}" presName="FiveNodes_3" presStyleLbl="node1" presStyleIdx="2" presStyleCnt="5">
        <dgm:presLayoutVars>
          <dgm:bulletEnabled val="1"/>
        </dgm:presLayoutVars>
      </dgm:prSet>
      <dgm:spPr/>
    </dgm:pt>
    <dgm:pt modelId="{C3D2C23D-8BD4-48F6-B3C5-7C8A8D23BD89}" type="pres">
      <dgm:prSet presAssocID="{0EBDF9A2-65DE-481C-8D8F-9D781BBB07E3}" presName="FiveNodes_4" presStyleLbl="node1" presStyleIdx="3" presStyleCnt="5">
        <dgm:presLayoutVars>
          <dgm:bulletEnabled val="1"/>
        </dgm:presLayoutVars>
      </dgm:prSet>
      <dgm:spPr/>
    </dgm:pt>
    <dgm:pt modelId="{A22857CE-BE09-4FBD-89EA-9E0B4B83E2DC}" type="pres">
      <dgm:prSet presAssocID="{0EBDF9A2-65DE-481C-8D8F-9D781BBB07E3}" presName="FiveNodes_5" presStyleLbl="node1" presStyleIdx="4" presStyleCnt="5">
        <dgm:presLayoutVars>
          <dgm:bulletEnabled val="1"/>
        </dgm:presLayoutVars>
      </dgm:prSet>
      <dgm:spPr/>
    </dgm:pt>
    <dgm:pt modelId="{907A93C0-741F-4641-907A-CF2B8FD07DFF}" type="pres">
      <dgm:prSet presAssocID="{0EBDF9A2-65DE-481C-8D8F-9D781BBB07E3}" presName="FiveConn_1-2" presStyleLbl="fgAccFollowNode1" presStyleIdx="0" presStyleCnt="4">
        <dgm:presLayoutVars>
          <dgm:bulletEnabled val="1"/>
        </dgm:presLayoutVars>
      </dgm:prSet>
      <dgm:spPr/>
    </dgm:pt>
    <dgm:pt modelId="{F09C123A-FB3B-4188-89FF-D3983599F006}" type="pres">
      <dgm:prSet presAssocID="{0EBDF9A2-65DE-481C-8D8F-9D781BBB07E3}" presName="FiveConn_2-3" presStyleLbl="fgAccFollowNode1" presStyleIdx="1" presStyleCnt="4">
        <dgm:presLayoutVars>
          <dgm:bulletEnabled val="1"/>
        </dgm:presLayoutVars>
      </dgm:prSet>
      <dgm:spPr/>
    </dgm:pt>
    <dgm:pt modelId="{D4F86695-22E2-45A5-98F0-D99EC5B1F45B}" type="pres">
      <dgm:prSet presAssocID="{0EBDF9A2-65DE-481C-8D8F-9D781BBB07E3}" presName="FiveConn_3-4" presStyleLbl="fgAccFollowNode1" presStyleIdx="2" presStyleCnt="4">
        <dgm:presLayoutVars>
          <dgm:bulletEnabled val="1"/>
        </dgm:presLayoutVars>
      </dgm:prSet>
      <dgm:spPr/>
    </dgm:pt>
    <dgm:pt modelId="{36AC913E-EF5E-43B4-B061-EBE4064C67B6}" type="pres">
      <dgm:prSet presAssocID="{0EBDF9A2-65DE-481C-8D8F-9D781BBB07E3}" presName="FiveConn_4-5" presStyleLbl="fgAccFollowNode1" presStyleIdx="3" presStyleCnt="4">
        <dgm:presLayoutVars>
          <dgm:bulletEnabled val="1"/>
        </dgm:presLayoutVars>
      </dgm:prSet>
      <dgm:spPr/>
    </dgm:pt>
    <dgm:pt modelId="{016C85A1-9543-457B-BB4A-3FB4D67A61B7}" type="pres">
      <dgm:prSet presAssocID="{0EBDF9A2-65DE-481C-8D8F-9D781BBB07E3}" presName="FiveNodes_1_text" presStyleLbl="node1" presStyleIdx="4" presStyleCnt="5">
        <dgm:presLayoutVars>
          <dgm:bulletEnabled val="1"/>
        </dgm:presLayoutVars>
      </dgm:prSet>
      <dgm:spPr/>
    </dgm:pt>
    <dgm:pt modelId="{AE440CB7-3E1E-4825-B275-491AFAABA1CF}" type="pres">
      <dgm:prSet presAssocID="{0EBDF9A2-65DE-481C-8D8F-9D781BBB07E3}" presName="FiveNodes_2_text" presStyleLbl="node1" presStyleIdx="4" presStyleCnt="5">
        <dgm:presLayoutVars>
          <dgm:bulletEnabled val="1"/>
        </dgm:presLayoutVars>
      </dgm:prSet>
      <dgm:spPr/>
    </dgm:pt>
    <dgm:pt modelId="{1BF96AA3-335B-4449-BEB4-AD55AC825FB6}" type="pres">
      <dgm:prSet presAssocID="{0EBDF9A2-65DE-481C-8D8F-9D781BBB07E3}" presName="FiveNodes_3_text" presStyleLbl="node1" presStyleIdx="4" presStyleCnt="5">
        <dgm:presLayoutVars>
          <dgm:bulletEnabled val="1"/>
        </dgm:presLayoutVars>
      </dgm:prSet>
      <dgm:spPr/>
    </dgm:pt>
    <dgm:pt modelId="{8E1D7962-CA39-4829-8163-ACD288D7D1E6}" type="pres">
      <dgm:prSet presAssocID="{0EBDF9A2-65DE-481C-8D8F-9D781BBB07E3}" presName="FiveNodes_4_text" presStyleLbl="node1" presStyleIdx="4" presStyleCnt="5">
        <dgm:presLayoutVars>
          <dgm:bulletEnabled val="1"/>
        </dgm:presLayoutVars>
      </dgm:prSet>
      <dgm:spPr/>
    </dgm:pt>
    <dgm:pt modelId="{FC14CC82-30BC-4D23-A856-2D6D9F69949E}" type="pres">
      <dgm:prSet presAssocID="{0EBDF9A2-65DE-481C-8D8F-9D781BBB07E3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36404310-9B07-4754-BE43-556344D7A9F6}" type="presOf" srcId="{5BE30C68-3424-4EC3-9492-D7BF6A35C1F4}" destId="{8586FDCF-D478-41A7-9E83-CC7A16C040F0}" srcOrd="0" destOrd="0" presId="urn:microsoft.com/office/officeart/2005/8/layout/vProcess5"/>
    <dgm:cxn modelId="{5AF44916-C4D5-4BE3-829F-1A489D264FB2}" srcId="{0EBDF9A2-65DE-481C-8D8F-9D781BBB07E3}" destId="{45A3575F-4906-46E5-B863-9719452A99AE}" srcOrd="4" destOrd="0" parTransId="{AC4ED5EE-8069-4724-ADD1-BE425E0C7615}" sibTransId="{35110499-E53D-4903-9243-6C8BED39ECB9}"/>
    <dgm:cxn modelId="{99427C19-81FB-4818-9177-53071C3B70B1}" type="presOf" srcId="{76C6AC10-96FB-4ABC-AC87-98B414F05138}" destId="{18828633-278D-4AA6-A909-9D5105E09693}" srcOrd="0" destOrd="0" presId="urn:microsoft.com/office/officeart/2005/8/layout/vProcess5"/>
    <dgm:cxn modelId="{CC74051D-A9E1-4580-9287-7A4DA2BA66E2}" type="presOf" srcId="{04C88F59-6881-4720-8D13-7E6CD5CB8241}" destId="{060FD45D-C782-4A05-97A2-7A905B96535D}" srcOrd="0" destOrd="0" presId="urn:microsoft.com/office/officeart/2005/8/layout/vProcess5"/>
    <dgm:cxn modelId="{2C14991D-E7CF-48EE-9AE1-719795913AB8}" type="presOf" srcId="{3E7FF53F-28F4-4D67-8BD4-8CAD6E94C4F2}" destId="{C3D2C23D-8BD4-48F6-B3C5-7C8A8D23BD89}" srcOrd="0" destOrd="0" presId="urn:microsoft.com/office/officeart/2005/8/layout/vProcess5"/>
    <dgm:cxn modelId="{1FFFBB2B-95F4-4501-9F62-16ABCD5C44D9}" type="presOf" srcId="{45A3575F-4906-46E5-B863-9719452A99AE}" destId="{A22857CE-BE09-4FBD-89EA-9E0B4B83E2DC}" srcOrd="0" destOrd="0" presId="urn:microsoft.com/office/officeart/2005/8/layout/vProcess5"/>
    <dgm:cxn modelId="{0AEF1473-BD81-4B84-8ABB-15C48C39683A}" type="presOf" srcId="{76C6AC10-96FB-4ABC-AC87-98B414F05138}" destId="{016C85A1-9543-457B-BB4A-3FB4D67A61B7}" srcOrd="1" destOrd="0" presId="urn:microsoft.com/office/officeart/2005/8/layout/vProcess5"/>
    <dgm:cxn modelId="{23331154-C3BA-4468-BEB3-8B2CC40C52D0}" type="presOf" srcId="{5BE30C68-3424-4EC3-9492-D7BF6A35C1F4}" destId="{AE440CB7-3E1E-4825-B275-491AFAABA1CF}" srcOrd="1" destOrd="0" presId="urn:microsoft.com/office/officeart/2005/8/layout/vProcess5"/>
    <dgm:cxn modelId="{C01B847A-54B5-4B6E-811F-CB85E1C20621}" srcId="{0EBDF9A2-65DE-481C-8D8F-9D781BBB07E3}" destId="{76C6AC10-96FB-4ABC-AC87-98B414F05138}" srcOrd="0" destOrd="0" parTransId="{72560FAD-A563-46BC-8A5A-98B2D3FD6E24}" sibTransId="{43FBB7BA-5E34-45D0-9F16-9C24750735C8}"/>
    <dgm:cxn modelId="{E7B1647C-B800-4078-9F05-AE7913C5F43C}" srcId="{0EBDF9A2-65DE-481C-8D8F-9D781BBB07E3}" destId="{5BE30C68-3424-4EC3-9492-D7BF6A35C1F4}" srcOrd="1" destOrd="0" parTransId="{8ECC63B4-15C8-4AFC-8B4C-C8F67C129351}" sibTransId="{473A24DD-9D06-4FE9-8C22-9BF7D8BF1A2D}"/>
    <dgm:cxn modelId="{7E5D687E-D672-4E42-A95E-C06621A97B02}" type="presOf" srcId="{45A3575F-4906-46E5-B863-9719452A99AE}" destId="{FC14CC82-30BC-4D23-A856-2D6D9F69949E}" srcOrd="1" destOrd="0" presId="urn:microsoft.com/office/officeart/2005/8/layout/vProcess5"/>
    <dgm:cxn modelId="{FF349485-62FF-4CF3-A683-DA2BC05953D1}" srcId="{0EBDF9A2-65DE-481C-8D8F-9D781BBB07E3}" destId="{3E7FF53F-28F4-4D67-8BD4-8CAD6E94C4F2}" srcOrd="3" destOrd="0" parTransId="{A6168AEA-AE79-4065-8A17-5419352800B5}" sibTransId="{F141623B-8A11-4FF6-A679-1DF939D131E0}"/>
    <dgm:cxn modelId="{F05D418B-07E8-44B4-9AD8-82C4D1926F8B}" type="presOf" srcId="{43FBB7BA-5E34-45D0-9F16-9C24750735C8}" destId="{907A93C0-741F-4641-907A-CF2B8FD07DFF}" srcOrd="0" destOrd="0" presId="urn:microsoft.com/office/officeart/2005/8/layout/vProcess5"/>
    <dgm:cxn modelId="{0AFE0B98-E49F-436D-99B7-D5736A8478DE}" type="presOf" srcId="{F141623B-8A11-4FF6-A679-1DF939D131E0}" destId="{36AC913E-EF5E-43B4-B061-EBE4064C67B6}" srcOrd="0" destOrd="0" presId="urn:microsoft.com/office/officeart/2005/8/layout/vProcess5"/>
    <dgm:cxn modelId="{41AF85B1-8922-4F98-B0F2-2E16ADC6B58E}" type="presOf" srcId="{3E7FF53F-28F4-4D67-8BD4-8CAD6E94C4F2}" destId="{8E1D7962-CA39-4829-8163-ACD288D7D1E6}" srcOrd="1" destOrd="0" presId="urn:microsoft.com/office/officeart/2005/8/layout/vProcess5"/>
    <dgm:cxn modelId="{520A18BD-C43C-442C-8C8A-F613C2CB324B}" type="presOf" srcId="{04C88F59-6881-4720-8D13-7E6CD5CB8241}" destId="{1BF96AA3-335B-4449-BEB4-AD55AC825FB6}" srcOrd="1" destOrd="0" presId="urn:microsoft.com/office/officeart/2005/8/layout/vProcess5"/>
    <dgm:cxn modelId="{D89810BF-35B3-4379-8C59-4B87D98C11E9}" srcId="{0EBDF9A2-65DE-481C-8D8F-9D781BBB07E3}" destId="{04C88F59-6881-4720-8D13-7E6CD5CB8241}" srcOrd="2" destOrd="0" parTransId="{BCBD1A0D-AD96-442A-AA04-F021280C35D6}" sibTransId="{11269707-5718-480D-A645-C87B06236B7A}"/>
    <dgm:cxn modelId="{3AA0E8C8-5E69-4E2E-A8CC-EDBF2F114348}" type="presOf" srcId="{11269707-5718-480D-A645-C87B06236B7A}" destId="{D4F86695-22E2-45A5-98F0-D99EC5B1F45B}" srcOrd="0" destOrd="0" presId="urn:microsoft.com/office/officeart/2005/8/layout/vProcess5"/>
    <dgm:cxn modelId="{9F7C1ED4-1BD0-4AAB-A568-370CF553BC01}" type="presOf" srcId="{473A24DD-9D06-4FE9-8C22-9BF7D8BF1A2D}" destId="{F09C123A-FB3B-4188-89FF-D3983599F006}" srcOrd="0" destOrd="0" presId="urn:microsoft.com/office/officeart/2005/8/layout/vProcess5"/>
    <dgm:cxn modelId="{3A142FD7-D249-4DA4-B6C2-0FE0F360F3C5}" type="presOf" srcId="{0EBDF9A2-65DE-481C-8D8F-9D781BBB07E3}" destId="{6380F7D6-EA58-4520-B8F5-62902B75C4C9}" srcOrd="0" destOrd="0" presId="urn:microsoft.com/office/officeart/2005/8/layout/vProcess5"/>
    <dgm:cxn modelId="{B6868216-844C-4D50-A236-21E3C8429E17}" type="presParOf" srcId="{6380F7D6-EA58-4520-B8F5-62902B75C4C9}" destId="{C2F38E6E-4D55-45B8-9C73-90DA65C22636}" srcOrd="0" destOrd="0" presId="urn:microsoft.com/office/officeart/2005/8/layout/vProcess5"/>
    <dgm:cxn modelId="{BD48164B-B15D-4767-82AB-C26DDC4CA6D7}" type="presParOf" srcId="{6380F7D6-EA58-4520-B8F5-62902B75C4C9}" destId="{18828633-278D-4AA6-A909-9D5105E09693}" srcOrd="1" destOrd="0" presId="urn:microsoft.com/office/officeart/2005/8/layout/vProcess5"/>
    <dgm:cxn modelId="{E58A68B7-F2F2-49A5-8764-995D60934AAD}" type="presParOf" srcId="{6380F7D6-EA58-4520-B8F5-62902B75C4C9}" destId="{8586FDCF-D478-41A7-9E83-CC7A16C040F0}" srcOrd="2" destOrd="0" presId="urn:microsoft.com/office/officeart/2005/8/layout/vProcess5"/>
    <dgm:cxn modelId="{495DC08F-FFCB-4A96-AC75-2AC34DD60D65}" type="presParOf" srcId="{6380F7D6-EA58-4520-B8F5-62902B75C4C9}" destId="{060FD45D-C782-4A05-97A2-7A905B96535D}" srcOrd="3" destOrd="0" presId="urn:microsoft.com/office/officeart/2005/8/layout/vProcess5"/>
    <dgm:cxn modelId="{507BE6D7-F509-43F3-9854-746A2893C57E}" type="presParOf" srcId="{6380F7D6-EA58-4520-B8F5-62902B75C4C9}" destId="{C3D2C23D-8BD4-48F6-B3C5-7C8A8D23BD89}" srcOrd="4" destOrd="0" presId="urn:microsoft.com/office/officeart/2005/8/layout/vProcess5"/>
    <dgm:cxn modelId="{DE32E35B-20B3-4694-907C-CF8A537D92B0}" type="presParOf" srcId="{6380F7D6-EA58-4520-B8F5-62902B75C4C9}" destId="{A22857CE-BE09-4FBD-89EA-9E0B4B83E2DC}" srcOrd="5" destOrd="0" presId="urn:microsoft.com/office/officeart/2005/8/layout/vProcess5"/>
    <dgm:cxn modelId="{4BC50005-3183-4502-825E-A6DDCE27BD71}" type="presParOf" srcId="{6380F7D6-EA58-4520-B8F5-62902B75C4C9}" destId="{907A93C0-741F-4641-907A-CF2B8FD07DFF}" srcOrd="6" destOrd="0" presId="urn:microsoft.com/office/officeart/2005/8/layout/vProcess5"/>
    <dgm:cxn modelId="{F05DFAB6-A7BF-4445-85C0-C9D4C8CC037E}" type="presParOf" srcId="{6380F7D6-EA58-4520-B8F5-62902B75C4C9}" destId="{F09C123A-FB3B-4188-89FF-D3983599F006}" srcOrd="7" destOrd="0" presId="urn:microsoft.com/office/officeart/2005/8/layout/vProcess5"/>
    <dgm:cxn modelId="{AE6A49A0-550B-4FD3-9F12-EF337AB1BD49}" type="presParOf" srcId="{6380F7D6-EA58-4520-B8F5-62902B75C4C9}" destId="{D4F86695-22E2-45A5-98F0-D99EC5B1F45B}" srcOrd="8" destOrd="0" presId="urn:microsoft.com/office/officeart/2005/8/layout/vProcess5"/>
    <dgm:cxn modelId="{376666E5-3945-4CB7-B90C-8A6C9825BA40}" type="presParOf" srcId="{6380F7D6-EA58-4520-B8F5-62902B75C4C9}" destId="{36AC913E-EF5E-43B4-B061-EBE4064C67B6}" srcOrd="9" destOrd="0" presId="urn:microsoft.com/office/officeart/2005/8/layout/vProcess5"/>
    <dgm:cxn modelId="{413A90BB-35D2-40DD-8F35-BF8B8656CCFE}" type="presParOf" srcId="{6380F7D6-EA58-4520-B8F5-62902B75C4C9}" destId="{016C85A1-9543-457B-BB4A-3FB4D67A61B7}" srcOrd="10" destOrd="0" presId="urn:microsoft.com/office/officeart/2005/8/layout/vProcess5"/>
    <dgm:cxn modelId="{8B5D7DDE-7CCB-40D5-B68C-5585044A6928}" type="presParOf" srcId="{6380F7D6-EA58-4520-B8F5-62902B75C4C9}" destId="{AE440CB7-3E1E-4825-B275-491AFAABA1CF}" srcOrd="11" destOrd="0" presId="urn:microsoft.com/office/officeart/2005/8/layout/vProcess5"/>
    <dgm:cxn modelId="{3B804A9B-95AC-4126-959A-61D7F880667B}" type="presParOf" srcId="{6380F7D6-EA58-4520-B8F5-62902B75C4C9}" destId="{1BF96AA3-335B-4449-BEB4-AD55AC825FB6}" srcOrd="12" destOrd="0" presId="urn:microsoft.com/office/officeart/2005/8/layout/vProcess5"/>
    <dgm:cxn modelId="{8C93072D-481A-4C55-BEA4-588BB66EEC0A}" type="presParOf" srcId="{6380F7D6-EA58-4520-B8F5-62902B75C4C9}" destId="{8E1D7962-CA39-4829-8163-ACD288D7D1E6}" srcOrd="13" destOrd="0" presId="urn:microsoft.com/office/officeart/2005/8/layout/vProcess5"/>
    <dgm:cxn modelId="{197C61D4-D2C8-4159-816F-68DFDF7107B2}" type="presParOf" srcId="{6380F7D6-EA58-4520-B8F5-62902B75C4C9}" destId="{FC14CC82-30BC-4D23-A856-2D6D9F69949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FE3075-001B-4B35-B580-937D8DE386A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166A718-1524-47EB-9A66-816A6AF3585A}">
      <dgm:prSet/>
      <dgm:spPr/>
      <dgm:t>
        <a:bodyPr/>
        <a:lstStyle/>
        <a:p>
          <a:r>
            <a:rPr lang="pt-BR"/>
            <a:t>Custos e Prazos Difíceis de Prever: A abordagem iterativa e adaptativa pode dificultar a previsão precisa de custos e prazos, devido às mudanças frequentes nos requisitos e escopo do projeto, impactando o orçamento e o cronograma e desafiando o planejamento a longo prazo.</a:t>
          </a:r>
          <a:endParaRPr lang="en-US"/>
        </a:p>
      </dgm:t>
    </dgm:pt>
    <dgm:pt modelId="{FDD7DEC2-77E3-4417-B9CF-71174AD5839E}" type="parTrans" cxnId="{605C211D-30A8-4F01-9B59-D5B56F638ABD}">
      <dgm:prSet/>
      <dgm:spPr/>
      <dgm:t>
        <a:bodyPr/>
        <a:lstStyle/>
        <a:p>
          <a:endParaRPr lang="en-US"/>
        </a:p>
      </dgm:t>
    </dgm:pt>
    <dgm:pt modelId="{717B4AD0-4837-477F-850E-C98B10DD4EA7}" type="sibTrans" cxnId="{605C211D-30A8-4F01-9B59-D5B56F638ABD}">
      <dgm:prSet/>
      <dgm:spPr/>
      <dgm:t>
        <a:bodyPr/>
        <a:lstStyle/>
        <a:p>
          <a:endParaRPr lang="en-US"/>
        </a:p>
      </dgm:t>
    </dgm:pt>
    <dgm:pt modelId="{19C4723C-A06D-43A1-B6B9-CDDAB13D9DA4}">
      <dgm:prSet/>
      <dgm:spPr/>
      <dgm:t>
        <a:bodyPr/>
        <a:lstStyle/>
        <a:p>
          <a:r>
            <a:rPr lang="pt-BR" dirty="0"/>
            <a:t>Dificuldade na Documentação e Manutenção: A entrega contínua de incrementos de software pode tornar a documentação e manutenção mais complexas. É essencial manter a documentação atualizada e garantir que o código seja bem-organizado e comentado para facilitar a manutenção futura do sistema.</a:t>
          </a:r>
          <a:endParaRPr lang="en-US" dirty="0"/>
        </a:p>
      </dgm:t>
    </dgm:pt>
    <dgm:pt modelId="{7D591EEC-B1B5-4456-A2B1-192E4D6D95A7}" type="parTrans" cxnId="{CFCD5E96-F61F-4798-8147-9D5407B669F6}">
      <dgm:prSet/>
      <dgm:spPr/>
      <dgm:t>
        <a:bodyPr/>
        <a:lstStyle/>
        <a:p>
          <a:endParaRPr lang="en-US"/>
        </a:p>
      </dgm:t>
    </dgm:pt>
    <dgm:pt modelId="{E8B53DF4-0690-45E2-B939-FA6AB002348E}" type="sibTrans" cxnId="{CFCD5E96-F61F-4798-8147-9D5407B669F6}">
      <dgm:prSet/>
      <dgm:spPr/>
      <dgm:t>
        <a:bodyPr/>
        <a:lstStyle/>
        <a:p>
          <a:endParaRPr lang="en-US"/>
        </a:p>
      </dgm:t>
    </dgm:pt>
    <dgm:pt modelId="{83C1F005-F230-43FF-ADF6-008D917EB1E1}">
      <dgm:prSet/>
      <dgm:spPr/>
      <dgm:t>
        <a:bodyPr/>
        <a:lstStyle/>
        <a:p>
          <a:r>
            <a:rPr lang="pt-BR"/>
            <a:t>Dependência da Experiência do Analista para Avaliação de Riscos: A avaliação dos riscos requer expertise do analista, pois a identificação e gestão inadequadas de riscos importantes podem resultar em problemas significativos no projeto.</a:t>
          </a:r>
          <a:endParaRPr lang="en-US"/>
        </a:p>
      </dgm:t>
    </dgm:pt>
    <dgm:pt modelId="{045D6172-0FA1-4427-AECB-8011B33B7A57}" type="parTrans" cxnId="{B9707635-34F5-428F-8446-F064C6167774}">
      <dgm:prSet/>
      <dgm:spPr/>
      <dgm:t>
        <a:bodyPr/>
        <a:lstStyle/>
        <a:p>
          <a:endParaRPr lang="en-US"/>
        </a:p>
      </dgm:t>
    </dgm:pt>
    <dgm:pt modelId="{02208374-45F1-4680-9887-182BEC5AFE59}" type="sibTrans" cxnId="{B9707635-34F5-428F-8446-F064C6167774}">
      <dgm:prSet/>
      <dgm:spPr/>
      <dgm:t>
        <a:bodyPr/>
        <a:lstStyle/>
        <a:p>
          <a:endParaRPr lang="en-US"/>
        </a:p>
      </dgm:t>
    </dgm:pt>
    <dgm:pt modelId="{388F5F56-7A44-4F59-86AB-E45045F28F4A}" type="pres">
      <dgm:prSet presAssocID="{B2FE3075-001B-4B35-B580-937D8DE386A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6A0AD17-F4BF-4269-9D1C-A8FD5FA5D096}" type="pres">
      <dgm:prSet presAssocID="{7166A718-1524-47EB-9A66-816A6AF3585A}" presName="hierRoot1" presStyleCnt="0"/>
      <dgm:spPr/>
    </dgm:pt>
    <dgm:pt modelId="{55BA0DCE-027C-48E1-8BD4-2EB2621D1C00}" type="pres">
      <dgm:prSet presAssocID="{7166A718-1524-47EB-9A66-816A6AF3585A}" presName="composite" presStyleCnt="0"/>
      <dgm:spPr/>
    </dgm:pt>
    <dgm:pt modelId="{7470EEB6-4785-491C-B7D9-7CD557B08F49}" type="pres">
      <dgm:prSet presAssocID="{7166A718-1524-47EB-9A66-816A6AF3585A}" presName="background" presStyleLbl="node0" presStyleIdx="0" presStyleCnt="3"/>
      <dgm:spPr/>
    </dgm:pt>
    <dgm:pt modelId="{05FF0D51-D670-4A32-8267-523C6F38FAFF}" type="pres">
      <dgm:prSet presAssocID="{7166A718-1524-47EB-9A66-816A6AF3585A}" presName="text" presStyleLbl="fgAcc0" presStyleIdx="0" presStyleCnt="3">
        <dgm:presLayoutVars>
          <dgm:chPref val="3"/>
        </dgm:presLayoutVars>
      </dgm:prSet>
      <dgm:spPr/>
    </dgm:pt>
    <dgm:pt modelId="{218A6C33-CBDA-4958-B338-8D85B4EBB9D7}" type="pres">
      <dgm:prSet presAssocID="{7166A718-1524-47EB-9A66-816A6AF3585A}" presName="hierChild2" presStyleCnt="0"/>
      <dgm:spPr/>
    </dgm:pt>
    <dgm:pt modelId="{59602449-43CA-4FBB-8BED-6578875C5FC3}" type="pres">
      <dgm:prSet presAssocID="{19C4723C-A06D-43A1-B6B9-CDDAB13D9DA4}" presName="hierRoot1" presStyleCnt="0"/>
      <dgm:spPr/>
    </dgm:pt>
    <dgm:pt modelId="{0AD535E5-2D5C-45E4-BC1A-8421BDBF43A5}" type="pres">
      <dgm:prSet presAssocID="{19C4723C-A06D-43A1-B6B9-CDDAB13D9DA4}" presName="composite" presStyleCnt="0"/>
      <dgm:spPr/>
    </dgm:pt>
    <dgm:pt modelId="{1E0BD689-FDCB-46D2-8C2B-6E2FDB9C0F4A}" type="pres">
      <dgm:prSet presAssocID="{19C4723C-A06D-43A1-B6B9-CDDAB13D9DA4}" presName="background" presStyleLbl="node0" presStyleIdx="1" presStyleCnt="3"/>
      <dgm:spPr/>
    </dgm:pt>
    <dgm:pt modelId="{89907677-A8C6-4AAE-9CC5-CCACE232414C}" type="pres">
      <dgm:prSet presAssocID="{19C4723C-A06D-43A1-B6B9-CDDAB13D9DA4}" presName="text" presStyleLbl="fgAcc0" presStyleIdx="1" presStyleCnt="3">
        <dgm:presLayoutVars>
          <dgm:chPref val="3"/>
        </dgm:presLayoutVars>
      </dgm:prSet>
      <dgm:spPr/>
    </dgm:pt>
    <dgm:pt modelId="{D156084B-84C9-4780-8F80-FF56C1665EC3}" type="pres">
      <dgm:prSet presAssocID="{19C4723C-A06D-43A1-B6B9-CDDAB13D9DA4}" presName="hierChild2" presStyleCnt="0"/>
      <dgm:spPr/>
    </dgm:pt>
    <dgm:pt modelId="{1CF6C849-48BB-49B1-9917-D3F6DC94B24C}" type="pres">
      <dgm:prSet presAssocID="{83C1F005-F230-43FF-ADF6-008D917EB1E1}" presName="hierRoot1" presStyleCnt="0"/>
      <dgm:spPr/>
    </dgm:pt>
    <dgm:pt modelId="{4A9D26B9-C298-48D4-9122-B061EB5142E7}" type="pres">
      <dgm:prSet presAssocID="{83C1F005-F230-43FF-ADF6-008D917EB1E1}" presName="composite" presStyleCnt="0"/>
      <dgm:spPr/>
    </dgm:pt>
    <dgm:pt modelId="{D61053A6-33A9-44BC-BCFB-1230C4D20F30}" type="pres">
      <dgm:prSet presAssocID="{83C1F005-F230-43FF-ADF6-008D917EB1E1}" presName="background" presStyleLbl="node0" presStyleIdx="2" presStyleCnt="3"/>
      <dgm:spPr/>
    </dgm:pt>
    <dgm:pt modelId="{2BF6E47F-9FF2-437B-9B19-93EF11F749E5}" type="pres">
      <dgm:prSet presAssocID="{83C1F005-F230-43FF-ADF6-008D917EB1E1}" presName="text" presStyleLbl="fgAcc0" presStyleIdx="2" presStyleCnt="3">
        <dgm:presLayoutVars>
          <dgm:chPref val="3"/>
        </dgm:presLayoutVars>
      </dgm:prSet>
      <dgm:spPr/>
    </dgm:pt>
    <dgm:pt modelId="{C9A314F0-BB70-4241-BB67-9F0D066A8F63}" type="pres">
      <dgm:prSet presAssocID="{83C1F005-F230-43FF-ADF6-008D917EB1E1}" presName="hierChild2" presStyleCnt="0"/>
      <dgm:spPr/>
    </dgm:pt>
  </dgm:ptLst>
  <dgm:cxnLst>
    <dgm:cxn modelId="{D38D3615-1901-46E7-B2A5-9222769B287E}" type="presOf" srcId="{7166A718-1524-47EB-9A66-816A6AF3585A}" destId="{05FF0D51-D670-4A32-8267-523C6F38FAFF}" srcOrd="0" destOrd="0" presId="urn:microsoft.com/office/officeart/2005/8/layout/hierarchy1"/>
    <dgm:cxn modelId="{605C211D-30A8-4F01-9B59-D5B56F638ABD}" srcId="{B2FE3075-001B-4B35-B580-937D8DE386A1}" destId="{7166A718-1524-47EB-9A66-816A6AF3585A}" srcOrd="0" destOrd="0" parTransId="{FDD7DEC2-77E3-4417-B9CF-71174AD5839E}" sibTransId="{717B4AD0-4837-477F-850E-C98B10DD4EA7}"/>
    <dgm:cxn modelId="{B9707635-34F5-428F-8446-F064C6167774}" srcId="{B2FE3075-001B-4B35-B580-937D8DE386A1}" destId="{83C1F005-F230-43FF-ADF6-008D917EB1E1}" srcOrd="2" destOrd="0" parTransId="{045D6172-0FA1-4427-AECB-8011B33B7A57}" sibTransId="{02208374-45F1-4680-9887-182BEC5AFE59}"/>
    <dgm:cxn modelId="{AF2F7495-D2A3-4D57-9AFC-D41290A90D2D}" type="presOf" srcId="{19C4723C-A06D-43A1-B6B9-CDDAB13D9DA4}" destId="{89907677-A8C6-4AAE-9CC5-CCACE232414C}" srcOrd="0" destOrd="0" presId="urn:microsoft.com/office/officeart/2005/8/layout/hierarchy1"/>
    <dgm:cxn modelId="{74FFEC95-2E20-445D-997D-76BD2900D448}" type="presOf" srcId="{83C1F005-F230-43FF-ADF6-008D917EB1E1}" destId="{2BF6E47F-9FF2-437B-9B19-93EF11F749E5}" srcOrd="0" destOrd="0" presId="urn:microsoft.com/office/officeart/2005/8/layout/hierarchy1"/>
    <dgm:cxn modelId="{CFCD5E96-F61F-4798-8147-9D5407B669F6}" srcId="{B2FE3075-001B-4B35-B580-937D8DE386A1}" destId="{19C4723C-A06D-43A1-B6B9-CDDAB13D9DA4}" srcOrd="1" destOrd="0" parTransId="{7D591EEC-B1B5-4456-A2B1-192E4D6D95A7}" sibTransId="{E8B53DF4-0690-45E2-B939-FA6AB002348E}"/>
    <dgm:cxn modelId="{DDD6FDB5-0DEA-4769-BA60-FEFB20F599F0}" type="presOf" srcId="{B2FE3075-001B-4B35-B580-937D8DE386A1}" destId="{388F5F56-7A44-4F59-86AB-E45045F28F4A}" srcOrd="0" destOrd="0" presId="urn:microsoft.com/office/officeart/2005/8/layout/hierarchy1"/>
    <dgm:cxn modelId="{4DD78C7B-ADF7-4C45-BA20-CFC17C2FDC87}" type="presParOf" srcId="{388F5F56-7A44-4F59-86AB-E45045F28F4A}" destId="{46A0AD17-F4BF-4269-9D1C-A8FD5FA5D096}" srcOrd="0" destOrd="0" presId="urn:microsoft.com/office/officeart/2005/8/layout/hierarchy1"/>
    <dgm:cxn modelId="{1D3A9197-0EEF-40B8-BBD2-09C1D13F7AED}" type="presParOf" srcId="{46A0AD17-F4BF-4269-9D1C-A8FD5FA5D096}" destId="{55BA0DCE-027C-48E1-8BD4-2EB2621D1C00}" srcOrd="0" destOrd="0" presId="urn:microsoft.com/office/officeart/2005/8/layout/hierarchy1"/>
    <dgm:cxn modelId="{C57078AF-0B9A-4DCE-9CA4-84CC0255A640}" type="presParOf" srcId="{55BA0DCE-027C-48E1-8BD4-2EB2621D1C00}" destId="{7470EEB6-4785-491C-B7D9-7CD557B08F49}" srcOrd="0" destOrd="0" presId="urn:microsoft.com/office/officeart/2005/8/layout/hierarchy1"/>
    <dgm:cxn modelId="{77213F94-294D-441B-8141-C8217C2A3237}" type="presParOf" srcId="{55BA0DCE-027C-48E1-8BD4-2EB2621D1C00}" destId="{05FF0D51-D670-4A32-8267-523C6F38FAFF}" srcOrd="1" destOrd="0" presId="urn:microsoft.com/office/officeart/2005/8/layout/hierarchy1"/>
    <dgm:cxn modelId="{F6D84E49-DF6C-414F-AE7C-C2AE6A52D68B}" type="presParOf" srcId="{46A0AD17-F4BF-4269-9D1C-A8FD5FA5D096}" destId="{218A6C33-CBDA-4958-B338-8D85B4EBB9D7}" srcOrd="1" destOrd="0" presId="urn:microsoft.com/office/officeart/2005/8/layout/hierarchy1"/>
    <dgm:cxn modelId="{95BF1D5E-738C-422D-9CD3-14DE4671CA17}" type="presParOf" srcId="{388F5F56-7A44-4F59-86AB-E45045F28F4A}" destId="{59602449-43CA-4FBB-8BED-6578875C5FC3}" srcOrd="1" destOrd="0" presId="urn:microsoft.com/office/officeart/2005/8/layout/hierarchy1"/>
    <dgm:cxn modelId="{2D802D11-4A40-4583-8A0C-39621A31E63F}" type="presParOf" srcId="{59602449-43CA-4FBB-8BED-6578875C5FC3}" destId="{0AD535E5-2D5C-45E4-BC1A-8421BDBF43A5}" srcOrd="0" destOrd="0" presId="urn:microsoft.com/office/officeart/2005/8/layout/hierarchy1"/>
    <dgm:cxn modelId="{55E16D1B-1B4F-47C6-B0B7-7D3FF87489FE}" type="presParOf" srcId="{0AD535E5-2D5C-45E4-BC1A-8421BDBF43A5}" destId="{1E0BD689-FDCB-46D2-8C2B-6E2FDB9C0F4A}" srcOrd="0" destOrd="0" presId="urn:microsoft.com/office/officeart/2005/8/layout/hierarchy1"/>
    <dgm:cxn modelId="{1DB8468E-4661-4C20-AA0E-FD05E46D8C25}" type="presParOf" srcId="{0AD535E5-2D5C-45E4-BC1A-8421BDBF43A5}" destId="{89907677-A8C6-4AAE-9CC5-CCACE232414C}" srcOrd="1" destOrd="0" presId="urn:microsoft.com/office/officeart/2005/8/layout/hierarchy1"/>
    <dgm:cxn modelId="{1BFF0255-AA74-41ED-AC12-6A5621BED940}" type="presParOf" srcId="{59602449-43CA-4FBB-8BED-6578875C5FC3}" destId="{D156084B-84C9-4780-8F80-FF56C1665EC3}" srcOrd="1" destOrd="0" presId="urn:microsoft.com/office/officeart/2005/8/layout/hierarchy1"/>
    <dgm:cxn modelId="{1949FC76-894D-4C0C-8BF1-A824A32BC0D4}" type="presParOf" srcId="{388F5F56-7A44-4F59-86AB-E45045F28F4A}" destId="{1CF6C849-48BB-49B1-9917-D3F6DC94B24C}" srcOrd="2" destOrd="0" presId="urn:microsoft.com/office/officeart/2005/8/layout/hierarchy1"/>
    <dgm:cxn modelId="{FC87501C-46B5-4245-855A-81A0128460B6}" type="presParOf" srcId="{1CF6C849-48BB-49B1-9917-D3F6DC94B24C}" destId="{4A9D26B9-C298-48D4-9122-B061EB5142E7}" srcOrd="0" destOrd="0" presId="urn:microsoft.com/office/officeart/2005/8/layout/hierarchy1"/>
    <dgm:cxn modelId="{7F3C4BAF-3C5B-469A-951E-4ABF630E9A4B}" type="presParOf" srcId="{4A9D26B9-C298-48D4-9122-B061EB5142E7}" destId="{D61053A6-33A9-44BC-BCFB-1230C4D20F30}" srcOrd="0" destOrd="0" presId="urn:microsoft.com/office/officeart/2005/8/layout/hierarchy1"/>
    <dgm:cxn modelId="{EAF842A6-A939-420B-B993-F9142BC0CB43}" type="presParOf" srcId="{4A9D26B9-C298-48D4-9122-B061EB5142E7}" destId="{2BF6E47F-9FF2-437B-9B19-93EF11F749E5}" srcOrd="1" destOrd="0" presId="urn:microsoft.com/office/officeart/2005/8/layout/hierarchy1"/>
    <dgm:cxn modelId="{42750A3C-DC57-44B1-84DE-1795257B40D0}" type="presParOf" srcId="{1CF6C849-48BB-49B1-9917-D3F6DC94B24C}" destId="{C9A314F0-BB70-4241-BB67-9F0D066A8F6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138EF2-7150-484A-9535-269C68F778D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50DBC73-64C5-4359-A557-D91C37D6055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Empresas de Desenvolvimento de Software de Produto: Lançamento de versões iniciais com funcionalidades básicas, evoluindo com base no feedback do usuário e nas demandas do mercado.</a:t>
          </a:r>
          <a:endParaRPr lang="en-US"/>
        </a:p>
      </dgm:t>
    </dgm:pt>
    <dgm:pt modelId="{74A1F69C-2516-47D7-A334-457AC172601A}" type="parTrans" cxnId="{4F136409-D476-4396-B33A-2EBEFC873576}">
      <dgm:prSet/>
      <dgm:spPr/>
      <dgm:t>
        <a:bodyPr/>
        <a:lstStyle/>
        <a:p>
          <a:endParaRPr lang="en-US"/>
        </a:p>
      </dgm:t>
    </dgm:pt>
    <dgm:pt modelId="{31BA4263-473B-48B1-AEC9-23409F84E8DA}" type="sibTrans" cxnId="{4F136409-D476-4396-B33A-2EBEFC87357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63F22A5-BDC9-4B63-81F1-86828E47782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Startups: Desenvolvimento rápido e eficiente, ajustando-se às necessidades e feedback dos usuários conforme o negócio evolui.</a:t>
          </a:r>
          <a:endParaRPr lang="en-US"/>
        </a:p>
      </dgm:t>
    </dgm:pt>
    <dgm:pt modelId="{8B310F7D-5863-43C6-9762-468769294C43}" type="parTrans" cxnId="{F92C2A81-E6A6-444F-86DE-FC8C89D205FF}">
      <dgm:prSet/>
      <dgm:spPr/>
      <dgm:t>
        <a:bodyPr/>
        <a:lstStyle/>
        <a:p>
          <a:endParaRPr lang="en-US"/>
        </a:p>
      </dgm:t>
    </dgm:pt>
    <dgm:pt modelId="{1091B76A-BC3F-4976-8594-F3011801D218}" type="sibTrans" cxnId="{F92C2A81-E6A6-444F-86DE-FC8C89D205F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4488D01-4931-4211-8A8A-46DFECE677D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Empresas que Precisam de Soluções Personalizadas: Começam com um conjunto básico de funcionalidades e adaptam o software com base nas mudanças nos processos de negócios e requisitos dos usuários.</a:t>
          </a:r>
          <a:endParaRPr lang="en-US"/>
        </a:p>
      </dgm:t>
    </dgm:pt>
    <dgm:pt modelId="{D27F98D1-1460-40EF-A8B1-307F9640C953}" type="parTrans" cxnId="{09D54430-358D-4128-9DC7-B43C4739A73C}">
      <dgm:prSet/>
      <dgm:spPr/>
      <dgm:t>
        <a:bodyPr/>
        <a:lstStyle/>
        <a:p>
          <a:endParaRPr lang="en-US"/>
        </a:p>
      </dgm:t>
    </dgm:pt>
    <dgm:pt modelId="{48542C29-5F42-4D5C-BAF6-AE529FCEA305}" type="sibTrans" cxnId="{09D54430-358D-4128-9DC7-B43C4739A73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627F5ED-8E5E-4A96-B186-60D7ECCC47A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Indústria de Jogos: Lançamento de versões iniciais com funcionalidades básicas, adicionando novos recursos e melhorias com base no feedback dos jogadores e nas tendências do mercado.</a:t>
          </a:r>
          <a:endParaRPr lang="en-US"/>
        </a:p>
      </dgm:t>
    </dgm:pt>
    <dgm:pt modelId="{F80B8AEC-B0A0-4918-B579-670895B49C6C}" type="parTrans" cxnId="{05B658E2-4D17-41F9-B6CC-8BF3C6C509E3}">
      <dgm:prSet/>
      <dgm:spPr/>
      <dgm:t>
        <a:bodyPr/>
        <a:lstStyle/>
        <a:p>
          <a:endParaRPr lang="en-US"/>
        </a:p>
      </dgm:t>
    </dgm:pt>
    <dgm:pt modelId="{833A1A4D-2262-45B3-93CF-E8DBBF08DC92}" type="sibTrans" cxnId="{05B658E2-4D17-41F9-B6CC-8BF3C6C509E3}">
      <dgm:prSet/>
      <dgm:spPr/>
      <dgm:t>
        <a:bodyPr/>
        <a:lstStyle/>
        <a:p>
          <a:endParaRPr lang="en-US"/>
        </a:p>
      </dgm:t>
    </dgm:pt>
    <dgm:pt modelId="{15E59894-B231-4A23-993B-147619C9D4DA}" type="pres">
      <dgm:prSet presAssocID="{8A138EF2-7150-484A-9535-269C68F778D1}" presName="root" presStyleCnt="0">
        <dgm:presLayoutVars>
          <dgm:dir/>
          <dgm:resizeHandles val="exact"/>
        </dgm:presLayoutVars>
      </dgm:prSet>
      <dgm:spPr/>
    </dgm:pt>
    <dgm:pt modelId="{2876ED5D-0D7E-4C50-BD0F-B18382C46AC0}" type="pres">
      <dgm:prSet presAssocID="{8A138EF2-7150-484A-9535-269C68F778D1}" presName="container" presStyleCnt="0">
        <dgm:presLayoutVars>
          <dgm:dir/>
          <dgm:resizeHandles val="exact"/>
        </dgm:presLayoutVars>
      </dgm:prSet>
      <dgm:spPr/>
    </dgm:pt>
    <dgm:pt modelId="{EA270310-489B-4A1E-85ED-506ED910C2C4}" type="pres">
      <dgm:prSet presAssocID="{050DBC73-64C5-4359-A557-D91C37D60551}" presName="compNode" presStyleCnt="0"/>
      <dgm:spPr/>
    </dgm:pt>
    <dgm:pt modelId="{A37AE680-82F4-4D9F-86FC-E10EB5C0D692}" type="pres">
      <dgm:prSet presAssocID="{050DBC73-64C5-4359-A557-D91C37D60551}" presName="iconBgRect" presStyleLbl="bgShp" presStyleIdx="0" presStyleCnt="4"/>
      <dgm:spPr/>
    </dgm:pt>
    <dgm:pt modelId="{A0D4958C-DFDB-4DFB-9E62-093437B5278D}" type="pres">
      <dgm:prSet presAssocID="{050DBC73-64C5-4359-A557-D91C37D6055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706F9286-8FA0-4683-9226-87083B7F4E01}" type="pres">
      <dgm:prSet presAssocID="{050DBC73-64C5-4359-A557-D91C37D60551}" presName="spaceRect" presStyleCnt="0"/>
      <dgm:spPr/>
    </dgm:pt>
    <dgm:pt modelId="{0805B0BB-7E69-4159-B07B-02FB045102EA}" type="pres">
      <dgm:prSet presAssocID="{050DBC73-64C5-4359-A557-D91C37D60551}" presName="textRect" presStyleLbl="revTx" presStyleIdx="0" presStyleCnt="4">
        <dgm:presLayoutVars>
          <dgm:chMax val="1"/>
          <dgm:chPref val="1"/>
        </dgm:presLayoutVars>
      </dgm:prSet>
      <dgm:spPr/>
    </dgm:pt>
    <dgm:pt modelId="{00A5A3AE-2FD1-4CD4-97F4-6BCC5F8FF62A}" type="pres">
      <dgm:prSet presAssocID="{31BA4263-473B-48B1-AEC9-23409F84E8DA}" presName="sibTrans" presStyleLbl="sibTrans2D1" presStyleIdx="0" presStyleCnt="0"/>
      <dgm:spPr/>
    </dgm:pt>
    <dgm:pt modelId="{96AB4A3C-7149-416C-B383-0B616157411F}" type="pres">
      <dgm:prSet presAssocID="{B63F22A5-BDC9-4B63-81F1-86828E477828}" presName="compNode" presStyleCnt="0"/>
      <dgm:spPr/>
    </dgm:pt>
    <dgm:pt modelId="{480A3578-3E3F-4A22-A69A-13BAB8EF36CC}" type="pres">
      <dgm:prSet presAssocID="{B63F22A5-BDC9-4B63-81F1-86828E477828}" presName="iconBgRect" presStyleLbl="bgShp" presStyleIdx="1" presStyleCnt="4"/>
      <dgm:spPr/>
    </dgm:pt>
    <dgm:pt modelId="{9B48A487-F420-45F2-8F4B-1991475CC51E}" type="pres">
      <dgm:prSet presAssocID="{B63F22A5-BDC9-4B63-81F1-86828E47782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ômetro"/>
        </a:ext>
      </dgm:extLst>
    </dgm:pt>
    <dgm:pt modelId="{7FBE3AA1-E8BF-4980-8B3F-1AE2AD16CFAA}" type="pres">
      <dgm:prSet presAssocID="{B63F22A5-BDC9-4B63-81F1-86828E477828}" presName="spaceRect" presStyleCnt="0"/>
      <dgm:spPr/>
    </dgm:pt>
    <dgm:pt modelId="{068E096F-CEC9-4224-B662-C2325E594768}" type="pres">
      <dgm:prSet presAssocID="{B63F22A5-BDC9-4B63-81F1-86828E477828}" presName="textRect" presStyleLbl="revTx" presStyleIdx="1" presStyleCnt="4">
        <dgm:presLayoutVars>
          <dgm:chMax val="1"/>
          <dgm:chPref val="1"/>
        </dgm:presLayoutVars>
      </dgm:prSet>
      <dgm:spPr/>
    </dgm:pt>
    <dgm:pt modelId="{E0BE76CE-2725-4822-A154-09DBD005D5D6}" type="pres">
      <dgm:prSet presAssocID="{1091B76A-BC3F-4976-8594-F3011801D218}" presName="sibTrans" presStyleLbl="sibTrans2D1" presStyleIdx="0" presStyleCnt="0"/>
      <dgm:spPr/>
    </dgm:pt>
    <dgm:pt modelId="{7BB0621B-639E-4ACC-8590-4B4ADCBFEC40}" type="pres">
      <dgm:prSet presAssocID="{B4488D01-4931-4211-8A8A-46DFECE677DE}" presName="compNode" presStyleCnt="0"/>
      <dgm:spPr/>
    </dgm:pt>
    <dgm:pt modelId="{77C5E355-3E53-4779-82EC-6797A6CEC36D}" type="pres">
      <dgm:prSet presAssocID="{B4488D01-4931-4211-8A8A-46DFECE677DE}" presName="iconBgRect" presStyleLbl="bgShp" presStyleIdx="2" presStyleCnt="4"/>
      <dgm:spPr/>
    </dgm:pt>
    <dgm:pt modelId="{30AD50F0-3680-4D2A-98FF-537CE5FE6A6F}" type="pres">
      <dgm:prSet presAssocID="{B4488D01-4931-4211-8A8A-46DFECE677D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DD2B6EDA-8448-4FB3-8D54-8A962828235D}" type="pres">
      <dgm:prSet presAssocID="{B4488D01-4931-4211-8A8A-46DFECE677DE}" presName="spaceRect" presStyleCnt="0"/>
      <dgm:spPr/>
    </dgm:pt>
    <dgm:pt modelId="{75A28FB5-C8B2-470B-B254-148E083A6CBE}" type="pres">
      <dgm:prSet presAssocID="{B4488D01-4931-4211-8A8A-46DFECE677DE}" presName="textRect" presStyleLbl="revTx" presStyleIdx="2" presStyleCnt="4">
        <dgm:presLayoutVars>
          <dgm:chMax val="1"/>
          <dgm:chPref val="1"/>
        </dgm:presLayoutVars>
      </dgm:prSet>
      <dgm:spPr/>
    </dgm:pt>
    <dgm:pt modelId="{22FB40CC-CA49-4244-8C6D-12FE64BD0F76}" type="pres">
      <dgm:prSet presAssocID="{48542C29-5F42-4D5C-BAF6-AE529FCEA305}" presName="sibTrans" presStyleLbl="sibTrans2D1" presStyleIdx="0" presStyleCnt="0"/>
      <dgm:spPr/>
    </dgm:pt>
    <dgm:pt modelId="{F86EB870-4AAD-43E3-8882-36EEF8D66A81}" type="pres">
      <dgm:prSet presAssocID="{3627F5ED-8E5E-4A96-B186-60D7ECCC47A7}" presName="compNode" presStyleCnt="0"/>
      <dgm:spPr/>
    </dgm:pt>
    <dgm:pt modelId="{E225FAAD-A26F-4482-8E67-084D59644AE5}" type="pres">
      <dgm:prSet presAssocID="{3627F5ED-8E5E-4A96-B186-60D7ECCC47A7}" presName="iconBgRect" presStyleLbl="bgShp" presStyleIdx="3" presStyleCnt="4"/>
      <dgm:spPr/>
    </dgm:pt>
    <dgm:pt modelId="{37E507E0-AE91-46F0-A796-939102854ABD}" type="pres">
      <dgm:prSet presAssocID="{3627F5ED-8E5E-4A96-B186-60D7ECCC47A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1DB22DC8-DCF1-4AFB-9D2B-8D3F4A2002DF}" type="pres">
      <dgm:prSet presAssocID="{3627F5ED-8E5E-4A96-B186-60D7ECCC47A7}" presName="spaceRect" presStyleCnt="0"/>
      <dgm:spPr/>
    </dgm:pt>
    <dgm:pt modelId="{4B140204-EE67-4A99-8B33-5B31437EAE34}" type="pres">
      <dgm:prSet presAssocID="{3627F5ED-8E5E-4A96-B186-60D7ECCC47A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F136409-D476-4396-B33A-2EBEFC873576}" srcId="{8A138EF2-7150-484A-9535-269C68F778D1}" destId="{050DBC73-64C5-4359-A557-D91C37D60551}" srcOrd="0" destOrd="0" parTransId="{74A1F69C-2516-47D7-A334-457AC172601A}" sibTransId="{31BA4263-473B-48B1-AEC9-23409F84E8DA}"/>
    <dgm:cxn modelId="{92CD1313-9961-467A-B1A4-A81296317E15}" type="presOf" srcId="{8A138EF2-7150-484A-9535-269C68F778D1}" destId="{15E59894-B231-4A23-993B-147619C9D4DA}" srcOrd="0" destOrd="0" presId="urn:microsoft.com/office/officeart/2018/2/layout/IconCircleList"/>
    <dgm:cxn modelId="{04BECD20-5DC6-4CD4-88E7-AFD58089A479}" type="presOf" srcId="{050DBC73-64C5-4359-A557-D91C37D60551}" destId="{0805B0BB-7E69-4159-B07B-02FB045102EA}" srcOrd="0" destOrd="0" presId="urn:microsoft.com/office/officeart/2018/2/layout/IconCircleList"/>
    <dgm:cxn modelId="{09D54430-358D-4128-9DC7-B43C4739A73C}" srcId="{8A138EF2-7150-484A-9535-269C68F778D1}" destId="{B4488D01-4931-4211-8A8A-46DFECE677DE}" srcOrd="2" destOrd="0" parTransId="{D27F98D1-1460-40EF-A8B1-307F9640C953}" sibTransId="{48542C29-5F42-4D5C-BAF6-AE529FCEA305}"/>
    <dgm:cxn modelId="{15930C31-8908-4F50-99EE-9BACB9D8F21C}" type="presOf" srcId="{3627F5ED-8E5E-4A96-B186-60D7ECCC47A7}" destId="{4B140204-EE67-4A99-8B33-5B31437EAE34}" srcOrd="0" destOrd="0" presId="urn:microsoft.com/office/officeart/2018/2/layout/IconCircleList"/>
    <dgm:cxn modelId="{B15E9F3D-3FEE-40C9-A2F7-C785EB58E408}" type="presOf" srcId="{48542C29-5F42-4D5C-BAF6-AE529FCEA305}" destId="{22FB40CC-CA49-4244-8C6D-12FE64BD0F76}" srcOrd="0" destOrd="0" presId="urn:microsoft.com/office/officeart/2018/2/layout/IconCircleList"/>
    <dgm:cxn modelId="{F92C2A81-E6A6-444F-86DE-FC8C89D205FF}" srcId="{8A138EF2-7150-484A-9535-269C68F778D1}" destId="{B63F22A5-BDC9-4B63-81F1-86828E477828}" srcOrd="1" destOrd="0" parTransId="{8B310F7D-5863-43C6-9762-468769294C43}" sibTransId="{1091B76A-BC3F-4976-8594-F3011801D218}"/>
    <dgm:cxn modelId="{0EAC99C7-D2B9-405A-A6DE-BB7BBEF1F371}" type="presOf" srcId="{B63F22A5-BDC9-4B63-81F1-86828E477828}" destId="{068E096F-CEC9-4224-B662-C2325E594768}" srcOrd="0" destOrd="0" presId="urn:microsoft.com/office/officeart/2018/2/layout/IconCircleList"/>
    <dgm:cxn modelId="{7576FAD0-8426-40D7-BC2D-4323ED0E31BB}" type="presOf" srcId="{1091B76A-BC3F-4976-8594-F3011801D218}" destId="{E0BE76CE-2725-4822-A154-09DBD005D5D6}" srcOrd="0" destOrd="0" presId="urn:microsoft.com/office/officeart/2018/2/layout/IconCircleList"/>
    <dgm:cxn modelId="{A6754BE0-2CA8-42D4-824C-741A89BF3FDD}" type="presOf" srcId="{B4488D01-4931-4211-8A8A-46DFECE677DE}" destId="{75A28FB5-C8B2-470B-B254-148E083A6CBE}" srcOrd="0" destOrd="0" presId="urn:microsoft.com/office/officeart/2018/2/layout/IconCircleList"/>
    <dgm:cxn modelId="{05B658E2-4D17-41F9-B6CC-8BF3C6C509E3}" srcId="{8A138EF2-7150-484A-9535-269C68F778D1}" destId="{3627F5ED-8E5E-4A96-B186-60D7ECCC47A7}" srcOrd="3" destOrd="0" parTransId="{F80B8AEC-B0A0-4918-B579-670895B49C6C}" sibTransId="{833A1A4D-2262-45B3-93CF-E8DBBF08DC92}"/>
    <dgm:cxn modelId="{035F7FF7-FC91-4889-95CA-E942386A1DA4}" type="presOf" srcId="{31BA4263-473B-48B1-AEC9-23409F84E8DA}" destId="{00A5A3AE-2FD1-4CD4-97F4-6BCC5F8FF62A}" srcOrd="0" destOrd="0" presId="urn:microsoft.com/office/officeart/2018/2/layout/IconCircleList"/>
    <dgm:cxn modelId="{B4EFF776-BAD4-4E68-A698-EEAD7027BDCF}" type="presParOf" srcId="{15E59894-B231-4A23-993B-147619C9D4DA}" destId="{2876ED5D-0D7E-4C50-BD0F-B18382C46AC0}" srcOrd="0" destOrd="0" presId="urn:microsoft.com/office/officeart/2018/2/layout/IconCircleList"/>
    <dgm:cxn modelId="{39C4E75C-62D2-4354-B7A4-AD36B84A338D}" type="presParOf" srcId="{2876ED5D-0D7E-4C50-BD0F-B18382C46AC0}" destId="{EA270310-489B-4A1E-85ED-506ED910C2C4}" srcOrd="0" destOrd="0" presId="urn:microsoft.com/office/officeart/2018/2/layout/IconCircleList"/>
    <dgm:cxn modelId="{973ECB8E-531C-4D5C-9BC7-7CB773DB4E63}" type="presParOf" srcId="{EA270310-489B-4A1E-85ED-506ED910C2C4}" destId="{A37AE680-82F4-4D9F-86FC-E10EB5C0D692}" srcOrd="0" destOrd="0" presId="urn:microsoft.com/office/officeart/2018/2/layout/IconCircleList"/>
    <dgm:cxn modelId="{2AD4C741-D7D4-47CB-8956-6338D956C139}" type="presParOf" srcId="{EA270310-489B-4A1E-85ED-506ED910C2C4}" destId="{A0D4958C-DFDB-4DFB-9E62-093437B5278D}" srcOrd="1" destOrd="0" presId="urn:microsoft.com/office/officeart/2018/2/layout/IconCircleList"/>
    <dgm:cxn modelId="{14D3C4BD-3B63-410F-9324-098104A650F4}" type="presParOf" srcId="{EA270310-489B-4A1E-85ED-506ED910C2C4}" destId="{706F9286-8FA0-4683-9226-87083B7F4E01}" srcOrd="2" destOrd="0" presId="urn:microsoft.com/office/officeart/2018/2/layout/IconCircleList"/>
    <dgm:cxn modelId="{B02227A8-0366-4ED0-9DF7-08003BF39A4A}" type="presParOf" srcId="{EA270310-489B-4A1E-85ED-506ED910C2C4}" destId="{0805B0BB-7E69-4159-B07B-02FB045102EA}" srcOrd="3" destOrd="0" presId="urn:microsoft.com/office/officeart/2018/2/layout/IconCircleList"/>
    <dgm:cxn modelId="{236B0332-DA03-4C32-8C8D-DD10E0F7390E}" type="presParOf" srcId="{2876ED5D-0D7E-4C50-BD0F-B18382C46AC0}" destId="{00A5A3AE-2FD1-4CD4-97F4-6BCC5F8FF62A}" srcOrd="1" destOrd="0" presId="urn:microsoft.com/office/officeart/2018/2/layout/IconCircleList"/>
    <dgm:cxn modelId="{32C1CF3E-3F07-4C4E-A213-DDA04645B8E5}" type="presParOf" srcId="{2876ED5D-0D7E-4C50-BD0F-B18382C46AC0}" destId="{96AB4A3C-7149-416C-B383-0B616157411F}" srcOrd="2" destOrd="0" presId="urn:microsoft.com/office/officeart/2018/2/layout/IconCircleList"/>
    <dgm:cxn modelId="{C8984F91-7469-4A23-90BE-6BC1E8D36A5B}" type="presParOf" srcId="{96AB4A3C-7149-416C-B383-0B616157411F}" destId="{480A3578-3E3F-4A22-A69A-13BAB8EF36CC}" srcOrd="0" destOrd="0" presId="urn:microsoft.com/office/officeart/2018/2/layout/IconCircleList"/>
    <dgm:cxn modelId="{61EB2958-3476-49B9-8B1A-4BD3965837AE}" type="presParOf" srcId="{96AB4A3C-7149-416C-B383-0B616157411F}" destId="{9B48A487-F420-45F2-8F4B-1991475CC51E}" srcOrd="1" destOrd="0" presId="urn:microsoft.com/office/officeart/2018/2/layout/IconCircleList"/>
    <dgm:cxn modelId="{463D1868-B4FE-4AF0-B8FF-2391B3FEFF8D}" type="presParOf" srcId="{96AB4A3C-7149-416C-B383-0B616157411F}" destId="{7FBE3AA1-E8BF-4980-8B3F-1AE2AD16CFAA}" srcOrd="2" destOrd="0" presId="urn:microsoft.com/office/officeart/2018/2/layout/IconCircleList"/>
    <dgm:cxn modelId="{9F12EE3E-75F7-4334-A2A3-4F33DD020FE7}" type="presParOf" srcId="{96AB4A3C-7149-416C-B383-0B616157411F}" destId="{068E096F-CEC9-4224-B662-C2325E594768}" srcOrd="3" destOrd="0" presId="urn:microsoft.com/office/officeart/2018/2/layout/IconCircleList"/>
    <dgm:cxn modelId="{964A4279-1038-47DF-AF4A-7A9E4E80DA4E}" type="presParOf" srcId="{2876ED5D-0D7E-4C50-BD0F-B18382C46AC0}" destId="{E0BE76CE-2725-4822-A154-09DBD005D5D6}" srcOrd="3" destOrd="0" presId="urn:microsoft.com/office/officeart/2018/2/layout/IconCircleList"/>
    <dgm:cxn modelId="{B5E5B1BB-9D33-4D70-B0A2-E3D95D2529E7}" type="presParOf" srcId="{2876ED5D-0D7E-4C50-BD0F-B18382C46AC0}" destId="{7BB0621B-639E-4ACC-8590-4B4ADCBFEC40}" srcOrd="4" destOrd="0" presId="urn:microsoft.com/office/officeart/2018/2/layout/IconCircleList"/>
    <dgm:cxn modelId="{8DD042C8-1B02-437B-83ED-E0331179D9B4}" type="presParOf" srcId="{7BB0621B-639E-4ACC-8590-4B4ADCBFEC40}" destId="{77C5E355-3E53-4779-82EC-6797A6CEC36D}" srcOrd="0" destOrd="0" presId="urn:microsoft.com/office/officeart/2018/2/layout/IconCircleList"/>
    <dgm:cxn modelId="{F3388638-3F8C-43BC-9CCD-019A9249D2F6}" type="presParOf" srcId="{7BB0621B-639E-4ACC-8590-4B4ADCBFEC40}" destId="{30AD50F0-3680-4D2A-98FF-537CE5FE6A6F}" srcOrd="1" destOrd="0" presId="urn:microsoft.com/office/officeart/2018/2/layout/IconCircleList"/>
    <dgm:cxn modelId="{9F48139D-A3FB-410D-809C-11632641F2D6}" type="presParOf" srcId="{7BB0621B-639E-4ACC-8590-4B4ADCBFEC40}" destId="{DD2B6EDA-8448-4FB3-8D54-8A962828235D}" srcOrd="2" destOrd="0" presId="urn:microsoft.com/office/officeart/2018/2/layout/IconCircleList"/>
    <dgm:cxn modelId="{CF5A3140-77C0-4A7E-ADDF-831327E4A48C}" type="presParOf" srcId="{7BB0621B-639E-4ACC-8590-4B4ADCBFEC40}" destId="{75A28FB5-C8B2-470B-B254-148E083A6CBE}" srcOrd="3" destOrd="0" presId="urn:microsoft.com/office/officeart/2018/2/layout/IconCircleList"/>
    <dgm:cxn modelId="{6C2E3897-E78C-4A3A-90AE-1A85FED81FED}" type="presParOf" srcId="{2876ED5D-0D7E-4C50-BD0F-B18382C46AC0}" destId="{22FB40CC-CA49-4244-8C6D-12FE64BD0F76}" srcOrd="5" destOrd="0" presId="urn:microsoft.com/office/officeart/2018/2/layout/IconCircleList"/>
    <dgm:cxn modelId="{D8271E05-CA8A-4BD7-8B37-3B9AAAC75F13}" type="presParOf" srcId="{2876ED5D-0D7E-4C50-BD0F-B18382C46AC0}" destId="{F86EB870-4AAD-43E3-8882-36EEF8D66A81}" srcOrd="6" destOrd="0" presId="urn:microsoft.com/office/officeart/2018/2/layout/IconCircleList"/>
    <dgm:cxn modelId="{493173FF-9EC5-4730-9A05-27B683405A6C}" type="presParOf" srcId="{F86EB870-4AAD-43E3-8882-36EEF8D66A81}" destId="{E225FAAD-A26F-4482-8E67-084D59644AE5}" srcOrd="0" destOrd="0" presId="urn:microsoft.com/office/officeart/2018/2/layout/IconCircleList"/>
    <dgm:cxn modelId="{F13BB430-BA97-47D4-B745-85978DD84789}" type="presParOf" srcId="{F86EB870-4AAD-43E3-8882-36EEF8D66A81}" destId="{37E507E0-AE91-46F0-A796-939102854ABD}" srcOrd="1" destOrd="0" presId="urn:microsoft.com/office/officeart/2018/2/layout/IconCircleList"/>
    <dgm:cxn modelId="{CF605D3E-DD54-41DF-AD82-17C50F0C423F}" type="presParOf" srcId="{F86EB870-4AAD-43E3-8882-36EEF8D66A81}" destId="{1DB22DC8-DCF1-4AFB-9D2B-8D3F4A2002DF}" srcOrd="2" destOrd="0" presId="urn:microsoft.com/office/officeart/2018/2/layout/IconCircleList"/>
    <dgm:cxn modelId="{905DD7E0-3D2A-4230-A6B6-20F8C940EB5B}" type="presParOf" srcId="{F86EB870-4AAD-43E3-8882-36EEF8D66A81}" destId="{4B140204-EE67-4A99-8B33-5B31437EAE3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EDC4677-8057-43B3-A7DB-322FFEEA842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B1BD2CB-A9ED-4F54-AD90-56DBEBB75D98}">
      <dgm:prSet/>
      <dgm:spPr/>
      <dgm:t>
        <a:bodyPr/>
        <a:lstStyle/>
        <a:p>
          <a:r>
            <a:rPr lang="pt-BR"/>
            <a:t>Google Chrome: Conhecido por seu ciclo de desenvolvimento rápido, o Google Chrome é atualizado regularmente com novas versões que trazem melhorias de desempenho, segurança e novos recursos. Essas atualizações frequentes refletem a abordagem evolutiva adotada pela equipe de desenvolvimento.</a:t>
          </a:r>
          <a:endParaRPr lang="en-US"/>
        </a:p>
      </dgm:t>
    </dgm:pt>
    <dgm:pt modelId="{D0D9E93C-95CD-4468-86F7-E5E46A151DF0}" type="parTrans" cxnId="{A73BFE49-2F48-4AAA-9ADB-69AA6641D9FD}">
      <dgm:prSet/>
      <dgm:spPr/>
      <dgm:t>
        <a:bodyPr/>
        <a:lstStyle/>
        <a:p>
          <a:endParaRPr lang="en-US"/>
        </a:p>
      </dgm:t>
    </dgm:pt>
    <dgm:pt modelId="{90A5484E-6E0B-4E30-A8FE-1E2758A3EFBB}" type="sibTrans" cxnId="{A73BFE49-2F48-4AAA-9ADB-69AA6641D9FD}">
      <dgm:prSet/>
      <dgm:spPr/>
      <dgm:t>
        <a:bodyPr/>
        <a:lstStyle/>
        <a:p>
          <a:endParaRPr lang="en-US"/>
        </a:p>
      </dgm:t>
    </dgm:pt>
    <dgm:pt modelId="{96FDE053-A55D-402B-AC73-E6243431EFA6}">
      <dgm:prSet/>
      <dgm:spPr/>
      <dgm:t>
        <a:bodyPr/>
        <a:lstStyle/>
        <a:p>
          <a:r>
            <a:rPr lang="pt-BR"/>
            <a:t>Microsoft Windows: O sistema operacional Windows também adotou o modelo evolutivo em muitos de seus lançamentos. Com atualizações regulares e incrementais, cada nova versão do Windows traz melhorias graduais, novos recursos e ajustes com base no feedback dos usuários e nas tendências do mercado.</a:t>
          </a:r>
          <a:endParaRPr lang="en-US"/>
        </a:p>
      </dgm:t>
    </dgm:pt>
    <dgm:pt modelId="{D6D9ECA4-DB93-46A9-BFD7-B1B8F26CF2DA}" type="parTrans" cxnId="{F2AEA121-9F5A-4D0F-8AEB-F960E7178457}">
      <dgm:prSet/>
      <dgm:spPr/>
      <dgm:t>
        <a:bodyPr/>
        <a:lstStyle/>
        <a:p>
          <a:endParaRPr lang="en-US"/>
        </a:p>
      </dgm:t>
    </dgm:pt>
    <dgm:pt modelId="{67F2F4B6-D9C6-4669-AC5E-E96351C2088E}" type="sibTrans" cxnId="{F2AEA121-9F5A-4D0F-8AEB-F960E7178457}">
      <dgm:prSet/>
      <dgm:spPr/>
      <dgm:t>
        <a:bodyPr/>
        <a:lstStyle/>
        <a:p>
          <a:endParaRPr lang="en-US"/>
        </a:p>
      </dgm:t>
    </dgm:pt>
    <dgm:pt modelId="{BA05760C-A3A8-48ED-A1E0-F9D6D102037F}" type="pres">
      <dgm:prSet presAssocID="{4EDC4677-8057-43B3-A7DB-322FFEEA842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8F66B04-DE69-4609-BF9B-9E550D226A64}" type="pres">
      <dgm:prSet presAssocID="{6B1BD2CB-A9ED-4F54-AD90-56DBEBB75D98}" presName="hierRoot1" presStyleCnt="0"/>
      <dgm:spPr/>
    </dgm:pt>
    <dgm:pt modelId="{4ECC4BCB-4086-43E2-9847-F4F72E6DC25E}" type="pres">
      <dgm:prSet presAssocID="{6B1BD2CB-A9ED-4F54-AD90-56DBEBB75D98}" presName="composite" presStyleCnt="0"/>
      <dgm:spPr/>
    </dgm:pt>
    <dgm:pt modelId="{343498B1-B842-4C6F-9D6A-726EE557921C}" type="pres">
      <dgm:prSet presAssocID="{6B1BD2CB-A9ED-4F54-AD90-56DBEBB75D98}" presName="background" presStyleLbl="node0" presStyleIdx="0" presStyleCnt="2"/>
      <dgm:spPr/>
    </dgm:pt>
    <dgm:pt modelId="{1370D929-2B98-4F71-8059-9AA12997A377}" type="pres">
      <dgm:prSet presAssocID="{6B1BD2CB-A9ED-4F54-AD90-56DBEBB75D98}" presName="text" presStyleLbl="fgAcc0" presStyleIdx="0" presStyleCnt="2">
        <dgm:presLayoutVars>
          <dgm:chPref val="3"/>
        </dgm:presLayoutVars>
      </dgm:prSet>
      <dgm:spPr/>
    </dgm:pt>
    <dgm:pt modelId="{62E82ED7-A29F-473E-94F1-4919A890D340}" type="pres">
      <dgm:prSet presAssocID="{6B1BD2CB-A9ED-4F54-AD90-56DBEBB75D98}" presName="hierChild2" presStyleCnt="0"/>
      <dgm:spPr/>
    </dgm:pt>
    <dgm:pt modelId="{419C9338-8D60-47C6-A159-0F6866E7EB95}" type="pres">
      <dgm:prSet presAssocID="{96FDE053-A55D-402B-AC73-E6243431EFA6}" presName="hierRoot1" presStyleCnt="0"/>
      <dgm:spPr/>
    </dgm:pt>
    <dgm:pt modelId="{0DAAC442-129E-4C75-8047-51D9A15B3B80}" type="pres">
      <dgm:prSet presAssocID="{96FDE053-A55D-402B-AC73-E6243431EFA6}" presName="composite" presStyleCnt="0"/>
      <dgm:spPr/>
    </dgm:pt>
    <dgm:pt modelId="{7234675E-647E-4628-9D02-BDF40C0288BF}" type="pres">
      <dgm:prSet presAssocID="{96FDE053-A55D-402B-AC73-E6243431EFA6}" presName="background" presStyleLbl="node0" presStyleIdx="1" presStyleCnt="2"/>
      <dgm:spPr/>
    </dgm:pt>
    <dgm:pt modelId="{BC3E65F2-C6C9-4329-96A9-3593FC1FC71D}" type="pres">
      <dgm:prSet presAssocID="{96FDE053-A55D-402B-AC73-E6243431EFA6}" presName="text" presStyleLbl="fgAcc0" presStyleIdx="1" presStyleCnt="2">
        <dgm:presLayoutVars>
          <dgm:chPref val="3"/>
        </dgm:presLayoutVars>
      </dgm:prSet>
      <dgm:spPr/>
    </dgm:pt>
    <dgm:pt modelId="{B8A42E6A-3CE2-4DC9-8EF4-CBDCBF90FA5F}" type="pres">
      <dgm:prSet presAssocID="{96FDE053-A55D-402B-AC73-E6243431EFA6}" presName="hierChild2" presStyleCnt="0"/>
      <dgm:spPr/>
    </dgm:pt>
  </dgm:ptLst>
  <dgm:cxnLst>
    <dgm:cxn modelId="{FEDD5600-E4AD-4014-B8C6-7583E469B1F6}" type="presOf" srcId="{4EDC4677-8057-43B3-A7DB-322FFEEA842D}" destId="{BA05760C-A3A8-48ED-A1E0-F9D6D102037F}" srcOrd="0" destOrd="0" presId="urn:microsoft.com/office/officeart/2005/8/layout/hierarchy1"/>
    <dgm:cxn modelId="{F2AEA121-9F5A-4D0F-8AEB-F960E7178457}" srcId="{4EDC4677-8057-43B3-A7DB-322FFEEA842D}" destId="{96FDE053-A55D-402B-AC73-E6243431EFA6}" srcOrd="1" destOrd="0" parTransId="{D6D9ECA4-DB93-46A9-BFD7-B1B8F26CF2DA}" sibTransId="{67F2F4B6-D9C6-4669-AC5E-E96351C2088E}"/>
    <dgm:cxn modelId="{BA8F1A3E-6519-43DA-A10E-9616B79498BE}" type="presOf" srcId="{6B1BD2CB-A9ED-4F54-AD90-56DBEBB75D98}" destId="{1370D929-2B98-4F71-8059-9AA12997A377}" srcOrd="0" destOrd="0" presId="urn:microsoft.com/office/officeart/2005/8/layout/hierarchy1"/>
    <dgm:cxn modelId="{A73BFE49-2F48-4AAA-9ADB-69AA6641D9FD}" srcId="{4EDC4677-8057-43B3-A7DB-322FFEEA842D}" destId="{6B1BD2CB-A9ED-4F54-AD90-56DBEBB75D98}" srcOrd="0" destOrd="0" parTransId="{D0D9E93C-95CD-4468-86F7-E5E46A151DF0}" sibTransId="{90A5484E-6E0B-4E30-A8FE-1E2758A3EFBB}"/>
    <dgm:cxn modelId="{0BB4AE99-B78D-4417-9BD5-178CD24FC518}" type="presOf" srcId="{96FDE053-A55D-402B-AC73-E6243431EFA6}" destId="{BC3E65F2-C6C9-4329-96A9-3593FC1FC71D}" srcOrd="0" destOrd="0" presId="urn:microsoft.com/office/officeart/2005/8/layout/hierarchy1"/>
    <dgm:cxn modelId="{5F02D3C9-939C-4508-BEB2-5DB5453821C9}" type="presParOf" srcId="{BA05760C-A3A8-48ED-A1E0-F9D6D102037F}" destId="{A8F66B04-DE69-4609-BF9B-9E550D226A64}" srcOrd="0" destOrd="0" presId="urn:microsoft.com/office/officeart/2005/8/layout/hierarchy1"/>
    <dgm:cxn modelId="{665634AE-82D2-4138-98B7-7CCBAC9D55D1}" type="presParOf" srcId="{A8F66B04-DE69-4609-BF9B-9E550D226A64}" destId="{4ECC4BCB-4086-43E2-9847-F4F72E6DC25E}" srcOrd="0" destOrd="0" presId="urn:microsoft.com/office/officeart/2005/8/layout/hierarchy1"/>
    <dgm:cxn modelId="{D16F8F23-EFC0-4FD8-8E4F-0360DBED3574}" type="presParOf" srcId="{4ECC4BCB-4086-43E2-9847-F4F72E6DC25E}" destId="{343498B1-B842-4C6F-9D6A-726EE557921C}" srcOrd="0" destOrd="0" presId="urn:microsoft.com/office/officeart/2005/8/layout/hierarchy1"/>
    <dgm:cxn modelId="{4AE3A787-70A8-45FD-B6BA-4ADCFDF2D122}" type="presParOf" srcId="{4ECC4BCB-4086-43E2-9847-F4F72E6DC25E}" destId="{1370D929-2B98-4F71-8059-9AA12997A377}" srcOrd="1" destOrd="0" presId="urn:microsoft.com/office/officeart/2005/8/layout/hierarchy1"/>
    <dgm:cxn modelId="{D50E8F2D-188D-4D1F-BD0C-D2E8C5BA2EE2}" type="presParOf" srcId="{A8F66B04-DE69-4609-BF9B-9E550D226A64}" destId="{62E82ED7-A29F-473E-94F1-4919A890D340}" srcOrd="1" destOrd="0" presId="urn:microsoft.com/office/officeart/2005/8/layout/hierarchy1"/>
    <dgm:cxn modelId="{D5FEDED0-4A3E-404B-BFC5-6C74385540AE}" type="presParOf" srcId="{BA05760C-A3A8-48ED-A1E0-F9D6D102037F}" destId="{419C9338-8D60-47C6-A159-0F6866E7EB95}" srcOrd="1" destOrd="0" presId="urn:microsoft.com/office/officeart/2005/8/layout/hierarchy1"/>
    <dgm:cxn modelId="{E4C5E392-94D4-436C-B1C1-7F9C922A141C}" type="presParOf" srcId="{419C9338-8D60-47C6-A159-0F6866E7EB95}" destId="{0DAAC442-129E-4C75-8047-51D9A15B3B80}" srcOrd="0" destOrd="0" presId="urn:microsoft.com/office/officeart/2005/8/layout/hierarchy1"/>
    <dgm:cxn modelId="{F6185CFA-5EBD-405B-8695-69D05A6B4829}" type="presParOf" srcId="{0DAAC442-129E-4C75-8047-51D9A15B3B80}" destId="{7234675E-647E-4628-9D02-BDF40C0288BF}" srcOrd="0" destOrd="0" presId="urn:microsoft.com/office/officeart/2005/8/layout/hierarchy1"/>
    <dgm:cxn modelId="{7CC4F152-965B-48D4-B985-23222E93AEFA}" type="presParOf" srcId="{0DAAC442-129E-4C75-8047-51D9A15B3B80}" destId="{BC3E65F2-C6C9-4329-96A9-3593FC1FC71D}" srcOrd="1" destOrd="0" presId="urn:microsoft.com/office/officeart/2005/8/layout/hierarchy1"/>
    <dgm:cxn modelId="{28064CB5-EA09-43C2-AD19-0724AD80B829}" type="presParOf" srcId="{419C9338-8D60-47C6-A159-0F6866E7EB95}" destId="{B8A42E6A-3CE2-4DC9-8EF4-CBDCBF90FA5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828633-278D-4AA6-A909-9D5105E09693}">
      <dsp:nvSpPr>
        <dsp:cNvPr id="0" name=""/>
        <dsp:cNvSpPr/>
      </dsp:nvSpPr>
      <dsp:spPr>
        <a:xfrm>
          <a:off x="0" y="0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Adaptação rápida às mudanças: O modelo permite ajustes ágeis em resposta a novas demandas ou mudanças no ambiente de negócios.</a:t>
          </a:r>
          <a:endParaRPr lang="en-US" sz="1200" kern="1200"/>
        </a:p>
      </dsp:txBody>
      <dsp:txXfrm>
        <a:off x="19451" y="19451"/>
        <a:ext cx="7620120" cy="625190"/>
      </dsp:txXfrm>
    </dsp:sp>
    <dsp:sp modelId="{8586FDCF-D478-41A7-9E83-CC7A16C040F0}">
      <dsp:nvSpPr>
        <dsp:cNvPr id="0" name=""/>
        <dsp:cNvSpPr/>
      </dsp:nvSpPr>
      <dsp:spPr>
        <a:xfrm>
          <a:off x="628350" y="756328"/>
          <a:ext cx="8414428" cy="6640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Feedback imediato dos usuários: Ciclos rápidos de desenvolvimento possibilitam a obtenção de feedback instantâneo dos usuários sobre novas funcionalidades ou mudanças no software.</a:t>
          </a:r>
          <a:endParaRPr lang="en-US" sz="1200" kern="1200"/>
        </a:p>
      </dsp:txBody>
      <dsp:txXfrm>
        <a:off x="647801" y="775779"/>
        <a:ext cx="7315515" cy="625190"/>
      </dsp:txXfrm>
    </dsp:sp>
    <dsp:sp modelId="{060FD45D-C782-4A05-97A2-7A905B96535D}">
      <dsp:nvSpPr>
        <dsp:cNvPr id="0" name=""/>
        <dsp:cNvSpPr/>
      </dsp:nvSpPr>
      <dsp:spPr>
        <a:xfrm>
          <a:off x="1256700" y="1512656"/>
          <a:ext cx="8414428" cy="66409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Entrega contínua de valor: Software é entregue em incrementos menores, mas com mais frequência, permitindo que os usuários se beneficiem mais rapidamente em vez de esperar por grandes lançamentos.</a:t>
          </a:r>
          <a:endParaRPr lang="en-US" sz="1200" kern="1200"/>
        </a:p>
      </dsp:txBody>
      <dsp:txXfrm>
        <a:off x="1276151" y="1532107"/>
        <a:ext cx="7315515" cy="625190"/>
      </dsp:txXfrm>
    </dsp:sp>
    <dsp:sp modelId="{C3D2C23D-8BD4-48F6-B3C5-7C8A8D23BD89}">
      <dsp:nvSpPr>
        <dsp:cNvPr id="0" name=""/>
        <dsp:cNvSpPr/>
      </dsp:nvSpPr>
      <dsp:spPr>
        <a:xfrm>
          <a:off x="1885050" y="2268984"/>
          <a:ext cx="8414428" cy="66409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Foco na qualidade: Desenvolvedores podem concentrar-se continuamente na qualidade do código e na correção de bugs devido à natureza evolutiva do software.</a:t>
          </a:r>
          <a:endParaRPr lang="en-US" sz="1200" kern="1200"/>
        </a:p>
      </dsp:txBody>
      <dsp:txXfrm>
        <a:off x="1904501" y="2288435"/>
        <a:ext cx="7315515" cy="625190"/>
      </dsp:txXfrm>
    </dsp:sp>
    <dsp:sp modelId="{A22857CE-BE09-4FBD-89EA-9E0B4B83E2DC}">
      <dsp:nvSpPr>
        <dsp:cNvPr id="0" name=""/>
        <dsp:cNvSpPr/>
      </dsp:nvSpPr>
      <dsp:spPr>
        <a:xfrm>
          <a:off x="2513400" y="3025312"/>
          <a:ext cx="8414428" cy="66409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Maior envolvimento dos stakeholders: O modelo promove um envolvimento mais próximo dos stakeholders, levando a uma compreensão mais clara das necessidades dos usuários e a um produto final mais alinhado com essas necessidades.</a:t>
          </a:r>
          <a:endParaRPr lang="en-US" sz="1200" kern="1200"/>
        </a:p>
      </dsp:txBody>
      <dsp:txXfrm>
        <a:off x="2532851" y="3044763"/>
        <a:ext cx="7315515" cy="625190"/>
      </dsp:txXfrm>
    </dsp:sp>
    <dsp:sp modelId="{907A93C0-741F-4641-907A-CF2B8FD07DFF}">
      <dsp:nvSpPr>
        <dsp:cNvPr id="0" name=""/>
        <dsp:cNvSpPr/>
      </dsp:nvSpPr>
      <dsp:spPr>
        <a:xfrm>
          <a:off x="7982767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079890" y="485156"/>
        <a:ext cx="237414" cy="324824"/>
      </dsp:txXfrm>
    </dsp:sp>
    <dsp:sp modelId="{F09C123A-FB3B-4188-89FF-D3983599F006}">
      <dsp:nvSpPr>
        <dsp:cNvPr id="0" name=""/>
        <dsp:cNvSpPr/>
      </dsp:nvSpPr>
      <dsp:spPr>
        <a:xfrm>
          <a:off x="8611118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708241" y="1241484"/>
        <a:ext cx="237414" cy="324824"/>
      </dsp:txXfrm>
    </dsp:sp>
    <dsp:sp modelId="{D4F86695-22E2-45A5-98F0-D99EC5B1F45B}">
      <dsp:nvSpPr>
        <dsp:cNvPr id="0" name=""/>
        <dsp:cNvSpPr/>
      </dsp:nvSpPr>
      <dsp:spPr>
        <a:xfrm>
          <a:off x="9239468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336591" y="1986744"/>
        <a:ext cx="237414" cy="324824"/>
      </dsp:txXfrm>
    </dsp:sp>
    <dsp:sp modelId="{36AC913E-EF5E-43B4-B061-EBE4064C67B6}">
      <dsp:nvSpPr>
        <dsp:cNvPr id="0" name=""/>
        <dsp:cNvSpPr/>
      </dsp:nvSpPr>
      <dsp:spPr>
        <a:xfrm>
          <a:off x="986781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964941" y="2750451"/>
        <a:ext cx="237414" cy="3248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70EEB6-4785-491C-B7D9-7CD557B08F49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FF0D51-D670-4A32-8267-523C6F38FAFF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Custos e Prazos Difíceis de Prever: A abordagem iterativa e adaptativa pode dificultar a previsão precisa de custos e prazos, devido às mudanças frequentes nos requisitos e escopo do projeto, impactando o orçamento e o cronograma e desafiando o planejamento a longo prazo.</a:t>
          </a:r>
          <a:endParaRPr lang="en-US" sz="1300" kern="1200"/>
        </a:p>
      </dsp:txBody>
      <dsp:txXfrm>
        <a:off x="398656" y="1088253"/>
        <a:ext cx="2959127" cy="1837317"/>
      </dsp:txXfrm>
    </dsp:sp>
    <dsp:sp modelId="{1E0BD689-FDCB-46D2-8C2B-6E2FDB9C0F4A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07677-A8C6-4AAE-9CC5-CCACE232414C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Dificuldade na Documentação e Manutenção: A entrega contínua de incrementos de software pode tornar a documentação e manutenção mais complexas. É essencial manter a documentação atualizada e garantir que o código seja bem-organizado e comentado para facilitar a manutenção futura do sistema.</a:t>
          </a:r>
          <a:endParaRPr lang="en-US" sz="1300" kern="1200" dirty="0"/>
        </a:p>
      </dsp:txBody>
      <dsp:txXfrm>
        <a:off x="4155097" y="1088253"/>
        <a:ext cx="2959127" cy="1837317"/>
      </dsp:txXfrm>
    </dsp:sp>
    <dsp:sp modelId="{D61053A6-33A9-44BC-BCFB-1230C4D20F30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F6E47F-9FF2-437B-9B19-93EF11F749E5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Dependência da Experiência do Analista para Avaliação de Riscos: A avaliação dos riscos requer expertise do analista, pois a identificação e gestão inadequadas de riscos importantes podem resultar em problemas significativos no projeto.</a:t>
          </a:r>
          <a:endParaRPr lang="en-US" sz="1300" kern="1200"/>
        </a:p>
      </dsp:txBody>
      <dsp:txXfrm>
        <a:off x="7911539" y="1088253"/>
        <a:ext cx="2959127" cy="18373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7AE680-82F4-4D9F-86FC-E10EB5C0D692}">
      <dsp:nvSpPr>
        <dsp:cNvPr id="0" name=""/>
        <dsp:cNvSpPr/>
      </dsp:nvSpPr>
      <dsp:spPr>
        <a:xfrm>
          <a:off x="282221" y="159118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D4958C-DFDB-4DFB-9E62-093437B5278D}">
      <dsp:nvSpPr>
        <dsp:cNvPr id="0" name=""/>
        <dsp:cNvSpPr/>
      </dsp:nvSpPr>
      <dsp:spPr>
        <a:xfrm>
          <a:off x="570337" y="447234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05B0BB-7E69-4159-B07B-02FB045102EA}">
      <dsp:nvSpPr>
        <dsp:cNvPr id="0" name=""/>
        <dsp:cNvSpPr/>
      </dsp:nvSpPr>
      <dsp:spPr>
        <a:xfrm>
          <a:off x="1948202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Empresas de Desenvolvimento de Software de Produto: Lançamento de versões iniciais com funcionalidades básicas, evoluindo com base no feedback do usuário e nas demandas do mercado.</a:t>
          </a:r>
          <a:endParaRPr lang="en-US" sz="1400" kern="1200"/>
        </a:p>
      </dsp:txBody>
      <dsp:txXfrm>
        <a:off x="1948202" y="159118"/>
        <a:ext cx="3233964" cy="1371985"/>
      </dsp:txXfrm>
    </dsp:sp>
    <dsp:sp modelId="{480A3578-3E3F-4A22-A69A-13BAB8EF36CC}">
      <dsp:nvSpPr>
        <dsp:cNvPr id="0" name=""/>
        <dsp:cNvSpPr/>
      </dsp:nvSpPr>
      <dsp:spPr>
        <a:xfrm>
          <a:off x="5745661" y="159118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48A487-F420-45F2-8F4B-1991475CC51E}">
      <dsp:nvSpPr>
        <dsp:cNvPr id="0" name=""/>
        <dsp:cNvSpPr/>
      </dsp:nvSpPr>
      <dsp:spPr>
        <a:xfrm>
          <a:off x="6033778" y="447234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8E096F-CEC9-4224-B662-C2325E594768}">
      <dsp:nvSpPr>
        <dsp:cNvPr id="0" name=""/>
        <dsp:cNvSpPr/>
      </dsp:nvSpPr>
      <dsp:spPr>
        <a:xfrm>
          <a:off x="7411643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Startups: Desenvolvimento rápido e eficiente, ajustando-se às necessidades e feedback dos usuários conforme o negócio evolui.</a:t>
          </a:r>
          <a:endParaRPr lang="en-US" sz="1400" kern="1200"/>
        </a:p>
      </dsp:txBody>
      <dsp:txXfrm>
        <a:off x="7411643" y="159118"/>
        <a:ext cx="3233964" cy="1371985"/>
      </dsp:txXfrm>
    </dsp:sp>
    <dsp:sp modelId="{77C5E355-3E53-4779-82EC-6797A6CEC36D}">
      <dsp:nvSpPr>
        <dsp:cNvPr id="0" name=""/>
        <dsp:cNvSpPr/>
      </dsp:nvSpPr>
      <dsp:spPr>
        <a:xfrm>
          <a:off x="282221" y="2158301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AD50F0-3680-4D2A-98FF-537CE5FE6A6F}">
      <dsp:nvSpPr>
        <dsp:cNvPr id="0" name=""/>
        <dsp:cNvSpPr/>
      </dsp:nvSpPr>
      <dsp:spPr>
        <a:xfrm>
          <a:off x="570337" y="2446418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A28FB5-C8B2-470B-B254-148E083A6CBE}">
      <dsp:nvSpPr>
        <dsp:cNvPr id="0" name=""/>
        <dsp:cNvSpPr/>
      </dsp:nvSpPr>
      <dsp:spPr>
        <a:xfrm>
          <a:off x="1948202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Empresas que Precisam de Soluções Personalizadas: Começam com um conjunto básico de funcionalidades e adaptam o software com base nas mudanças nos processos de negócios e requisitos dos usuários.</a:t>
          </a:r>
          <a:endParaRPr lang="en-US" sz="1400" kern="1200"/>
        </a:p>
      </dsp:txBody>
      <dsp:txXfrm>
        <a:off x="1948202" y="2158301"/>
        <a:ext cx="3233964" cy="1371985"/>
      </dsp:txXfrm>
    </dsp:sp>
    <dsp:sp modelId="{E225FAAD-A26F-4482-8E67-084D59644AE5}">
      <dsp:nvSpPr>
        <dsp:cNvPr id="0" name=""/>
        <dsp:cNvSpPr/>
      </dsp:nvSpPr>
      <dsp:spPr>
        <a:xfrm>
          <a:off x="5745661" y="2158301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E507E0-AE91-46F0-A796-939102854ABD}">
      <dsp:nvSpPr>
        <dsp:cNvPr id="0" name=""/>
        <dsp:cNvSpPr/>
      </dsp:nvSpPr>
      <dsp:spPr>
        <a:xfrm>
          <a:off x="6033778" y="2446418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140204-EE67-4A99-8B33-5B31437EAE34}">
      <dsp:nvSpPr>
        <dsp:cNvPr id="0" name=""/>
        <dsp:cNvSpPr/>
      </dsp:nvSpPr>
      <dsp:spPr>
        <a:xfrm>
          <a:off x="7411643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Indústria de Jogos: Lançamento de versões iniciais com funcionalidades básicas, adicionando novos recursos e melhorias com base no feedback dos jogadores e nas tendências do mercado.</a:t>
          </a:r>
          <a:endParaRPr lang="en-US" sz="1400" kern="1200"/>
        </a:p>
      </dsp:txBody>
      <dsp:txXfrm>
        <a:off x="7411643" y="2158301"/>
        <a:ext cx="3233964" cy="13719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3498B1-B842-4C6F-9D6A-726EE557921C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70D929-2B98-4F71-8059-9AA12997A377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/>
            <a:t>Google Chrome: Conhecido por seu ciclo de desenvolvimento rápido, o Google Chrome é atualizado regularmente com novas versões que trazem melhorias de desempenho, segurança e novos recursos. Essas atualizações frequentes refletem a abordagem evolutiva adotada pela equipe de desenvolvimento.</a:t>
          </a:r>
          <a:endParaRPr lang="en-US" sz="2000" kern="1200"/>
        </a:p>
      </dsp:txBody>
      <dsp:txXfrm>
        <a:off x="608661" y="692298"/>
        <a:ext cx="4508047" cy="2799040"/>
      </dsp:txXfrm>
    </dsp:sp>
    <dsp:sp modelId="{7234675E-647E-4628-9D02-BDF40C0288BF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3E65F2-C6C9-4329-96A9-3593FC1FC71D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/>
            <a:t>Microsoft Windows: O sistema operacional Windows também adotou o modelo evolutivo em muitos de seus lançamentos. Com atualizações regulares e incrementais, cada nova versão do Windows traz melhorias graduais, novos recursos e ajustes com base no feedback dos usuários e nas tendências do mercado.</a:t>
          </a:r>
          <a:endParaRPr lang="en-US" sz="2000" kern="1200"/>
        </a:p>
      </dsp:txBody>
      <dsp:txXfrm>
        <a:off x="6331365" y="692298"/>
        <a:ext cx="4508047" cy="2799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BAD92-61EA-032D-524D-55FE4B05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57632C-7128-B3C3-CEC7-848B6D77B9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652808-AE95-55C8-E812-F44B208A6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79D6B-FE0D-433B-98A8-BEC8FE270570}" type="datetimeFigureOut">
              <a:rPr lang="pt-BR" smtClean="0"/>
              <a:t>26/03/2024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DC960E-3076-156E-262A-2E916B11A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598D08-474A-6A6E-DA41-AA1B7756E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A14A2-D6E9-457D-9FF4-590061C285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0043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8FC9D9-EEAD-80AE-A5F5-236F5F960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4B550A-432A-A169-7F09-7D46D381F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81AF03-2DF8-80FE-0F6A-401FEFEC4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79D6B-FE0D-433B-98A8-BEC8FE270570}" type="datetimeFigureOut">
              <a:rPr lang="pt-BR" smtClean="0"/>
              <a:t>26/03/2024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B5C836-1F45-7FBD-62D4-68515467E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26DDAE-62BF-60EB-7892-18AB88681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A14A2-D6E9-457D-9FF4-590061C285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686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46C61-6678-4020-3E30-D1FA213C4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A690C5-72B9-4232-D03A-F7AB6063F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3D7AE8-0D93-03F7-E106-139C0E5C6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79D6B-FE0D-433B-98A8-BEC8FE270570}" type="datetimeFigureOut">
              <a:rPr lang="pt-BR" smtClean="0"/>
              <a:t>26/03/2024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767461-209C-125C-9721-C4BB73863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59385C-F1F4-ABC5-457A-9AE058C2A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A14A2-D6E9-457D-9FF4-590061C285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255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4F41ED-8B0A-2E27-DCB8-6A7A2D649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D5B252-5FB8-739A-3DE5-2685B17FE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2D169C-0047-1833-DE29-53EE1D534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34FFE2-1243-A97C-0B2A-BF8F3CD51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79D6B-FE0D-433B-98A8-BEC8FE270570}" type="datetimeFigureOut">
              <a:rPr lang="pt-BR" smtClean="0"/>
              <a:t>26/03/2024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D514AF-0E5C-9FA9-C0AF-B9E89227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39B4D5-B49A-D40A-8F01-38779A6E5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A14A2-D6E9-457D-9FF4-590061C285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0865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1BB838-39E9-2B3C-39B7-FE270ABC1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BA2AC5-0C56-DF56-05C2-997DFFC63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CD57116-00EC-9203-2932-CF201B4FE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602D242-11A9-634E-283A-3C43889503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C9BC8E5-CF27-E874-D3B0-146DA8AA5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93B4D99-C9F1-EBD5-59C9-30D074B3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79D6B-FE0D-433B-98A8-BEC8FE270570}" type="datetimeFigureOut">
              <a:rPr lang="pt-BR" smtClean="0"/>
              <a:t>26/03/2024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72A020C-07C8-1BCA-FA6B-C7420FC08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553085A-B7C3-41FE-E7CF-FA6011D24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A14A2-D6E9-457D-9FF4-590061C285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9795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3E82CE-0326-A90C-F6E6-B9F7F5C00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56C5889-9637-27A9-7DD8-2E1F00907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79D6B-FE0D-433B-98A8-BEC8FE270570}" type="datetimeFigureOut">
              <a:rPr lang="pt-BR" smtClean="0"/>
              <a:t>26/03/2024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FDC7AB8-802B-7B14-2554-16519E8F3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0231B78-255D-FA78-2BCB-AAEC027D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A14A2-D6E9-457D-9FF4-590061C285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050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88BCBC-4BA5-3A7F-7650-CF9653C8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79D6B-FE0D-433B-98A8-BEC8FE270570}" type="datetimeFigureOut">
              <a:rPr lang="pt-BR" smtClean="0"/>
              <a:t>26/03/2024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C3C11BB-8846-3EDB-FBB4-9F21F8D95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644823-0F04-59D6-8DAA-5733ACC2F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A14A2-D6E9-457D-9FF4-590061C285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3797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42BA2A-62EC-DA1A-39AF-F75585D14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F7CDCE-2A10-5CAF-ABC0-0C9DCA708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1609B22-7111-4877-ADD7-207A0AD692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EF35CC-D782-EA83-A8EC-721D6493E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79D6B-FE0D-433B-98A8-BEC8FE270570}" type="datetimeFigureOut">
              <a:rPr lang="pt-BR" smtClean="0"/>
              <a:t>26/03/2024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CC1BCC-1C9A-7036-5F50-93E39D82C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7863C4-A877-46AC-8425-ED52A64E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A14A2-D6E9-457D-9FF4-590061C285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793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B4CE46-10FD-36E9-DA5B-B119F7102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AF50010-5100-61B4-1472-47F005B649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DF23E96-8D21-EF22-C56B-926ED8E6F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85BF12-07B4-33A5-ABAB-069BF571A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79D6B-FE0D-433B-98A8-BEC8FE270570}" type="datetimeFigureOut">
              <a:rPr lang="pt-BR" smtClean="0"/>
              <a:t>26/03/2024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A3634E-2EB2-37AF-EDBA-2361986A9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8FD9D2-22B9-7F2E-4367-4A78E29B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A14A2-D6E9-457D-9FF4-590061C285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229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0BF14D-DFB5-2A47-1066-29BA16D66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AAB288F-8DD4-49F6-CE44-5F36E8134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5DFA51-4BB3-7DB3-B585-3FCB02886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79D6B-FE0D-433B-98A8-BEC8FE270570}" type="datetimeFigureOut">
              <a:rPr lang="pt-BR" smtClean="0"/>
              <a:t>26/03/2024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B1066A-5896-290D-8EFC-CE4B2342F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4EC43-5B15-3898-229C-CEA75318C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A14A2-D6E9-457D-9FF4-590061C285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162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5E15C2-D15B-95AF-C2C1-A73D9BBE93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4D83198-D805-FF43-5EA1-6C9CBB10C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0ACC44-D360-DB31-F519-B58E7348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79D6B-FE0D-433B-98A8-BEC8FE270570}" type="datetimeFigureOut">
              <a:rPr lang="pt-BR" smtClean="0"/>
              <a:t>26/03/2024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25FD82-900F-E44E-4547-6DFE02001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098AAB-98A2-8C09-C807-E52A8052E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A14A2-D6E9-457D-9FF4-590061C285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9627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96067FF-A119-D319-52A9-A8D7816C5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0CF688-B860-22F6-7417-AFBB1B7A7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E236FA-EC12-8151-33EC-AA15C07103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79D6B-FE0D-433B-98A8-BEC8FE270570}" type="datetimeFigureOut">
              <a:rPr lang="pt-BR" smtClean="0"/>
              <a:t>26/03/2024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979938-780C-CE0C-6510-D2D899C2F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0F8326-BF45-63AF-8362-82031E496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A14A2-D6E9-457D-9FF4-590061C285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744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85B59B7-9D28-FA5C-2A70-77971F981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Trabalho A.P.S</a:t>
            </a:r>
            <a:b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Modelo de Desenvolvimento Evolutivo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E4ADC94C-A954-F5FE-55C6-F3616CB94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Gustavo Rocha/RM 241032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 err="1"/>
              <a:t>Heitor</a:t>
            </a:r>
            <a:r>
              <a:rPr lang="en-US" sz="2000" dirty="0"/>
              <a:t> Sousa/RM 241028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João Pedro/RM 241614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João Victor </a:t>
            </a:r>
            <a:r>
              <a:rPr lang="en-US" sz="2000" dirty="0" err="1"/>
              <a:t>Acioli</a:t>
            </a:r>
            <a:r>
              <a:rPr lang="en-US" sz="2000" dirty="0"/>
              <a:t>/RM 241041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João Vitor Andrade/RM 241026</a:t>
            </a:r>
          </a:p>
        </p:txBody>
      </p:sp>
    </p:spTree>
    <p:extLst>
      <p:ext uri="{BB962C8B-B14F-4D97-AF65-F5344CB8AC3E}">
        <p14:creationId xmlns:p14="http://schemas.microsoft.com/office/powerpoint/2010/main" val="673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C50D35-420D-FF3B-9AE2-A1DDC2BC5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pt-BR" sz="4000"/>
              <a:t>Modelo Evolutivo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AF2CB0-527A-D580-B33B-DB7D4AC04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t-BR" sz="190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Neste modelo, os requisitos são adquiridos em paralelo à evolução do sistema. O modelo evolutivo parte do princípio de que o cliente não expõe todos os requisitos, ou os requisitos não são tão bem conhecidos, ou os requisitos ainda estão sofrendo mudanças. Desta forma, a análise é feita em cima dos requisitos conseguidos até então, e a primeira versão é entregue ao cliente. O cliente usa o software no seu ambiente operacional, e como feedback, esclarece o que não foi bem entendido e dá mais informações sobre o que precisa e sobre o que deseja </a:t>
            </a:r>
            <a:endParaRPr lang="pt-BR" sz="19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Imagem 3" descr="Ciclo de vida Evolutivo">
            <a:extLst>
              <a:ext uri="{FF2B5EF4-FFF2-40B4-BE49-F238E27FC236}">
                <a16:creationId xmlns:a16="http://schemas.microsoft.com/office/drawing/2014/main" id="{1D34D1C0-3552-FA08-F57F-BF7329E676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6" r="4383" b="-3"/>
          <a:stretch/>
        </p:blipFill>
        <p:spPr bwMode="auto">
          <a:xfrm>
            <a:off x="7075967" y="1359676"/>
            <a:ext cx="4170530" cy="417054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25093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15AFC0-3A6C-AEE7-4248-7AA100FF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Vantagens</a:t>
            </a:r>
          </a:p>
        </p:txBody>
      </p:sp>
      <p:graphicFrame>
        <p:nvGraphicFramePr>
          <p:cNvPr id="14" name="Espaço Reservado para Conteúdo 2">
            <a:extLst>
              <a:ext uri="{FF2B5EF4-FFF2-40B4-BE49-F238E27FC236}">
                <a16:creationId xmlns:a16="http://schemas.microsoft.com/office/drawing/2014/main" id="{4CFEE89B-0070-19B3-443D-C060E879E1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983710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5292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75C15C-423B-A36E-5CD0-E0F1C7B6A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Desvantagens</a:t>
            </a:r>
          </a:p>
        </p:txBody>
      </p:sp>
      <p:graphicFrame>
        <p:nvGraphicFramePr>
          <p:cNvPr id="23" name="Espaço Reservado para Conteúdo 2">
            <a:extLst>
              <a:ext uri="{FF2B5EF4-FFF2-40B4-BE49-F238E27FC236}">
                <a16:creationId xmlns:a16="http://schemas.microsoft.com/office/drawing/2014/main" id="{DCE4D7C7-00CD-0AB4-1173-7AEED7645B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246735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7191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FD02EA-40A4-22E6-5811-BAE4CC59F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Casos de Uso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262FE606-1918-1F62-0C6B-3E4AE25F7B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762406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5338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09B195-538D-0593-5A8B-444131D23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Exemplos Práticos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692B9B25-2672-4074-E15F-F2C6B64349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04392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21956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c71b2e08-5f48-4826-b3b9-729c518ea3d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534C94BE7ACC4B82DB0C57D8B917FB" ma:contentTypeVersion="5" ma:contentTypeDescription="Crie um novo documento." ma:contentTypeScope="" ma:versionID="62a2c0150b63379dfc6dc29281e4e6f5">
  <xsd:schema xmlns:xsd="http://www.w3.org/2001/XMLSchema" xmlns:xs="http://www.w3.org/2001/XMLSchema" xmlns:p="http://schemas.microsoft.com/office/2006/metadata/properties" xmlns:ns2="c71b2e08-5f48-4826-b3b9-729c518ea3db" targetNamespace="http://schemas.microsoft.com/office/2006/metadata/properties" ma:root="true" ma:fieldsID="e31b8c47eae556db8a51ed9dd6ca2eeb" ns2:_="">
    <xsd:import namespace="c71b2e08-5f48-4826-b3b9-729c518ea3d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b2e08-5f48-4826-b3b9-729c518ea3d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A7384C-7F12-4B38-9898-9C3E6B8B2082}">
  <ds:schemaRefs>
    <ds:schemaRef ds:uri="http://purl.org/dc/dcmitype/"/>
    <ds:schemaRef ds:uri="http://schemas.microsoft.com/office/2006/metadata/properties"/>
    <ds:schemaRef ds:uri="72c104a9-8e62-4bbf-aad4-17e0066494f4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7D8B2DC-EE3F-42E9-A8C9-86F28AF11AE1}"/>
</file>

<file path=customXml/itemProps3.xml><?xml version="1.0" encoding="utf-8"?>
<ds:datastoreItem xmlns:ds="http://schemas.openxmlformats.org/officeDocument/2006/customXml" ds:itemID="{FAEE4886-198C-489C-A8CE-10D1D3C56C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621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Trabalho A.P.S Modelo de Desenvolvimento Evolutivo</vt:lpstr>
      <vt:lpstr>Modelo Evolutivo</vt:lpstr>
      <vt:lpstr>Vantagens</vt:lpstr>
      <vt:lpstr>Desvantagens</vt:lpstr>
      <vt:lpstr>Casos de Uso</vt:lpstr>
      <vt:lpstr>Exemplos Práticos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A.P.S Modelo de Desenvolvimento Evolutivo</dc:title>
  <dc:creator>HEITOR ALMEIDA SOUSA</dc:creator>
  <cp:lastModifiedBy>HEITOR ALMEIDA SOUSA</cp:lastModifiedBy>
  <cp:revision>4</cp:revision>
  <dcterms:created xsi:type="dcterms:W3CDTF">2024-03-26T00:24:14Z</dcterms:created>
  <dcterms:modified xsi:type="dcterms:W3CDTF">2024-03-26T20:29:18Z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0x01010097D633AB642797469F48950981E581B6</vt:lpwstr>
  </property>
</Properties>
</file>